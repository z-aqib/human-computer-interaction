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 id="2147483743" r:id="rId2"/>
  </p:sldMasterIdLst>
  <p:sldIdLst>
    <p:sldId id="256" r:id="rId3"/>
    <p:sldId id="257" r:id="rId4"/>
    <p:sldId id="272" r:id="rId5"/>
    <p:sldId id="260" r:id="rId6"/>
    <p:sldId id="261" r:id="rId7"/>
    <p:sldId id="262" r:id="rId8"/>
    <p:sldId id="263" r:id="rId9"/>
    <p:sldId id="264" r:id="rId10"/>
    <p:sldId id="265" r:id="rId11"/>
    <p:sldId id="266" r:id="rId12"/>
    <p:sldId id="267" r:id="rId13"/>
    <p:sldId id="268" r:id="rId14"/>
    <p:sldId id="269" r:id="rId15"/>
    <p:sldId id="270" r:id="rId16"/>
    <p:sldId id="273" r:id="rId17"/>
    <p:sldId id="258" r:id="rId18"/>
    <p:sldId id="259" r:id="rId19"/>
    <p:sldId id="274" r:id="rId20"/>
    <p:sldId id="271" r:id="rId21"/>
    <p:sldId id="275" r:id="rId22"/>
    <p:sldId id="276" r:id="rId23"/>
    <p:sldId id="277" r:id="rId24"/>
    <p:sldId id="278" r:id="rId25"/>
    <p:sldId id="279" r:id="rId2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016"/>
    <p:restoredTop sz="94028"/>
  </p:normalViewPr>
  <p:slideViewPr>
    <p:cSldViewPr>
      <p:cViewPr varScale="1">
        <p:scale>
          <a:sx n="148" d="100"/>
          <a:sy n="148" d="100"/>
        </p:scale>
        <p:origin x="192" y="3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2.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Album Cover">
    <p:spTree>
      <p:nvGrpSpPr>
        <p:cNvPr id="1" name=""/>
        <p:cNvGrpSpPr/>
        <p:nvPr/>
      </p:nvGrpSpPr>
      <p:grpSpPr>
        <a:xfrm>
          <a:off x="0" y="0"/>
          <a:ext cx="0" cy="0"/>
          <a:chOff x="0" y="0"/>
          <a:chExt cx="0" cy="0"/>
        </a:xfrm>
      </p:grpSpPr>
      <p:sp>
        <p:nvSpPr>
          <p:cNvPr id="24" name="Rectangle 7"/>
          <p:cNvSpPr>
            <a:spLocks noGrp="1"/>
          </p:cNvSpPr>
          <p:nvPr>
            <p:ph type="title" hasCustomPrompt="1"/>
          </p:nvPr>
        </p:nvSpPr>
        <p:spPr>
          <a:xfrm>
            <a:off x="228601" y="2971800"/>
            <a:ext cx="8298485" cy="800100"/>
          </a:xfrm>
        </p:spPr>
        <p:txBody>
          <a:bodyPr bIns="0"/>
          <a:lstStyle>
            <a:lvl1pPr algn="r">
              <a:defRPr lang="en-US" dirty="0"/>
            </a:lvl1pPr>
            <a:extLst/>
          </a:lstStyle>
          <a:p>
            <a:r>
              <a:rPr lang="en-US" dirty="0"/>
              <a:t>Click to add photo album title</a:t>
            </a:r>
          </a:p>
        </p:txBody>
      </p:sp>
      <p:sp>
        <p:nvSpPr>
          <p:cNvPr id="30" name="Rectangle 7"/>
          <p:cNvSpPr>
            <a:spLocks/>
          </p:cNvSpPr>
          <p:nvPr/>
        </p:nvSpPr>
        <p:spPr>
          <a:xfrm>
            <a:off x="453736" y="3886200"/>
            <a:ext cx="8229600" cy="857250"/>
          </a:xfrm>
          <a:prstGeom prst="rect">
            <a:avLst/>
          </a:prstGeom>
        </p:spPr>
        <p:txBody>
          <a:bodyPr vert="horz" anchor="ctr">
            <a:normAutofit/>
          </a:bodyPr>
          <a:lstStyle/>
          <a:p>
            <a:pPr marL="0" marR="0" lvl="0" indent="0" algn="ctr" defTabSz="685800" rtl="0" eaLnBrk="1" fontAlgn="auto" latinLnBrk="0" hangingPunct="1">
              <a:lnSpc>
                <a:spcPct val="100000"/>
              </a:lnSpc>
              <a:spcBef>
                <a:spcPct val="0"/>
              </a:spcBef>
              <a:spcAft>
                <a:spcPts val="0"/>
              </a:spcAft>
              <a:buClrTx/>
              <a:buSzTx/>
              <a:buFontTx/>
              <a:buNone/>
              <a:tabLst/>
              <a:defRPr/>
            </a:pPr>
            <a:endParaRPr kumimoji="0" lang="en-US" sz="2400" b="0" i="1" u="none" strike="noStrike" kern="0" cap="none" spc="0" normalizeH="0" baseline="0" noProof="0" dirty="0">
              <a:ln>
                <a:noFill/>
              </a:ln>
              <a:solidFill>
                <a:schemeClr val="tx1"/>
              </a:solidFill>
              <a:effectLst/>
              <a:uLnTx/>
              <a:uFillTx/>
              <a:latin typeface="+mj-lt"/>
              <a:ea typeface="+mj-ea"/>
              <a:cs typeface="+mj-cs"/>
            </a:endParaRPr>
          </a:p>
        </p:txBody>
      </p:sp>
      <p:sp>
        <p:nvSpPr>
          <p:cNvPr id="9" name="Rectangle 7"/>
          <p:cNvSpPr>
            <a:spLocks noGrp="1"/>
          </p:cNvSpPr>
          <p:nvPr>
            <p:ph type="body" sz="quarter" idx="10" hasCustomPrompt="1"/>
          </p:nvPr>
        </p:nvSpPr>
        <p:spPr>
          <a:xfrm>
            <a:off x="2133600" y="3850481"/>
            <a:ext cx="6386946" cy="914400"/>
          </a:xfrm>
        </p:spPr>
        <p:txBody>
          <a:bodyPr vert="horz" tIns="0" anchor="t" anchorCtr="0">
            <a:noAutofit/>
          </a:bodyPr>
          <a:lstStyle>
            <a:lvl1pPr marL="0" marR="0" indent="0" algn="r" rtl="0" latinLnBrk="0">
              <a:spcBef>
                <a:spcPct val="20000"/>
              </a:spcBef>
              <a:buFontTx/>
              <a:buNone/>
              <a:defRPr sz="1350" i="0" baseline="0">
                <a:solidFill>
                  <a:schemeClr val="tx1"/>
                </a:solidFill>
                <a:latin typeface="+mn-lt"/>
                <a:ea typeface="+mn-ea"/>
                <a:cs typeface="+mn-cs"/>
              </a:defRPr>
            </a:lvl1pPr>
            <a:extLst/>
          </a:lstStyle>
          <a:p>
            <a:pPr lvl="0"/>
            <a:r>
              <a:rPr lang="en-US" dirty="0"/>
              <a:t>Click to add date and other details</a:t>
            </a:r>
          </a:p>
        </p:txBody>
      </p:sp>
      <p:sp>
        <p:nvSpPr>
          <p:cNvPr id="27" name="Rectangle 6"/>
          <p:cNvSpPr>
            <a:spLocks noGrp="1"/>
          </p:cNvSpPr>
          <p:nvPr>
            <p:ph type="pic" sz="quarter" idx="11"/>
          </p:nvPr>
        </p:nvSpPr>
        <p:spPr>
          <a:xfrm>
            <a:off x="6096000" y="1200150"/>
            <a:ext cx="2286000" cy="1714500"/>
          </a:xfr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vert="horz"/>
          <a:lstStyle/>
          <a:p>
            <a:pPr algn="ctr">
              <a:buFontTx/>
              <a:buNone/>
            </a:pPr>
            <a:r>
              <a:rPr lang="en-US" sz="1500"/>
              <a:t>Click icon to add picture</a:t>
            </a:r>
            <a:endParaRPr lang="en-US" sz="1500" dirty="0"/>
          </a:p>
        </p:txBody>
      </p:sp>
      <p:sp>
        <p:nvSpPr>
          <p:cNvPr id="6" name="Rectangle 5"/>
          <p:cNvSpPr/>
          <p:nvPr/>
        </p:nvSpPr>
        <p:spPr>
          <a:xfrm>
            <a:off x="176844" y="140178"/>
            <a:ext cx="8763000" cy="4660422"/>
          </a:xfrm>
          <a:prstGeom prst="rect">
            <a:avLst/>
          </a:prstGeom>
          <a:noFill/>
          <a:ln w="9525" cap="rnd" cmpd="sng" algn="ctr">
            <a:solidFill>
              <a:schemeClr val="bg1">
                <a:tint val="85000"/>
              </a:schemeClr>
            </a:solidFill>
            <a:prstDash val="dash"/>
          </a:ln>
          <a:effectLst>
            <a:outerShdw blurRad="25400" dist="12700" dir="5400000" algn="tl" rotWithShape="0">
              <a:schemeClr val="bg1">
                <a:alpha val="60000"/>
              </a:scheme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1" name="Rectangle 10"/>
          <p:cNvSpPr>
            <a:spLocks noGrp="1"/>
          </p:cNvSpPr>
          <p:nvPr>
            <p:ph type="dt" sz="half" idx="12"/>
          </p:nvPr>
        </p:nvSpPr>
        <p:spPr/>
        <p:txBody>
          <a:bodyPr/>
          <a:lstStyle/>
          <a:p>
            <a:fld id="{184EB9B7-24A3-4171-BEA9-35C10670E3D6}" type="datetimeFigureOut">
              <a:rPr lang="en-US" smtClean="0"/>
              <a:t>11/9/25</a:t>
            </a:fld>
            <a:endParaRPr lang="en-US"/>
          </a:p>
        </p:txBody>
      </p:sp>
      <p:sp>
        <p:nvSpPr>
          <p:cNvPr id="12" name="Rectangle 11"/>
          <p:cNvSpPr>
            <a:spLocks noGrp="1"/>
          </p:cNvSpPr>
          <p:nvPr>
            <p:ph type="sldNum" sz="quarter" idx="13"/>
          </p:nvPr>
        </p:nvSpPr>
        <p:spPr/>
        <p:txBody>
          <a:bodyPr/>
          <a:lstStyle/>
          <a:p>
            <a:fld id="{A36D5C4D-246B-4350-AC47-FFC7C4C00692}" type="slidenum">
              <a:rPr lang="en-US" smtClean="0"/>
              <a:t>‹#›</a:t>
            </a:fld>
            <a:endParaRPr lang="en-US"/>
          </a:p>
        </p:txBody>
      </p:sp>
      <p:sp>
        <p:nvSpPr>
          <p:cNvPr id="13" name="Rectangle 12"/>
          <p:cNvSpPr>
            <a:spLocks noGrp="1"/>
          </p:cNvSpPr>
          <p:nvPr>
            <p:ph type="ftr" sz="quarter" idx="14"/>
          </p:nvPr>
        </p:nvSpPr>
        <p:spPr/>
        <p:txBody>
          <a:bodyPr/>
          <a:lstStyle/>
          <a:p>
            <a:endParaRPr lang="en-US"/>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Landscape with Caption">
    <p:spTree>
      <p:nvGrpSpPr>
        <p:cNvPr id="1" name=""/>
        <p:cNvGrpSpPr/>
        <p:nvPr/>
      </p:nvGrpSpPr>
      <p:grpSpPr>
        <a:xfrm>
          <a:off x="0" y="0"/>
          <a:ext cx="0" cy="0"/>
          <a:chOff x="0" y="0"/>
          <a:chExt cx="0" cy="0"/>
        </a:xfrm>
      </p:grpSpPr>
      <p:sp>
        <p:nvSpPr>
          <p:cNvPr id="5" name="Rectangle 9"/>
          <p:cNvSpPr>
            <a:spLocks noGrp="1" noChangeAspect="1"/>
          </p:cNvSpPr>
          <p:nvPr>
            <p:ph type="pic" sz="quarter" idx="10"/>
          </p:nvPr>
        </p:nvSpPr>
        <p:spPr>
          <a:xfrm>
            <a:off x="914400" y="220943"/>
            <a:ext cx="7467600" cy="4200525"/>
          </a:xfr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lstStyle>
            <a:lvl1pPr marL="0" marR="0" indent="1191" algn="ctr" rtl="0" latinLnBrk="0">
              <a:spcBef>
                <a:spcPct val="20000"/>
              </a:spcBef>
              <a:buFontTx/>
              <a:buNone/>
              <a:defRPr lang="en-US" i="0" smtClean="0">
                <a:solidFill>
                  <a:schemeClr val="tx1"/>
                </a:solidFill>
                <a:latin typeface="+mn-lt"/>
                <a:ea typeface="+mn-ea"/>
                <a:cs typeface="+mn-cs"/>
              </a:defRPr>
            </a:lvl1pPr>
            <a:extLst/>
          </a:lstStyle>
          <a:p>
            <a:pPr marL="0" marR="0" indent="1588" algn="ctr" rtl="0" latinLnBrk="0">
              <a:spcBef>
                <a:spcPct val="20000"/>
              </a:spcBef>
              <a:buFontTx/>
              <a:buNone/>
            </a:pPr>
            <a:r>
              <a:rPr lang="en-US" sz="1800" i="0">
                <a:solidFill>
                  <a:schemeClr val="tx1"/>
                </a:solidFill>
                <a:latin typeface="+mn-lt"/>
                <a:ea typeface="+mn-ea"/>
                <a:cs typeface="+mn-cs"/>
              </a:rPr>
              <a:t>Click icon to add picture</a:t>
            </a:r>
            <a:endParaRPr lang="en-US" i="0" dirty="0"/>
          </a:p>
        </p:txBody>
      </p:sp>
      <p:sp>
        <p:nvSpPr>
          <p:cNvPr id="7" name="Rectangle 5"/>
          <p:cNvSpPr>
            <a:spLocks noGrp="1"/>
          </p:cNvSpPr>
          <p:nvPr>
            <p:ph type="body" sz="quarter" idx="11" hasCustomPrompt="1"/>
          </p:nvPr>
        </p:nvSpPr>
        <p:spPr>
          <a:xfrm>
            <a:off x="914400" y="4514850"/>
            <a:ext cx="7467600" cy="285750"/>
          </a:xfrm>
        </p:spPr>
        <p:txBody>
          <a:bodyPr rIns="9144" anchor="t" anchorCtr="0">
            <a:noAutofit/>
          </a:bodyPr>
          <a:lstStyle>
            <a:lvl1pPr marL="0" marR="0" indent="0" algn="l" rtl="0" latinLnBrk="0">
              <a:spcBef>
                <a:spcPct val="20000"/>
              </a:spcBef>
              <a:buFontTx/>
              <a:buNone/>
              <a:defRPr sz="1350" i="0" baseline="0">
                <a:solidFill>
                  <a:schemeClr val="tx1"/>
                </a:solidFill>
                <a:latin typeface="+mn-lt"/>
                <a:ea typeface="+mn-ea"/>
                <a:cs typeface="+mn-cs"/>
              </a:defRPr>
            </a:lvl1pPr>
            <a:extLst/>
          </a:lstStyle>
          <a:p>
            <a:pPr lvl="0"/>
            <a:r>
              <a:rPr lang="en-US" dirty="0"/>
              <a:t>Click to add caption</a:t>
            </a:r>
          </a:p>
        </p:txBody>
      </p:sp>
      <p:sp>
        <p:nvSpPr>
          <p:cNvPr id="4" name="Rectangle 3"/>
          <p:cNvSpPr>
            <a:spLocks noGrp="1"/>
          </p:cNvSpPr>
          <p:nvPr>
            <p:ph type="dt" sz="half" idx="12"/>
          </p:nvPr>
        </p:nvSpPr>
        <p:spPr/>
        <p:txBody>
          <a:bodyPr/>
          <a:lstStyle/>
          <a:p>
            <a:fld id="{184EB9B7-24A3-4171-BEA9-35C10670E3D6}" type="datetimeFigureOut">
              <a:rPr lang="en-US" smtClean="0"/>
              <a:t>11/9/25</a:t>
            </a:fld>
            <a:endParaRPr lang="en-US"/>
          </a:p>
        </p:txBody>
      </p:sp>
      <p:sp>
        <p:nvSpPr>
          <p:cNvPr id="6" name="Rectangle 5"/>
          <p:cNvSpPr>
            <a:spLocks noGrp="1"/>
          </p:cNvSpPr>
          <p:nvPr>
            <p:ph type="sldNum" sz="quarter" idx="13"/>
          </p:nvPr>
        </p:nvSpPr>
        <p:spPr/>
        <p:txBody>
          <a:bodyPr/>
          <a:lstStyle/>
          <a:p>
            <a:fld id="{A36D5C4D-246B-4350-AC47-FFC7C4C00692}" type="slidenum">
              <a:rPr lang="en-US" smtClean="0"/>
              <a:t>‹#›</a:t>
            </a:fld>
            <a:endParaRPr lang="en-US"/>
          </a:p>
        </p:txBody>
      </p:sp>
      <p:sp>
        <p:nvSpPr>
          <p:cNvPr id="8" name="Rectangle 7"/>
          <p:cNvSpPr>
            <a:spLocks noGrp="1"/>
          </p:cNvSpPr>
          <p:nvPr>
            <p:ph type="ftr" sz="quarter" idx="14"/>
          </p:nvPr>
        </p:nvSpPr>
        <p:spPr/>
        <p:txBody>
          <a:bodyPr/>
          <a:lstStyle/>
          <a:p>
            <a:endParaRPr lang="en-US"/>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ColTx" preserve="1">
  <p:cSld name="Portrait with Caption">
    <p:spTree>
      <p:nvGrpSpPr>
        <p:cNvPr id="1" name=""/>
        <p:cNvGrpSpPr/>
        <p:nvPr/>
      </p:nvGrpSpPr>
      <p:grpSpPr>
        <a:xfrm>
          <a:off x="0" y="0"/>
          <a:ext cx="0" cy="0"/>
          <a:chOff x="0" y="0"/>
          <a:chExt cx="0" cy="0"/>
        </a:xfrm>
      </p:grpSpPr>
      <p:sp>
        <p:nvSpPr>
          <p:cNvPr id="11" name="Rectangle 8"/>
          <p:cNvSpPr>
            <a:spLocks noGrp="1"/>
          </p:cNvSpPr>
          <p:nvPr>
            <p:ph type="pic" sz="quarter" idx="10"/>
          </p:nvPr>
        </p:nvSpPr>
        <p:spPr>
          <a:xfrm>
            <a:off x="419375" y="174931"/>
            <a:ext cx="4640305" cy="4629150"/>
          </a:xfr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191" algn="ctr" rtl="0" latinLnBrk="0">
              <a:spcBef>
                <a:spcPct val="20000"/>
              </a:spcBef>
              <a:buFontTx/>
              <a:buNone/>
              <a:defRPr sz="1800" i="0">
                <a:solidFill>
                  <a:schemeClr val="tx1"/>
                </a:solidFill>
                <a:latin typeface="+mn-lt"/>
                <a:ea typeface="+mn-ea"/>
                <a:cs typeface="+mn-cs"/>
              </a:defRPr>
            </a:lvl1pPr>
            <a:extLst/>
          </a:lstStyle>
          <a:p>
            <a:pPr marL="0" marR="0" indent="1588" algn="ctr" rtl="0" latinLnBrk="0">
              <a:spcBef>
                <a:spcPct val="20000"/>
              </a:spcBef>
              <a:buFontTx/>
              <a:buNone/>
            </a:pPr>
            <a:r>
              <a:rPr lang="en-US" i="0"/>
              <a:t>Click icon to add picture</a:t>
            </a:r>
            <a:endParaRPr lang="en-US" i="0" dirty="0"/>
          </a:p>
        </p:txBody>
      </p:sp>
      <p:sp>
        <p:nvSpPr>
          <p:cNvPr id="13" name="Rectangle 6"/>
          <p:cNvSpPr>
            <a:spLocks noGrp="1"/>
          </p:cNvSpPr>
          <p:nvPr>
            <p:ph type="body" sz="quarter" idx="11" hasCustomPrompt="1"/>
          </p:nvPr>
        </p:nvSpPr>
        <p:spPr>
          <a:xfrm>
            <a:off x="5257800" y="2286000"/>
            <a:ext cx="3505200" cy="2514600"/>
          </a:xfrm>
        </p:spPr>
        <p:txBody>
          <a:bodyPr tIns="91440" bIns="91440" anchor="b" anchorCtr="0">
            <a:noAutofit/>
          </a:bodyPr>
          <a:lstStyle>
            <a:lvl1pPr marL="0" marR="0" indent="0" algn="l" rtl="0" latinLnBrk="0">
              <a:spcBef>
                <a:spcPct val="20000"/>
              </a:spcBef>
              <a:buFontTx/>
              <a:buNone/>
              <a:defRPr sz="1350" i="0" baseline="0">
                <a:solidFill>
                  <a:schemeClr val="tx1"/>
                </a:solidFill>
                <a:latin typeface="+mn-lt"/>
                <a:ea typeface="+mn-ea"/>
                <a:cs typeface="+mn-cs"/>
              </a:defRPr>
            </a:lvl1pPr>
            <a:extLst/>
          </a:lstStyle>
          <a:p>
            <a:pPr lvl="0"/>
            <a:r>
              <a:rPr lang="en-US" dirty="0"/>
              <a:t>Click to add caption</a:t>
            </a:r>
          </a:p>
        </p:txBody>
      </p:sp>
      <p:sp>
        <p:nvSpPr>
          <p:cNvPr id="4" name="Rectangle 3"/>
          <p:cNvSpPr>
            <a:spLocks noGrp="1"/>
          </p:cNvSpPr>
          <p:nvPr>
            <p:ph type="dt" sz="half" idx="12"/>
          </p:nvPr>
        </p:nvSpPr>
        <p:spPr/>
        <p:txBody>
          <a:bodyPr/>
          <a:lstStyle/>
          <a:p>
            <a:fld id="{184EB9B7-24A3-4171-BEA9-35C10670E3D6}" type="datetimeFigureOut">
              <a:rPr lang="en-US" smtClean="0"/>
              <a:t>11/9/25</a:t>
            </a:fld>
            <a:endParaRPr lang="en-US"/>
          </a:p>
        </p:txBody>
      </p:sp>
      <p:sp>
        <p:nvSpPr>
          <p:cNvPr id="5" name="Rectangle 4"/>
          <p:cNvSpPr>
            <a:spLocks noGrp="1"/>
          </p:cNvSpPr>
          <p:nvPr>
            <p:ph type="sldNum" sz="quarter" idx="13"/>
          </p:nvPr>
        </p:nvSpPr>
        <p:spPr/>
        <p:txBody>
          <a:bodyPr/>
          <a:lstStyle/>
          <a:p>
            <a:fld id="{A36D5C4D-246B-4350-AC47-FFC7C4C00692}" type="slidenum">
              <a:rPr lang="en-US" smtClean="0"/>
              <a:t>‹#›</a:t>
            </a:fld>
            <a:endParaRPr lang="en-US"/>
          </a:p>
        </p:txBody>
      </p:sp>
      <p:sp>
        <p:nvSpPr>
          <p:cNvPr id="6" name="Rectangle 5"/>
          <p:cNvSpPr>
            <a:spLocks noGrp="1"/>
          </p:cNvSpPr>
          <p:nvPr>
            <p:ph type="ftr" sz="quarter" idx="14"/>
          </p:nvPr>
        </p:nvSpPr>
        <p:spPr/>
        <p:txBody>
          <a:bodyPr/>
          <a:lstStyle/>
          <a:p>
            <a:endParaRPr lang="en-US"/>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Landscape (Fullscreen)">
    <p:spTree>
      <p:nvGrpSpPr>
        <p:cNvPr id="1" name=""/>
        <p:cNvGrpSpPr/>
        <p:nvPr/>
      </p:nvGrpSpPr>
      <p:grpSpPr>
        <a:xfrm>
          <a:off x="0" y="0"/>
          <a:ext cx="0" cy="0"/>
          <a:chOff x="0" y="0"/>
          <a:chExt cx="0" cy="0"/>
        </a:xfrm>
      </p:grpSpPr>
      <p:sp>
        <p:nvSpPr>
          <p:cNvPr id="15" name="Rectangle 6"/>
          <p:cNvSpPr>
            <a:spLocks noGrp="1" noChangeAspect="1"/>
          </p:cNvSpPr>
          <p:nvPr>
            <p:ph type="pic" sz="quarter" idx="10" hasCustomPrompt="1"/>
          </p:nvPr>
        </p:nvSpPr>
        <p:spPr>
          <a:xfrm>
            <a:off x="0" y="0"/>
            <a:ext cx="9144000" cy="5143500"/>
          </a:xfrm>
          <a:noFill/>
          <a:ln w="25400" cap="rnd" cmpd="sng" algn="ctr">
            <a:noFill/>
            <a:prstDash val="solid"/>
          </a:ln>
        </p:spPr>
        <p:style>
          <a:lnRef idx="3">
            <a:schemeClr val="lt1"/>
          </a:lnRef>
          <a:fillRef idx="1">
            <a:schemeClr val="accent1"/>
          </a:fillRef>
          <a:effectRef idx="1">
            <a:schemeClr val="accent1"/>
          </a:effectRef>
          <a:fontRef idx="minor">
            <a:schemeClr val="lt1"/>
          </a:fontRef>
        </p:style>
        <p:txBody>
          <a:bodyPr anchor="t">
            <a:normAutofit/>
          </a:bodyPr>
          <a:lstStyle>
            <a:lvl1pPr marL="0" marR="0" indent="0" algn="ctr" rtl="0" latinLnBrk="0">
              <a:spcBef>
                <a:spcPct val="20000"/>
              </a:spcBef>
              <a:buFontTx/>
              <a:buNone/>
              <a:defRPr sz="1800" i="0">
                <a:solidFill>
                  <a:schemeClr val="tx1"/>
                </a:solidFill>
                <a:latin typeface="+mn-lt"/>
                <a:ea typeface="+mn-ea"/>
                <a:cs typeface="+mn-cs"/>
              </a:defRPr>
            </a:lvl1pPr>
            <a:extLst/>
          </a:lstStyle>
          <a:p>
            <a:pPr marL="0" marR="0" indent="0" algn="ctr">
              <a:buFontTx/>
              <a:buNone/>
            </a:pPr>
            <a:r>
              <a:rPr lang="en-US" i="0" dirty="0"/>
              <a:t>Click icon</a:t>
            </a:r>
            <a:r>
              <a:rPr lang="en-US" i="0" baseline="0" dirty="0"/>
              <a:t> to add </a:t>
            </a:r>
            <a:r>
              <a:rPr lang="en-US" i="0" dirty="0"/>
              <a:t>full page picture</a:t>
            </a:r>
            <a:endParaRPr lang="en-US" i="0" baseline="0" dirty="0"/>
          </a:p>
          <a:p>
            <a:pPr marL="0" marR="0" indent="0" algn="ctr">
              <a:buFontTx/>
              <a:buNone/>
            </a:pPr>
            <a:endParaRPr lang="en-US" i="0" dirty="0"/>
          </a:p>
          <a:p>
            <a:pPr algn="ctr">
              <a:buFontTx/>
              <a:buNone/>
            </a:pPr>
            <a:endParaRPr lang="en-US" i="0" dirty="0"/>
          </a:p>
          <a:p>
            <a:pPr algn="ctr">
              <a:buFontTx/>
              <a:buNone/>
            </a:pPr>
            <a:endParaRPr lang="en-US" i="0" dirty="0"/>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lbum Section">
    <p:spTree>
      <p:nvGrpSpPr>
        <p:cNvPr id="1" name=""/>
        <p:cNvGrpSpPr/>
        <p:nvPr/>
      </p:nvGrpSpPr>
      <p:grpSpPr>
        <a:xfrm>
          <a:off x="0" y="0"/>
          <a:ext cx="0" cy="0"/>
          <a:chOff x="0" y="0"/>
          <a:chExt cx="0" cy="0"/>
        </a:xfrm>
      </p:grpSpPr>
      <p:sp>
        <p:nvSpPr>
          <p:cNvPr id="17" name="Rectangle 2"/>
          <p:cNvSpPr>
            <a:spLocks noGrp="1"/>
          </p:cNvSpPr>
          <p:nvPr>
            <p:ph type="title" hasCustomPrompt="1"/>
          </p:nvPr>
        </p:nvSpPr>
        <p:spPr>
          <a:xfrm>
            <a:off x="752670" y="3429000"/>
            <a:ext cx="7781730" cy="742950"/>
          </a:xfrm>
        </p:spPr>
        <p:txBody>
          <a:bodyPr vert="horz" bIns="0" anchor="b" anchorCtr="0"/>
          <a:lstStyle>
            <a:lvl1pPr>
              <a:defRPr baseline="0"/>
            </a:lvl1pPr>
            <a:extLst/>
          </a:lstStyle>
          <a:p>
            <a:r>
              <a:rPr lang="en-US" dirty="0"/>
              <a:t>Click to add section title</a:t>
            </a:r>
          </a:p>
        </p:txBody>
      </p:sp>
      <p:sp>
        <p:nvSpPr>
          <p:cNvPr id="27" name="Rectangle 11"/>
          <p:cNvSpPr>
            <a:spLocks noGrp="1"/>
          </p:cNvSpPr>
          <p:nvPr>
            <p:ph type="body" sz="quarter" idx="14" hasCustomPrompt="1"/>
          </p:nvPr>
        </p:nvSpPr>
        <p:spPr>
          <a:xfrm>
            <a:off x="752670" y="4200525"/>
            <a:ext cx="7772400" cy="628650"/>
          </a:xfrm>
        </p:spPr>
        <p:txBody>
          <a:bodyPr vert="horz" tIns="0"/>
          <a:lstStyle>
            <a:lvl1pPr>
              <a:buFontTx/>
              <a:buNone/>
              <a:defRPr sz="1350"/>
            </a:lvl1pPr>
            <a:extLst/>
          </a:lstStyle>
          <a:p>
            <a:pPr lvl="0"/>
            <a:r>
              <a:rPr lang="en-US" dirty="0"/>
              <a:t>Click to add subtitle</a:t>
            </a:r>
          </a:p>
        </p:txBody>
      </p:sp>
      <p:sp>
        <p:nvSpPr>
          <p:cNvPr id="7" name="Rectangle 6"/>
          <p:cNvSpPr>
            <a:spLocks noGrp="1"/>
          </p:cNvSpPr>
          <p:nvPr>
            <p:ph type="pic" sz="quarter" idx="11"/>
          </p:nvPr>
        </p:nvSpPr>
        <p:spPr>
          <a:xfrm>
            <a:off x="786338" y="1605521"/>
            <a:ext cx="2286000" cy="1714500"/>
          </a:xfr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vert="horz"/>
          <a:lstStyle/>
          <a:p>
            <a:pPr algn="ctr">
              <a:buFontTx/>
              <a:buNone/>
            </a:pPr>
            <a:r>
              <a:rPr lang="en-US" sz="1500"/>
              <a:t>Click icon to add picture</a:t>
            </a:r>
            <a:endParaRPr lang="en-US" sz="1500" dirty="0"/>
          </a:p>
        </p:txBody>
      </p:sp>
      <p:sp>
        <p:nvSpPr>
          <p:cNvPr id="18" name="Rectangle 6"/>
          <p:cNvSpPr>
            <a:spLocks noGrp="1"/>
          </p:cNvSpPr>
          <p:nvPr>
            <p:ph type="pic" sz="quarter" idx="15"/>
          </p:nvPr>
        </p:nvSpPr>
        <p:spPr>
          <a:xfrm>
            <a:off x="3474604" y="1605521"/>
            <a:ext cx="2286000" cy="1714500"/>
          </a:xfr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vert="horz"/>
          <a:lstStyle/>
          <a:p>
            <a:pPr algn="ctr">
              <a:buFontTx/>
              <a:buNone/>
            </a:pPr>
            <a:r>
              <a:rPr lang="en-US" sz="1500"/>
              <a:t>Click icon to add picture</a:t>
            </a:r>
            <a:endParaRPr lang="en-US" sz="1500" dirty="0"/>
          </a:p>
        </p:txBody>
      </p:sp>
      <p:sp>
        <p:nvSpPr>
          <p:cNvPr id="2" name="Rectangle 6"/>
          <p:cNvSpPr>
            <a:spLocks noGrp="1"/>
          </p:cNvSpPr>
          <p:nvPr>
            <p:ph type="pic" sz="quarter" idx="16"/>
          </p:nvPr>
        </p:nvSpPr>
        <p:spPr>
          <a:xfrm>
            <a:off x="6162870" y="1605521"/>
            <a:ext cx="2286000" cy="1714500"/>
          </a:xfr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vert="horz"/>
          <a:lstStyle/>
          <a:p>
            <a:pPr algn="ctr">
              <a:buFontTx/>
              <a:buNone/>
            </a:pPr>
            <a:r>
              <a:rPr lang="en-US" sz="1500"/>
              <a:t>Click icon to add picture</a:t>
            </a:r>
            <a:endParaRPr lang="en-US" sz="1500" dirty="0"/>
          </a:p>
        </p:txBody>
      </p:sp>
      <p:sp>
        <p:nvSpPr>
          <p:cNvPr id="8" name="Rectangle 7"/>
          <p:cNvSpPr>
            <a:spLocks noGrp="1"/>
          </p:cNvSpPr>
          <p:nvPr>
            <p:ph type="dt" sz="half" idx="17"/>
          </p:nvPr>
        </p:nvSpPr>
        <p:spPr/>
        <p:txBody>
          <a:bodyPr/>
          <a:lstStyle/>
          <a:p>
            <a:fld id="{184EB9B7-24A3-4171-BEA9-35C10670E3D6}" type="datetimeFigureOut">
              <a:rPr lang="en-US" smtClean="0"/>
              <a:t>11/9/25</a:t>
            </a:fld>
            <a:endParaRPr lang="en-US"/>
          </a:p>
        </p:txBody>
      </p:sp>
      <p:sp>
        <p:nvSpPr>
          <p:cNvPr id="9" name="Rectangle 8"/>
          <p:cNvSpPr>
            <a:spLocks noGrp="1"/>
          </p:cNvSpPr>
          <p:nvPr>
            <p:ph type="sldNum" sz="quarter" idx="18"/>
          </p:nvPr>
        </p:nvSpPr>
        <p:spPr/>
        <p:txBody>
          <a:bodyPr/>
          <a:lstStyle/>
          <a:p>
            <a:fld id="{A36D5C4D-246B-4350-AC47-FFC7C4C00692}" type="slidenum">
              <a:rPr lang="en-US" smtClean="0"/>
              <a:t>‹#›</a:t>
            </a:fld>
            <a:endParaRPr lang="en-US"/>
          </a:p>
        </p:txBody>
      </p:sp>
      <p:sp>
        <p:nvSpPr>
          <p:cNvPr id="10" name="Rectangle 9"/>
          <p:cNvSpPr>
            <a:spLocks noGrp="1"/>
          </p:cNvSpPr>
          <p:nvPr>
            <p:ph type="ftr" sz="quarter" idx="19"/>
          </p:nvPr>
        </p:nvSpPr>
        <p:spPr/>
        <p:txBody>
          <a:bodyPr/>
          <a:lstStyle/>
          <a:p>
            <a:endParaRPr lang="en-US"/>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ColTx" preserve="1">
  <p:cSld name="2-Up Portrait with Captions">
    <p:spTree>
      <p:nvGrpSpPr>
        <p:cNvPr id="1" name=""/>
        <p:cNvGrpSpPr/>
        <p:nvPr/>
      </p:nvGrpSpPr>
      <p:grpSpPr>
        <a:xfrm>
          <a:off x="0" y="0"/>
          <a:ext cx="0" cy="0"/>
          <a:chOff x="0" y="0"/>
          <a:chExt cx="0" cy="0"/>
        </a:xfrm>
      </p:grpSpPr>
      <p:sp>
        <p:nvSpPr>
          <p:cNvPr id="20" name="Rectangle 8"/>
          <p:cNvSpPr>
            <a:spLocks noGrp="1" noChangeAspect="1"/>
          </p:cNvSpPr>
          <p:nvPr>
            <p:ph type="pic" sz="quarter" idx="10"/>
          </p:nvPr>
        </p:nvSpPr>
        <p:spPr>
          <a:xfrm>
            <a:off x="4722048" y="457200"/>
            <a:ext cx="3431353" cy="3431356"/>
          </a:xfr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191" algn="ctr" rtl="0" latinLnBrk="0">
              <a:spcBef>
                <a:spcPct val="20000"/>
              </a:spcBef>
              <a:buFontTx/>
              <a:buNone/>
              <a:defRPr sz="1800" i="0">
                <a:solidFill>
                  <a:schemeClr val="tx1"/>
                </a:solidFill>
                <a:latin typeface="+mn-lt"/>
                <a:ea typeface="+mn-ea"/>
                <a:cs typeface="+mn-cs"/>
              </a:defRPr>
            </a:lvl1pPr>
            <a:extLst/>
          </a:lstStyle>
          <a:p>
            <a:pPr marL="0" marR="0" indent="1588" algn="ctr" rtl="0" latinLnBrk="0">
              <a:spcBef>
                <a:spcPct val="20000"/>
              </a:spcBef>
              <a:buFontTx/>
              <a:buNone/>
            </a:pPr>
            <a:r>
              <a:rPr lang="en-US" sz="1800" i="0"/>
              <a:t>Click icon to add picture</a:t>
            </a:r>
            <a:endParaRPr lang="en-US" sz="1800" i="0" dirty="0"/>
          </a:p>
        </p:txBody>
      </p:sp>
      <p:sp>
        <p:nvSpPr>
          <p:cNvPr id="11" name="Rectangle 8"/>
          <p:cNvSpPr>
            <a:spLocks noGrp="1" noChangeAspect="1"/>
          </p:cNvSpPr>
          <p:nvPr>
            <p:ph type="pic" sz="quarter" idx="11"/>
          </p:nvPr>
        </p:nvSpPr>
        <p:spPr>
          <a:xfrm>
            <a:off x="1066800" y="457200"/>
            <a:ext cx="3429000" cy="3429000"/>
          </a:xfr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191" algn="ctr" rtl="0" latinLnBrk="0">
              <a:spcBef>
                <a:spcPct val="20000"/>
              </a:spcBef>
              <a:buFontTx/>
              <a:buNone/>
              <a:defRPr sz="1800" i="0">
                <a:solidFill>
                  <a:schemeClr val="tx1"/>
                </a:solidFill>
                <a:latin typeface="+mn-lt"/>
                <a:ea typeface="+mn-ea"/>
                <a:cs typeface="+mn-cs"/>
              </a:defRPr>
            </a:lvl1pPr>
            <a:extLst/>
          </a:lstStyle>
          <a:p>
            <a:pPr marL="0" marR="0" indent="1588" algn="ctr" rtl="0" latinLnBrk="0">
              <a:spcBef>
                <a:spcPct val="20000"/>
              </a:spcBef>
              <a:buFontTx/>
              <a:buNone/>
            </a:pPr>
            <a:r>
              <a:rPr lang="en-US" sz="1800" i="0"/>
              <a:t>Click icon to add picture</a:t>
            </a:r>
            <a:endParaRPr lang="en-US" sz="1800" i="0" dirty="0"/>
          </a:p>
        </p:txBody>
      </p:sp>
      <p:sp>
        <p:nvSpPr>
          <p:cNvPr id="3" name="Rectangle 7"/>
          <p:cNvSpPr>
            <a:spLocks noGrp="1"/>
          </p:cNvSpPr>
          <p:nvPr>
            <p:ph type="body" sz="quarter" idx="14" hasCustomPrompt="1"/>
          </p:nvPr>
        </p:nvSpPr>
        <p:spPr>
          <a:xfrm>
            <a:off x="1066800" y="4000500"/>
            <a:ext cx="3429000" cy="800100"/>
          </a:xfrm>
        </p:spPr>
        <p:txBody>
          <a:bodyPr lIns="91440" rIns="9144" anchor="t" anchorCtr="0">
            <a:noAutofit/>
          </a:bodyPr>
          <a:lstStyle>
            <a:lvl1pPr marL="0" marR="0" indent="0" algn="l" rtl="0" latinLnBrk="0">
              <a:spcBef>
                <a:spcPct val="20000"/>
              </a:spcBef>
              <a:buFontTx/>
              <a:buNone/>
              <a:defRPr sz="1350" baseline="0">
                <a:solidFill>
                  <a:schemeClr val="tx1"/>
                </a:solidFill>
                <a:latin typeface="+mn-lt"/>
                <a:ea typeface="+mn-ea"/>
                <a:cs typeface="+mn-cs"/>
              </a:defRPr>
            </a:lvl1pPr>
            <a:extLst/>
          </a:lstStyle>
          <a:p>
            <a:pPr lvl="0"/>
            <a:r>
              <a:rPr lang="en-US" dirty="0"/>
              <a:t>Click to add caption</a:t>
            </a:r>
          </a:p>
        </p:txBody>
      </p:sp>
      <p:sp>
        <p:nvSpPr>
          <p:cNvPr id="19" name="Rectangle 7"/>
          <p:cNvSpPr>
            <a:spLocks noGrp="1"/>
          </p:cNvSpPr>
          <p:nvPr>
            <p:ph type="body" sz="quarter" idx="15" hasCustomPrompt="1"/>
          </p:nvPr>
        </p:nvSpPr>
        <p:spPr>
          <a:xfrm>
            <a:off x="4724400" y="4000500"/>
            <a:ext cx="3429000" cy="800100"/>
          </a:xfrm>
        </p:spPr>
        <p:txBody>
          <a:bodyPr lIns="91440" rIns="9144" anchor="t" anchorCtr="0">
            <a:noAutofit/>
          </a:bodyPr>
          <a:lstStyle>
            <a:lvl1pPr marL="0" marR="0" indent="0" algn="l" rtl="0" latinLnBrk="0">
              <a:spcBef>
                <a:spcPct val="20000"/>
              </a:spcBef>
              <a:buFontTx/>
              <a:buNone/>
              <a:defRPr sz="1350" baseline="0">
                <a:solidFill>
                  <a:schemeClr val="tx1"/>
                </a:solidFill>
                <a:latin typeface="+mn-lt"/>
                <a:ea typeface="+mn-ea"/>
                <a:cs typeface="+mn-cs"/>
              </a:defRPr>
            </a:lvl1pPr>
            <a:extLst/>
          </a:lstStyle>
          <a:p>
            <a:pPr lvl="0"/>
            <a:r>
              <a:rPr lang="en-US" dirty="0"/>
              <a:t>Click to add caption</a:t>
            </a:r>
          </a:p>
        </p:txBody>
      </p:sp>
      <p:sp>
        <p:nvSpPr>
          <p:cNvPr id="6" name="Rectangle 5"/>
          <p:cNvSpPr>
            <a:spLocks noGrp="1"/>
          </p:cNvSpPr>
          <p:nvPr>
            <p:ph type="dt" sz="half" idx="16"/>
          </p:nvPr>
        </p:nvSpPr>
        <p:spPr/>
        <p:txBody>
          <a:bodyPr/>
          <a:lstStyle/>
          <a:p>
            <a:fld id="{184EB9B7-24A3-4171-BEA9-35C10670E3D6}" type="datetimeFigureOut">
              <a:rPr lang="en-US" smtClean="0"/>
              <a:t>11/9/25</a:t>
            </a:fld>
            <a:endParaRPr lang="en-US"/>
          </a:p>
        </p:txBody>
      </p:sp>
      <p:sp>
        <p:nvSpPr>
          <p:cNvPr id="7" name="Rectangle 6"/>
          <p:cNvSpPr>
            <a:spLocks noGrp="1"/>
          </p:cNvSpPr>
          <p:nvPr>
            <p:ph type="sldNum" sz="quarter" idx="17"/>
          </p:nvPr>
        </p:nvSpPr>
        <p:spPr/>
        <p:txBody>
          <a:bodyPr/>
          <a:lstStyle/>
          <a:p>
            <a:fld id="{A36D5C4D-246B-4350-AC47-FFC7C4C00692}" type="slidenum">
              <a:rPr lang="en-US" smtClean="0"/>
              <a:t>‹#›</a:t>
            </a:fld>
            <a:endParaRPr lang="en-US"/>
          </a:p>
        </p:txBody>
      </p:sp>
      <p:sp>
        <p:nvSpPr>
          <p:cNvPr id="8" name="Rectangle 7"/>
          <p:cNvSpPr>
            <a:spLocks noGrp="1"/>
          </p:cNvSpPr>
          <p:nvPr>
            <p:ph type="ftr" sz="quarter" idx="18"/>
          </p:nvPr>
        </p:nvSpPr>
        <p:spPr/>
        <p:txBody>
          <a:bodyPr/>
          <a:lstStyle/>
          <a:p>
            <a:endParaRPr lang="en-US"/>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Up Landscape with Captions">
    <p:spTree>
      <p:nvGrpSpPr>
        <p:cNvPr id="1" name=""/>
        <p:cNvGrpSpPr/>
        <p:nvPr/>
      </p:nvGrpSpPr>
      <p:grpSpPr>
        <a:xfrm>
          <a:off x="0" y="0"/>
          <a:ext cx="0" cy="0"/>
          <a:chOff x="0" y="0"/>
          <a:chExt cx="0" cy="0"/>
        </a:xfrm>
      </p:grpSpPr>
      <p:sp>
        <p:nvSpPr>
          <p:cNvPr id="23" name="Rectangle 7"/>
          <p:cNvSpPr>
            <a:spLocks noGrp="1" noChangeAspect="1"/>
          </p:cNvSpPr>
          <p:nvPr>
            <p:ph type="pic" sz="quarter" idx="13"/>
          </p:nvPr>
        </p:nvSpPr>
        <p:spPr>
          <a:xfrm>
            <a:off x="4648200" y="1257300"/>
            <a:ext cx="4038600" cy="2271713"/>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0" algn="ctr" rtl="0" latinLnBrk="0">
              <a:spcBef>
                <a:spcPct val="20000"/>
              </a:spcBef>
              <a:buFontTx/>
              <a:buNone/>
              <a:defRPr sz="1800" i="0">
                <a:solidFill>
                  <a:schemeClr val="tx1"/>
                </a:solidFill>
                <a:latin typeface="+mn-lt"/>
                <a:ea typeface="+mn-ea"/>
                <a:cs typeface="+mn-cs"/>
              </a:defRPr>
            </a:lvl1pPr>
            <a:extLst/>
          </a:lstStyle>
          <a:p>
            <a:pPr marL="0" marR="0" indent="0" algn="ctr" rtl="0" latinLnBrk="0">
              <a:buFontTx/>
              <a:buNone/>
            </a:pPr>
            <a:r>
              <a:rPr lang="en-US"/>
              <a:t>Click icon to add picture</a:t>
            </a:r>
            <a:endParaRPr lang="en-US" dirty="0"/>
          </a:p>
        </p:txBody>
      </p:sp>
      <p:sp>
        <p:nvSpPr>
          <p:cNvPr id="25" name="Rectangle 7"/>
          <p:cNvSpPr>
            <a:spLocks noGrp="1" noChangeAspect="1"/>
          </p:cNvSpPr>
          <p:nvPr>
            <p:ph type="pic" sz="quarter" idx="14"/>
          </p:nvPr>
        </p:nvSpPr>
        <p:spPr>
          <a:xfrm>
            <a:off x="457200" y="1257300"/>
            <a:ext cx="4038600" cy="2271713"/>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0" algn="ctr" rtl="0" latinLnBrk="0">
              <a:spcBef>
                <a:spcPct val="20000"/>
              </a:spcBef>
              <a:buFontTx/>
              <a:buNone/>
              <a:defRPr sz="1800" i="0">
                <a:solidFill>
                  <a:schemeClr val="tx1"/>
                </a:solidFill>
                <a:latin typeface="+mn-lt"/>
                <a:ea typeface="+mn-ea"/>
                <a:cs typeface="+mn-cs"/>
              </a:defRPr>
            </a:lvl1pPr>
            <a:extLst/>
          </a:lstStyle>
          <a:p>
            <a:pPr marL="0" marR="0" indent="0" algn="ctr" rtl="0" latinLnBrk="0">
              <a:buFontTx/>
              <a:buNone/>
            </a:pPr>
            <a:r>
              <a:rPr lang="en-US"/>
              <a:t>Click icon to add picture</a:t>
            </a:r>
            <a:endParaRPr lang="en-US" dirty="0"/>
          </a:p>
        </p:txBody>
      </p:sp>
      <p:sp>
        <p:nvSpPr>
          <p:cNvPr id="8" name="Rectangle 7"/>
          <p:cNvSpPr>
            <a:spLocks noGrp="1"/>
          </p:cNvSpPr>
          <p:nvPr>
            <p:ph type="body" sz="quarter" idx="16" hasCustomPrompt="1"/>
          </p:nvPr>
        </p:nvSpPr>
        <p:spPr>
          <a:xfrm>
            <a:off x="457200" y="3643312"/>
            <a:ext cx="4038600" cy="928688"/>
          </a:xfrm>
        </p:spPr>
        <p:txBody>
          <a:bodyPr rIns="9144" anchor="t" anchorCtr="0">
            <a:noAutofit/>
          </a:bodyPr>
          <a:lstStyle>
            <a:lvl1pPr marL="0" marR="0" indent="0" algn="l" rtl="0" latinLnBrk="0">
              <a:spcBef>
                <a:spcPct val="20000"/>
              </a:spcBef>
              <a:buFontTx/>
              <a:buNone/>
              <a:defRPr sz="1350" baseline="0">
                <a:solidFill>
                  <a:schemeClr val="tx1"/>
                </a:solidFill>
                <a:latin typeface="+mn-lt"/>
                <a:ea typeface="+mn-ea"/>
                <a:cs typeface="+mn-cs"/>
              </a:defRPr>
            </a:lvl1pPr>
            <a:extLst/>
          </a:lstStyle>
          <a:p>
            <a:pPr lvl="0"/>
            <a:r>
              <a:rPr lang="en-US" dirty="0"/>
              <a:t>Click to add caption</a:t>
            </a:r>
          </a:p>
        </p:txBody>
      </p:sp>
      <p:sp>
        <p:nvSpPr>
          <p:cNvPr id="19" name="Rectangle 7"/>
          <p:cNvSpPr>
            <a:spLocks noGrp="1"/>
          </p:cNvSpPr>
          <p:nvPr>
            <p:ph type="body" sz="quarter" idx="17" hasCustomPrompt="1"/>
          </p:nvPr>
        </p:nvSpPr>
        <p:spPr>
          <a:xfrm>
            <a:off x="4648200" y="3643312"/>
            <a:ext cx="4038600" cy="928688"/>
          </a:xfrm>
        </p:spPr>
        <p:txBody>
          <a:bodyPr rIns="9144" anchor="t" anchorCtr="0">
            <a:noAutofit/>
          </a:bodyPr>
          <a:lstStyle>
            <a:lvl1pPr marL="0" marR="0" indent="0" algn="l" rtl="0" latinLnBrk="0">
              <a:spcBef>
                <a:spcPct val="20000"/>
              </a:spcBef>
              <a:buFontTx/>
              <a:buNone/>
              <a:defRPr sz="1350" baseline="0">
                <a:solidFill>
                  <a:schemeClr val="tx1"/>
                </a:solidFill>
                <a:latin typeface="+mn-lt"/>
                <a:ea typeface="+mn-ea"/>
                <a:cs typeface="+mn-cs"/>
              </a:defRPr>
            </a:lvl1pPr>
            <a:extLst/>
          </a:lstStyle>
          <a:p>
            <a:pPr lvl="0"/>
            <a:r>
              <a:rPr lang="en-US" dirty="0"/>
              <a:t>Click to add caption</a:t>
            </a:r>
          </a:p>
        </p:txBody>
      </p:sp>
      <p:sp>
        <p:nvSpPr>
          <p:cNvPr id="6" name="Rectangle 5"/>
          <p:cNvSpPr>
            <a:spLocks noGrp="1"/>
          </p:cNvSpPr>
          <p:nvPr>
            <p:ph type="dt" sz="half" idx="18"/>
          </p:nvPr>
        </p:nvSpPr>
        <p:spPr/>
        <p:txBody>
          <a:bodyPr/>
          <a:lstStyle/>
          <a:p>
            <a:fld id="{184EB9B7-24A3-4171-BEA9-35C10670E3D6}" type="datetimeFigureOut">
              <a:rPr lang="en-US" smtClean="0"/>
              <a:t>11/9/25</a:t>
            </a:fld>
            <a:endParaRPr lang="en-US"/>
          </a:p>
        </p:txBody>
      </p:sp>
      <p:sp>
        <p:nvSpPr>
          <p:cNvPr id="7" name="Rectangle 6"/>
          <p:cNvSpPr>
            <a:spLocks noGrp="1"/>
          </p:cNvSpPr>
          <p:nvPr>
            <p:ph type="sldNum" sz="quarter" idx="19"/>
          </p:nvPr>
        </p:nvSpPr>
        <p:spPr/>
        <p:txBody>
          <a:bodyPr/>
          <a:lstStyle/>
          <a:p>
            <a:fld id="{A36D5C4D-246B-4350-AC47-FFC7C4C00692}" type="slidenum">
              <a:rPr lang="en-US" smtClean="0"/>
              <a:t>‹#›</a:t>
            </a:fld>
            <a:endParaRPr lang="en-US"/>
          </a:p>
        </p:txBody>
      </p:sp>
      <p:sp>
        <p:nvSpPr>
          <p:cNvPr id="9" name="Rectangle 8"/>
          <p:cNvSpPr>
            <a:spLocks noGrp="1"/>
          </p:cNvSpPr>
          <p:nvPr>
            <p:ph type="ftr" sz="quarter" idx="20"/>
          </p:nvPr>
        </p:nvSpPr>
        <p:spPr/>
        <p:txBody>
          <a:bodyPr/>
          <a:lstStyle/>
          <a:p>
            <a:endParaRPr 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Up Mixed with Caption">
    <p:spTree>
      <p:nvGrpSpPr>
        <p:cNvPr id="1" name=""/>
        <p:cNvGrpSpPr/>
        <p:nvPr/>
      </p:nvGrpSpPr>
      <p:grpSpPr>
        <a:xfrm>
          <a:off x="0" y="0"/>
          <a:ext cx="0" cy="0"/>
          <a:chOff x="0" y="0"/>
          <a:chExt cx="0" cy="0"/>
        </a:xfrm>
      </p:grpSpPr>
      <p:sp>
        <p:nvSpPr>
          <p:cNvPr id="6" name="Rectangle 7"/>
          <p:cNvSpPr>
            <a:spLocks noGrp="1" noChangeAspect="1"/>
          </p:cNvSpPr>
          <p:nvPr>
            <p:ph type="pic" sz="quarter" idx="11"/>
          </p:nvPr>
        </p:nvSpPr>
        <p:spPr>
          <a:xfrm>
            <a:off x="5141976" y="285750"/>
            <a:ext cx="3773424" cy="2122551"/>
          </a:xfr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191" algn="ctr" rtl="0" latinLnBrk="0">
              <a:spcBef>
                <a:spcPct val="20000"/>
              </a:spcBef>
              <a:buClr>
                <a:srgbClr val="D34817"/>
              </a:buClr>
              <a:buSzPct val="85000"/>
              <a:buFontTx/>
              <a:buNone/>
              <a:defRPr sz="1800" i="0">
                <a:solidFill>
                  <a:schemeClr val="tx1"/>
                </a:solidFill>
                <a:latin typeface="+mn-lt"/>
                <a:ea typeface="+mn-ea"/>
                <a:cs typeface="+mn-cs"/>
              </a:defRPr>
            </a:lvl1pPr>
            <a:extLst/>
          </a:lstStyle>
          <a:p>
            <a:pPr marL="0" marR="0" indent="1588" algn="ctr" rtl="0" latinLnBrk="0">
              <a:spcBef>
                <a:spcPct val="20000"/>
              </a:spcBef>
              <a:buClr>
                <a:srgbClr val="D34817"/>
              </a:buClr>
              <a:buSzPct val="85000"/>
              <a:buFontTx/>
              <a:buNone/>
            </a:pPr>
            <a:r>
              <a:rPr lang="en-US" i="0"/>
              <a:t>Click icon to add picture</a:t>
            </a:r>
            <a:endParaRPr lang="en-US" i="0" dirty="0"/>
          </a:p>
        </p:txBody>
      </p:sp>
      <p:sp>
        <p:nvSpPr>
          <p:cNvPr id="22" name="Rectangle 7"/>
          <p:cNvSpPr>
            <a:spLocks noGrp="1" noChangeAspect="1"/>
          </p:cNvSpPr>
          <p:nvPr>
            <p:ph type="pic" sz="quarter" idx="12"/>
          </p:nvPr>
        </p:nvSpPr>
        <p:spPr>
          <a:xfrm>
            <a:off x="454152" y="285750"/>
            <a:ext cx="4462272" cy="4462272"/>
          </a:xfr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191" algn="ctr" rtl="0" latinLnBrk="0">
              <a:spcBef>
                <a:spcPct val="20000"/>
              </a:spcBef>
              <a:buClr>
                <a:srgbClr val="D34817"/>
              </a:buClr>
              <a:buSzPct val="85000"/>
              <a:buFontTx/>
              <a:buNone/>
              <a:defRPr sz="1800" i="0">
                <a:solidFill>
                  <a:schemeClr val="tx1"/>
                </a:solidFill>
                <a:latin typeface="+mn-lt"/>
                <a:ea typeface="+mn-ea"/>
                <a:cs typeface="+mn-cs"/>
              </a:defRPr>
            </a:lvl1pPr>
            <a:extLst/>
          </a:lstStyle>
          <a:p>
            <a:pPr marL="0" marR="0" indent="1588" algn="ctr" rtl="0" latinLnBrk="0">
              <a:spcBef>
                <a:spcPct val="20000"/>
              </a:spcBef>
              <a:buClr>
                <a:srgbClr val="D34817"/>
              </a:buClr>
              <a:buSzPct val="85000"/>
              <a:buFontTx/>
              <a:buNone/>
            </a:pPr>
            <a:r>
              <a:rPr lang="en-US" i="0"/>
              <a:t>Click icon to add picture</a:t>
            </a:r>
            <a:endParaRPr lang="en-US" i="0" dirty="0"/>
          </a:p>
        </p:txBody>
      </p:sp>
      <p:sp>
        <p:nvSpPr>
          <p:cNvPr id="11" name="Rectangle 7"/>
          <p:cNvSpPr>
            <a:spLocks noGrp="1"/>
          </p:cNvSpPr>
          <p:nvPr>
            <p:ph type="body" sz="quarter" idx="13" hasCustomPrompt="1"/>
          </p:nvPr>
        </p:nvSpPr>
        <p:spPr>
          <a:xfrm>
            <a:off x="5141977" y="2514600"/>
            <a:ext cx="3773425" cy="2228850"/>
          </a:xfrm>
        </p:spPr>
        <p:txBody>
          <a:bodyPr anchor="t" anchorCtr="0">
            <a:noAutofit/>
          </a:bodyPr>
          <a:lstStyle>
            <a:lvl1pPr marL="0" marR="0" indent="0" algn="l" rtl="0" latinLnBrk="0">
              <a:spcBef>
                <a:spcPct val="20000"/>
              </a:spcBef>
              <a:buFontTx/>
              <a:buNone/>
              <a:defRPr sz="1350" i="0" baseline="0">
                <a:solidFill>
                  <a:schemeClr val="tx1"/>
                </a:solidFill>
                <a:latin typeface="+mn-lt"/>
                <a:ea typeface="+mn-ea"/>
                <a:cs typeface="+mn-cs"/>
              </a:defRPr>
            </a:lvl1pPr>
            <a:extLst/>
          </a:lstStyle>
          <a:p>
            <a:pPr lvl="0"/>
            <a:r>
              <a:rPr lang="en-US" dirty="0"/>
              <a:t>Click to add caption</a:t>
            </a:r>
          </a:p>
        </p:txBody>
      </p:sp>
      <p:sp>
        <p:nvSpPr>
          <p:cNvPr id="5" name="Rectangle 4"/>
          <p:cNvSpPr>
            <a:spLocks noGrp="1"/>
          </p:cNvSpPr>
          <p:nvPr>
            <p:ph type="dt" sz="half" idx="14"/>
          </p:nvPr>
        </p:nvSpPr>
        <p:spPr/>
        <p:txBody>
          <a:bodyPr/>
          <a:lstStyle/>
          <a:p>
            <a:fld id="{184EB9B7-24A3-4171-BEA9-35C10670E3D6}" type="datetimeFigureOut">
              <a:rPr lang="en-US" smtClean="0"/>
              <a:t>11/9/25</a:t>
            </a:fld>
            <a:endParaRPr lang="en-US"/>
          </a:p>
        </p:txBody>
      </p:sp>
      <p:sp>
        <p:nvSpPr>
          <p:cNvPr id="7" name="Rectangle 6"/>
          <p:cNvSpPr>
            <a:spLocks noGrp="1"/>
          </p:cNvSpPr>
          <p:nvPr>
            <p:ph type="sldNum" sz="quarter" idx="15"/>
          </p:nvPr>
        </p:nvSpPr>
        <p:spPr/>
        <p:txBody>
          <a:bodyPr/>
          <a:lstStyle/>
          <a:p>
            <a:fld id="{A36D5C4D-246B-4350-AC47-FFC7C4C00692}" type="slidenum">
              <a:rPr lang="en-US" smtClean="0"/>
              <a:t>‹#›</a:t>
            </a:fld>
            <a:endParaRPr lang="en-US"/>
          </a:p>
        </p:txBody>
      </p:sp>
      <p:sp>
        <p:nvSpPr>
          <p:cNvPr id="8" name="Rectangle 7"/>
          <p:cNvSpPr>
            <a:spLocks noGrp="1"/>
          </p:cNvSpPr>
          <p:nvPr>
            <p:ph type="ftr" sz="quarter" idx="16"/>
          </p:nvPr>
        </p:nvSpPr>
        <p:spPr/>
        <p:txBody>
          <a:bodyPr/>
          <a:lstStyle/>
          <a:p>
            <a:endParaRPr 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Up Portrait with Captions">
    <p:spTree>
      <p:nvGrpSpPr>
        <p:cNvPr id="1" name=""/>
        <p:cNvGrpSpPr/>
        <p:nvPr/>
      </p:nvGrpSpPr>
      <p:grpSpPr>
        <a:xfrm>
          <a:off x="0" y="0"/>
          <a:ext cx="0" cy="0"/>
          <a:chOff x="0" y="0"/>
          <a:chExt cx="0" cy="0"/>
        </a:xfrm>
      </p:grpSpPr>
      <p:sp>
        <p:nvSpPr>
          <p:cNvPr id="2" name="Rectangle 8"/>
          <p:cNvSpPr>
            <a:spLocks noGrp="1" noChangeAspect="1"/>
          </p:cNvSpPr>
          <p:nvPr>
            <p:ph type="pic" sz="quarter" idx="10"/>
          </p:nvPr>
        </p:nvSpPr>
        <p:spPr>
          <a:xfrm>
            <a:off x="228600" y="800100"/>
            <a:ext cx="2743200" cy="2743200"/>
          </a:xfr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257175" marR="0" indent="-257175" algn="ctr" rtl="0" latinLnBrk="0">
              <a:spcBef>
                <a:spcPct val="20000"/>
              </a:spcBef>
              <a:buClr>
                <a:srgbClr val="438086"/>
              </a:buClr>
              <a:buSzPct val="60000"/>
              <a:buFontTx/>
              <a:buNone/>
              <a:defRPr sz="1800" i="0">
                <a:solidFill>
                  <a:schemeClr val="tx1"/>
                </a:solidFill>
                <a:latin typeface="+mn-lt"/>
                <a:ea typeface="+mn-ea"/>
                <a:cs typeface="+mn-cs"/>
              </a:defRPr>
            </a:lvl1pPr>
            <a:extLst/>
          </a:lstStyle>
          <a:p>
            <a:pPr marL="342900" indent="-342900" algn="ctr" rtl="0" latinLnBrk="0">
              <a:spcBef>
                <a:spcPct val="20000"/>
              </a:spcBef>
              <a:buClr>
                <a:srgbClr val="438086"/>
              </a:buClr>
              <a:buSzPct val="60000"/>
              <a:buFontTx/>
              <a:buNone/>
            </a:pPr>
            <a:r>
              <a:rPr lang="en-US"/>
              <a:t>Click icon to add picture</a:t>
            </a:r>
            <a:endParaRPr lang="en-US" dirty="0"/>
          </a:p>
        </p:txBody>
      </p:sp>
      <p:sp>
        <p:nvSpPr>
          <p:cNvPr id="4" name="Rectangle 8"/>
          <p:cNvSpPr>
            <a:spLocks noGrp="1" noChangeAspect="1"/>
          </p:cNvSpPr>
          <p:nvPr>
            <p:ph type="pic" sz="quarter" idx="11"/>
          </p:nvPr>
        </p:nvSpPr>
        <p:spPr>
          <a:xfrm>
            <a:off x="3200400" y="800100"/>
            <a:ext cx="2743200" cy="2743200"/>
          </a:xfr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257175" marR="0" indent="-257175" algn="ctr" rtl="0" latinLnBrk="0">
              <a:spcBef>
                <a:spcPct val="20000"/>
              </a:spcBef>
              <a:buClr>
                <a:srgbClr val="438086"/>
              </a:buClr>
              <a:buSzPct val="60000"/>
              <a:buFontTx/>
              <a:buNone/>
              <a:defRPr sz="1800" i="0">
                <a:solidFill>
                  <a:schemeClr val="tx1"/>
                </a:solidFill>
                <a:latin typeface="+mn-lt"/>
                <a:ea typeface="+mn-ea"/>
                <a:cs typeface="+mn-cs"/>
              </a:defRPr>
            </a:lvl1pPr>
            <a:extLst/>
          </a:lstStyle>
          <a:p>
            <a:pPr marL="342900" indent="-342900" algn="ctr" rtl="0" latinLnBrk="0">
              <a:spcBef>
                <a:spcPct val="20000"/>
              </a:spcBef>
              <a:buClr>
                <a:srgbClr val="438086"/>
              </a:buClr>
              <a:buSzPct val="60000"/>
              <a:buFontTx/>
              <a:buNone/>
            </a:pPr>
            <a:r>
              <a:rPr lang="en-US"/>
              <a:t>Click icon to add picture</a:t>
            </a:r>
            <a:endParaRPr lang="en-US" dirty="0"/>
          </a:p>
        </p:txBody>
      </p:sp>
      <p:sp>
        <p:nvSpPr>
          <p:cNvPr id="31" name="Rectangle 8"/>
          <p:cNvSpPr>
            <a:spLocks noGrp="1" noChangeAspect="1"/>
          </p:cNvSpPr>
          <p:nvPr>
            <p:ph type="pic" sz="quarter" idx="12"/>
          </p:nvPr>
        </p:nvSpPr>
        <p:spPr>
          <a:xfrm>
            <a:off x="6172200" y="800100"/>
            <a:ext cx="2743200" cy="2743200"/>
          </a:xfr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257175" marR="0" indent="-257175" algn="ctr" rtl="0" latinLnBrk="0">
              <a:spcBef>
                <a:spcPct val="20000"/>
              </a:spcBef>
              <a:buClr>
                <a:srgbClr val="438086"/>
              </a:buClr>
              <a:buSzPct val="60000"/>
              <a:buFontTx/>
              <a:buNone/>
              <a:defRPr sz="1800" i="0">
                <a:solidFill>
                  <a:schemeClr val="tx1"/>
                </a:solidFill>
                <a:latin typeface="+mn-lt"/>
                <a:ea typeface="+mn-ea"/>
                <a:cs typeface="+mn-cs"/>
              </a:defRPr>
            </a:lvl1pPr>
            <a:extLst/>
          </a:lstStyle>
          <a:p>
            <a:pPr marL="342900" indent="-342900" algn="ctr" rtl="0" latinLnBrk="0">
              <a:spcBef>
                <a:spcPct val="20000"/>
              </a:spcBef>
              <a:buClr>
                <a:srgbClr val="438086"/>
              </a:buClr>
              <a:buSzPct val="60000"/>
              <a:buFontTx/>
              <a:buNone/>
            </a:pPr>
            <a:r>
              <a:rPr lang="en-US"/>
              <a:t>Click icon to add picture</a:t>
            </a:r>
            <a:endParaRPr lang="en-US" dirty="0"/>
          </a:p>
        </p:txBody>
      </p:sp>
      <p:sp>
        <p:nvSpPr>
          <p:cNvPr id="7" name="Rectangle 6"/>
          <p:cNvSpPr>
            <a:spLocks noGrp="1"/>
          </p:cNvSpPr>
          <p:nvPr>
            <p:ph type="body" sz="quarter" idx="13" hasCustomPrompt="1"/>
          </p:nvPr>
        </p:nvSpPr>
        <p:spPr>
          <a:xfrm>
            <a:off x="228600" y="3657600"/>
            <a:ext cx="2743200" cy="1085850"/>
          </a:xfrm>
        </p:spPr>
        <p:txBody>
          <a:bodyPr anchor="t" anchorCtr="0">
            <a:noAutofit/>
          </a:bodyPr>
          <a:lstStyle>
            <a:lvl1pPr marL="0" marR="0" indent="0" algn="l" rtl="0" latinLnBrk="0">
              <a:spcBef>
                <a:spcPct val="20000"/>
              </a:spcBef>
              <a:buFontTx/>
              <a:buNone/>
              <a:defRPr sz="1350" baseline="0">
                <a:solidFill>
                  <a:schemeClr val="tx1"/>
                </a:solidFill>
                <a:latin typeface="+mn-lt"/>
                <a:ea typeface="+mn-ea"/>
                <a:cs typeface="+mn-cs"/>
              </a:defRPr>
            </a:lvl1pPr>
            <a:extLst/>
          </a:lstStyle>
          <a:p>
            <a:pPr lvl="0"/>
            <a:r>
              <a:rPr lang="en-US" dirty="0"/>
              <a:t>Click to add caption</a:t>
            </a:r>
          </a:p>
        </p:txBody>
      </p:sp>
      <p:sp>
        <p:nvSpPr>
          <p:cNvPr id="6" name="Rectangle 6"/>
          <p:cNvSpPr>
            <a:spLocks noGrp="1"/>
          </p:cNvSpPr>
          <p:nvPr>
            <p:ph type="body" sz="quarter" idx="14" hasCustomPrompt="1"/>
          </p:nvPr>
        </p:nvSpPr>
        <p:spPr>
          <a:xfrm>
            <a:off x="3200400" y="3657600"/>
            <a:ext cx="2743200" cy="1085850"/>
          </a:xfrm>
        </p:spPr>
        <p:txBody>
          <a:bodyPr anchor="t" anchorCtr="0">
            <a:noAutofit/>
          </a:bodyPr>
          <a:lstStyle>
            <a:lvl1pPr marL="0" marR="0" indent="0" algn="l" rtl="0" latinLnBrk="0">
              <a:spcBef>
                <a:spcPct val="20000"/>
              </a:spcBef>
              <a:buFontTx/>
              <a:buNone/>
              <a:defRPr sz="1350" baseline="0">
                <a:solidFill>
                  <a:schemeClr val="tx1"/>
                </a:solidFill>
                <a:latin typeface="+mn-lt"/>
                <a:ea typeface="+mn-ea"/>
                <a:cs typeface="+mn-cs"/>
              </a:defRPr>
            </a:lvl1pPr>
            <a:extLst/>
          </a:lstStyle>
          <a:p>
            <a:pPr lvl="0"/>
            <a:r>
              <a:rPr lang="en-US" dirty="0"/>
              <a:t>Click to add caption</a:t>
            </a:r>
          </a:p>
        </p:txBody>
      </p:sp>
      <p:sp>
        <p:nvSpPr>
          <p:cNvPr id="14" name="Rectangle 6"/>
          <p:cNvSpPr>
            <a:spLocks noGrp="1"/>
          </p:cNvSpPr>
          <p:nvPr>
            <p:ph type="body" sz="quarter" idx="15" hasCustomPrompt="1"/>
          </p:nvPr>
        </p:nvSpPr>
        <p:spPr>
          <a:xfrm>
            <a:off x="6172200" y="3657600"/>
            <a:ext cx="2743200" cy="1085850"/>
          </a:xfrm>
        </p:spPr>
        <p:txBody>
          <a:bodyPr anchor="t" anchorCtr="0">
            <a:noAutofit/>
          </a:bodyPr>
          <a:lstStyle>
            <a:lvl1pPr marL="0" marR="0" indent="0" algn="l" rtl="0" latinLnBrk="0">
              <a:spcBef>
                <a:spcPct val="20000"/>
              </a:spcBef>
              <a:buFontTx/>
              <a:buNone/>
              <a:defRPr sz="1350" baseline="0">
                <a:solidFill>
                  <a:schemeClr val="tx1"/>
                </a:solidFill>
                <a:latin typeface="+mn-lt"/>
                <a:ea typeface="+mn-ea"/>
                <a:cs typeface="+mn-cs"/>
              </a:defRPr>
            </a:lvl1pPr>
            <a:extLst/>
          </a:lstStyle>
          <a:p>
            <a:pPr lvl="0"/>
            <a:r>
              <a:rPr lang="en-US" dirty="0"/>
              <a:t>Click to add caption</a:t>
            </a:r>
          </a:p>
        </p:txBody>
      </p:sp>
      <p:sp>
        <p:nvSpPr>
          <p:cNvPr id="8" name="Rectangle 7"/>
          <p:cNvSpPr>
            <a:spLocks noGrp="1"/>
          </p:cNvSpPr>
          <p:nvPr>
            <p:ph type="dt" sz="half" idx="16"/>
          </p:nvPr>
        </p:nvSpPr>
        <p:spPr/>
        <p:txBody>
          <a:bodyPr/>
          <a:lstStyle/>
          <a:p>
            <a:fld id="{184EB9B7-24A3-4171-BEA9-35C10670E3D6}" type="datetimeFigureOut">
              <a:rPr lang="en-US" smtClean="0"/>
              <a:t>11/9/25</a:t>
            </a:fld>
            <a:endParaRPr lang="en-US"/>
          </a:p>
        </p:txBody>
      </p:sp>
      <p:sp>
        <p:nvSpPr>
          <p:cNvPr id="9" name="Rectangle 8"/>
          <p:cNvSpPr>
            <a:spLocks noGrp="1"/>
          </p:cNvSpPr>
          <p:nvPr>
            <p:ph type="sldNum" sz="quarter" idx="17"/>
          </p:nvPr>
        </p:nvSpPr>
        <p:spPr/>
        <p:txBody>
          <a:bodyPr/>
          <a:lstStyle/>
          <a:p>
            <a:fld id="{A36D5C4D-246B-4350-AC47-FFC7C4C00692}" type="slidenum">
              <a:rPr lang="en-US" smtClean="0"/>
              <a:t>‹#›</a:t>
            </a:fld>
            <a:endParaRPr lang="en-US"/>
          </a:p>
        </p:txBody>
      </p:sp>
      <p:sp>
        <p:nvSpPr>
          <p:cNvPr id="10" name="Rectangle 9"/>
          <p:cNvSpPr>
            <a:spLocks noGrp="1"/>
          </p:cNvSpPr>
          <p:nvPr>
            <p:ph type="ftr" sz="quarter" idx="18"/>
          </p:nvPr>
        </p:nvSpPr>
        <p:spPr/>
        <p:txBody>
          <a:bodyPr/>
          <a:lstStyle/>
          <a:p>
            <a:endParaRPr 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Up Landscape with Caption">
    <p:spTree>
      <p:nvGrpSpPr>
        <p:cNvPr id="1" name=""/>
        <p:cNvGrpSpPr/>
        <p:nvPr/>
      </p:nvGrpSpPr>
      <p:grpSpPr>
        <a:xfrm>
          <a:off x="0" y="0"/>
          <a:ext cx="0" cy="0"/>
          <a:chOff x="0" y="0"/>
          <a:chExt cx="0" cy="0"/>
        </a:xfrm>
      </p:grpSpPr>
      <p:sp>
        <p:nvSpPr>
          <p:cNvPr id="3" name="Rectangle 7"/>
          <p:cNvSpPr>
            <a:spLocks noGrp="1" noChangeAspect="1"/>
          </p:cNvSpPr>
          <p:nvPr>
            <p:ph type="pic" sz="quarter" idx="11"/>
          </p:nvPr>
        </p:nvSpPr>
        <p:spPr>
          <a:xfrm>
            <a:off x="4663440" y="2552867"/>
            <a:ext cx="4023360" cy="226314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vert="horz" anchor="t">
            <a:normAutofit/>
          </a:bodyPr>
          <a:lstStyle>
            <a:lvl1pPr marL="257175" marR="0" indent="-257175" algn="ctr" rtl="0" latinLnBrk="0">
              <a:spcBef>
                <a:spcPct val="20000"/>
              </a:spcBef>
              <a:buClr>
                <a:srgbClr val="438086"/>
              </a:buClr>
              <a:buSzPct val="60000"/>
              <a:buFontTx/>
              <a:buNone/>
              <a:defRPr sz="1800" i="0">
                <a:solidFill>
                  <a:schemeClr val="tx1"/>
                </a:solidFill>
                <a:latin typeface="+mn-lt"/>
                <a:ea typeface="+mn-ea"/>
                <a:cs typeface="+mn-cs"/>
              </a:defRPr>
            </a:lvl1pPr>
            <a:extLst/>
          </a:lstStyle>
          <a:p>
            <a:pPr marL="342900" indent="-342900" algn="ctr" rtl="0" latinLnBrk="0">
              <a:spcBef>
                <a:spcPct val="20000"/>
              </a:spcBef>
              <a:buClr>
                <a:srgbClr val="438086"/>
              </a:buClr>
              <a:buSzPct val="60000"/>
              <a:buFontTx/>
              <a:buNone/>
            </a:pPr>
            <a:r>
              <a:rPr lang="en-US"/>
              <a:t>Click icon to add picture</a:t>
            </a:r>
            <a:endParaRPr lang="en-US" dirty="0"/>
          </a:p>
        </p:txBody>
      </p:sp>
      <p:sp>
        <p:nvSpPr>
          <p:cNvPr id="15" name="Rectangle 7"/>
          <p:cNvSpPr>
            <a:spLocks noGrp="1" noChangeAspect="1"/>
          </p:cNvSpPr>
          <p:nvPr>
            <p:ph type="pic" sz="quarter" idx="12"/>
          </p:nvPr>
        </p:nvSpPr>
        <p:spPr>
          <a:xfrm>
            <a:off x="457200" y="2552867"/>
            <a:ext cx="4023360" cy="226314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vert="horz" anchor="t">
            <a:normAutofit/>
          </a:bodyPr>
          <a:lstStyle>
            <a:lvl1pPr marL="257175" marR="0" indent="-257175" algn="ctr" rtl="0" latinLnBrk="0">
              <a:spcBef>
                <a:spcPct val="20000"/>
              </a:spcBef>
              <a:buClr>
                <a:srgbClr val="438086"/>
              </a:buClr>
              <a:buSzPct val="60000"/>
              <a:buFontTx/>
              <a:buNone/>
              <a:defRPr sz="1800" i="0">
                <a:solidFill>
                  <a:schemeClr val="tx1"/>
                </a:solidFill>
                <a:latin typeface="+mn-lt"/>
                <a:ea typeface="+mn-ea"/>
                <a:cs typeface="+mn-cs"/>
              </a:defRPr>
            </a:lvl1pPr>
            <a:extLst/>
          </a:lstStyle>
          <a:p>
            <a:pPr marL="342900" indent="-342900" algn="ctr" rtl="0" latinLnBrk="0">
              <a:spcBef>
                <a:spcPct val="20000"/>
              </a:spcBef>
              <a:buClr>
                <a:srgbClr val="438086"/>
              </a:buClr>
              <a:buSzPct val="60000"/>
              <a:buFontTx/>
              <a:buNone/>
            </a:pPr>
            <a:r>
              <a:rPr lang="en-US"/>
              <a:t>Click icon to add picture</a:t>
            </a:r>
            <a:endParaRPr lang="en-US" dirty="0"/>
          </a:p>
        </p:txBody>
      </p:sp>
      <p:sp>
        <p:nvSpPr>
          <p:cNvPr id="26" name="Rectangle 7"/>
          <p:cNvSpPr>
            <a:spLocks noGrp="1" noChangeAspect="1"/>
          </p:cNvSpPr>
          <p:nvPr>
            <p:ph type="pic" sz="quarter" idx="13"/>
          </p:nvPr>
        </p:nvSpPr>
        <p:spPr>
          <a:xfrm>
            <a:off x="4663440" y="171450"/>
            <a:ext cx="4023360" cy="226314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257175" marR="0" indent="-257175" algn="ctr" rtl="0" latinLnBrk="0">
              <a:spcBef>
                <a:spcPct val="20000"/>
              </a:spcBef>
              <a:buClr>
                <a:srgbClr val="438086"/>
              </a:buClr>
              <a:buSzPct val="60000"/>
              <a:buFontTx/>
              <a:buNone/>
              <a:defRPr sz="1800" i="0">
                <a:solidFill>
                  <a:schemeClr val="tx1"/>
                </a:solidFill>
                <a:latin typeface="+mn-lt"/>
                <a:ea typeface="+mn-ea"/>
                <a:cs typeface="+mn-cs"/>
              </a:defRPr>
            </a:lvl1pPr>
            <a:extLst/>
          </a:lstStyle>
          <a:p>
            <a:pPr marL="342900" indent="-342900" algn="ctr" rtl="0" latinLnBrk="0">
              <a:spcBef>
                <a:spcPct val="20000"/>
              </a:spcBef>
              <a:buClr>
                <a:srgbClr val="438086"/>
              </a:buClr>
              <a:buSzPct val="60000"/>
              <a:buFontTx/>
              <a:buNone/>
            </a:pPr>
            <a:r>
              <a:rPr lang="en-US"/>
              <a:t>Click icon to add picture</a:t>
            </a:r>
            <a:endParaRPr lang="en-US" dirty="0"/>
          </a:p>
        </p:txBody>
      </p:sp>
      <p:sp>
        <p:nvSpPr>
          <p:cNvPr id="27" name="Rectangle 11"/>
          <p:cNvSpPr>
            <a:spLocks noGrp="1"/>
          </p:cNvSpPr>
          <p:nvPr>
            <p:ph type="body" sz="quarter" idx="14" hasCustomPrompt="1"/>
          </p:nvPr>
        </p:nvSpPr>
        <p:spPr>
          <a:xfrm>
            <a:off x="457200" y="171450"/>
            <a:ext cx="4023360" cy="2263140"/>
          </a:xfrm>
        </p:spPr>
        <p:txBody>
          <a:bodyPr anchor="b" anchorCtr="0">
            <a:noAutofit/>
          </a:bodyPr>
          <a:lstStyle>
            <a:lvl1pPr marL="0" marR="0" indent="0" algn="l" rtl="0" latinLnBrk="0">
              <a:spcBef>
                <a:spcPct val="20000"/>
              </a:spcBef>
              <a:buFontTx/>
              <a:buNone/>
              <a:defRPr sz="1350" i="0" baseline="0">
                <a:solidFill>
                  <a:schemeClr val="tx1"/>
                </a:solidFill>
                <a:latin typeface="+mn-lt"/>
                <a:ea typeface="+mn-ea"/>
                <a:cs typeface="+mn-cs"/>
              </a:defRPr>
            </a:lvl1pPr>
            <a:extLst/>
          </a:lstStyle>
          <a:p>
            <a:pPr lvl="0"/>
            <a:r>
              <a:rPr lang="en-US" dirty="0"/>
              <a:t>Click to add caption</a:t>
            </a:r>
          </a:p>
        </p:txBody>
      </p:sp>
      <p:sp>
        <p:nvSpPr>
          <p:cNvPr id="6" name="Rectangle 5"/>
          <p:cNvSpPr>
            <a:spLocks noGrp="1"/>
          </p:cNvSpPr>
          <p:nvPr>
            <p:ph type="dt" sz="half" idx="15"/>
          </p:nvPr>
        </p:nvSpPr>
        <p:spPr/>
        <p:txBody>
          <a:bodyPr/>
          <a:lstStyle/>
          <a:p>
            <a:fld id="{184EB9B7-24A3-4171-BEA9-35C10670E3D6}" type="datetimeFigureOut">
              <a:rPr lang="en-US" smtClean="0"/>
              <a:t>11/9/25</a:t>
            </a:fld>
            <a:endParaRPr lang="en-US"/>
          </a:p>
        </p:txBody>
      </p:sp>
      <p:sp>
        <p:nvSpPr>
          <p:cNvPr id="7" name="Rectangle 6"/>
          <p:cNvSpPr>
            <a:spLocks noGrp="1"/>
          </p:cNvSpPr>
          <p:nvPr>
            <p:ph type="sldNum" sz="quarter" idx="16"/>
          </p:nvPr>
        </p:nvSpPr>
        <p:spPr/>
        <p:txBody>
          <a:bodyPr/>
          <a:lstStyle/>
          <a:p>
            <a:fld id="{A36D5C4D-246B-4350-AC47-FFC7C4C00692}" type="slidenum">
              <a:rPr lang="en-US" smtClean="0"/>
              <a:t>‹#›</a:t>
            </a:fld>
            <a:endParaRPr lang="en-US"/>
          </a:p>
        </p:txBody>
      </p:sp>
      <p:sp>
        <p:nvSpPr>
          <p:cNvPr id="8" name="Rectangle 7"/>
          <p:cNvSpPr>
            <a:spLocks noGrp="1"/>
          </p:cNvSpPr>
          <p:nvPr>
            <p:ph type="ftr" sz="quarter" idx="17"/>
          </p:nvPr>
        </p:nvSpPr>
        <p:spPr/>
        <p:txBody>
          <a:bodyPr/>
          <a:lstStyle/>
          <a:p>
            <a:endParaRPr 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3-Up Mixed">
    <p:spTree>
      <p:nvGrpSpPr>
        <p:cNvPr id="1" name=""/>
        <p:cNvGrpSpPr/>
        <p:nvPr/>
      </p:nvGrpSpPr>
      <p:grpSpPr>
        <a:xfrm>
          <a:off x="0" y="0"/>
          <a:ext cx="0" cy="0"/>
          <a:chOff x="0" y="0"/>
          <a:chExt cx="0" cy="0"/>
        </a:xfrm>
      </p:grpSpPr>
      <p:sp>
        <p:nvSpPr>
          <p:cNvPr id="7" name="Rectangle 7"/>
          <p:cNvSpPr>
            <a:spLocks noGrp="1" noChangeAspect="1"/>
          </p:cNvSpPr>
          <p:nvPr>
            <p:ph type="pic" sz="quarter" idx="11"/>
          </p:nvPr>
        </p:nvSpPr>
        <p:spPr>
          <a:xfrm>
            <a:off x="5067300" y="2577465"/>
            <a:ext cx="3649900" cy="2167128"/>
          </a:xfr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191" algn="ctr" rtl="0" latinLnBrk="0">
              <a:spcBef>
                <a:spcPct val="20000"/>
              </a:spcBef>
              <a:buClr>
                <a:srgbClr val="D34817"/>
              </a:buClr>
              <a:buSzPct val="85000"/>
              <a:buFontTx/>
              <a:buNone/>
              <a:defRPr sz="1800" i="0">
                <a:solidFill>
                  <a:schemeClr val="tx1"/>
                </a:solidFill>
                <a:latin typeface="+mn-lt"/>
                <a:ea typeface="+mn-ea"/>
                <a:cs typeface="+mn-cs"/>
              </a:defRPr>
            </a:lvl1pPr>
            <a:extLst/>
          </a:lstStyle>
          <a:p>
            <a:pPr marL="0" marR="0" indent="1588" algn="ctr" rtl="0" latinLnBrk="0">
              <a:spcBef>
                <a:spcPct val="20000"/>
              </a:spcBef>
              <a:buClr>
                <a:srgbClr val="D34817"/>
              </a:buClr>
              <a:buSzPct val="85000"/>
              <a:buFontTx/>
              <a:buNone/>
            </a:pPr>
            <a:r>
              <a:rPr lang="en-US"/>
              <a:t>Click icon to add picture</a:t>
            </a:r>
            <a:endParaRPr lang="en-US" dirty="0"/>
          </a:p>
        </p:txBody>
      </p:sp>
      <p:sp>
        <p:nvSpPr>
          <p:cNvPr id="29" name="Rectangle 7"/>
          <p:cNvSpPr>
            <a:spLocks noGrp="1" noChangeAspect="1"/>
          </p:cNvSpPr>
          <p:nvPr>
            <p:ph type="pic" sz="quarter" idx="12"/>
          </p:nvPr>
        </p:nvSpPr>
        <p:spPr>
          <a:xfrm>
            <a:off x="426720" y="288036"/>
            <a:ext cx="4457700" cy="4457700"/>
          </a:xfr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191" algn="ctr" rtl="0" latinLnBrk="0">
              <a:spcBef>
                <a:spcPct val="20000"/>
              </a:spcBef>
              <a:buClr>
                <a:srgbClr val="D34817"/>
              </a:buClr>
              <a:buSzPct val="85000"/>
              <a:buFontTx/>
              <a:buNone/>
              <a:defRPr sz="1800" i="0">
                <a:solidFill>
                  <a:schemeClr val="tx1"/>
                </a:solidFill>
                <a:latin typeface="+mn-lt"/>
                <a:ea typeface="+mn-ea"/>
                <a:cs typeface="+mn-cs"/>
              </a:defRPr>
            </a:lvl1pPr>
            <a:extLst/>
          </a:lstStyle>
          <a:p>
            <a:pPr marL="0" marR="0" indent="1588" algn="ctr" rtl="0" latinLnBrk="0">
              <a:spcBef>
                <a:spcPct val="20000"/>
              </a:spcBef>
              <a:buClr>
                <a:srgbClr val="D34817"/>
              </a:buClr>
              <a:buSzPct val="85000"/>
              <a:buFontTx/>
              <a:buNone/>
            </a:pPr>
            <a:r>
              <a:rPr lang="en-US"/>
              <a:t>Click icon to add picture</a:t>
            </a:r>
            <a:endParaRPr lang="en-US" dirty="0"/>
          </a:p>
        </p:txBody>
      </p:sp>
      <p:sp>
        <p:nvSpPr>
          <p:cNvPr id="10" name="Rectangle 7"/>
          <p:cNvSpPr>
            <a:spLocks noGrp="1" noChangeAspect="1"/>
          </p:cNvSpPr>
          <p:nvPr>
            <p:ph type="pic" sz="quarter" idx="13"/>
          </p:nvPr>
        </p:nvSpPr>
        <p:spPr>
          <a:xfrm>
            <a:off x="5067300" y="291999"/>
            <a:ext cx="3657600" cy="2165452"/>
          </a:xfr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191" algn="ctr" rtl="0" latinLnBrk="0">
              <a:spcBef>
                <a:spcPct val="20000"/>
              </a:spcBef>
              <a:buClr>
                <a:srgbClr val="D34817"/>
              </a:buClr>
              <a:buSzPct val="85000"/>
              <a:buFontTx/>
              <a:buNone/>
              <a:defRPr sz="1800" i="0">
                <a:solidFill>
                  <a:schemeClr val="tx1"/>
                </a:solidFill>
                <a:latin typeface="+mn-lt"/>
                <a:ea typeface="+mn-ea"/>
                <a:cs typeface="+mn-cs"/>
              </a:defRPr>
            </a:lvl1pPr>
            <a:extLst/>
          </a:lstStyle>
          <a:p>
            <a:pPr marL="0" marR="0" indent="1588" algn="ctr" rtl="0" latinLnBrk="0">
              <a:spcBef>
                <a:spcPct val="20000"/>
              </a:spcBef>
              <a:buClr>
                <a:srgbClr val="D34817"/>
              </a:buClr>
              <a:buSzPct val="85000"/>
              <a:buFontTx/>
              <a:buNone/>
            </a:pPr>
            <a:r>
              <a:rPr lang="en-US"/>
              <a:t>Click icon to add picture</a:t>
            </a:r>
            <a:endParaRPr lang="en-US" dirty="0"/>
          </a:p>
        </p:txBody>
      </p:sp>
      <p:sp>
        <p:nvSpPr>
          <p:cNvPr id="5" name="Rectangle 4"/>
          <p:cNvSpPr>
            <a:spLocks noGrp="1"/>
          </p:cNvSpPr>
          <p:nvPr>
            <p:ph type="dt" sz="half" idx="14"/>
          </p:nvPr>
        </p:nvSpPr>
        <p:spPr/>
        <p:txBody>
          <a:bodyPr/>
          <a:lstStyle/>
          <a:p>
            <a:fld id="{184EB9B7-24A3-4171-BEA9-35C10670E3D6}" type="datetimeFigureOut">
              <a:rPr lang="en-US" smtClean="0"/>
              <a:t>11/9/25</a:t>
            </a:fld>
            <a:endParaRPr lang="en-US"/>
          </a:p>
        </p:txBody>
      </p:sp>
      <p:sp>
        <p:nvSpPr>
          <p:cNvPr id="6" name="Rectangle 5"/>
          <p:cNvSpPr>
            <a:spLocks noGrp="1"/>
          </p:cNvSpPr>
          <p:nvPr>
            <p:ph type="sldNum" sz="quarter" idx="15"/>
          </p:nvPr>
        </p:nvSpPr>
        <p:spPr/>
        <p:txBody>
          <a:bodyPr/>
          <a:lstStyle/>
          <a:p>
            <a:fld id="{A36D5C4D-246B-4350-AC47-FFC7C4C00692}" type="slidenum">
              <a:rPr lang="en-US" smtClean="0"/>
              <a:t>‹#›</a:t>
            </a:fld>
            <a:endParaRPr lang="en-US"/>
          </a:p>
        </p:txBody>
      </p:sp>
      <p:sp>
        <p:nvSpPr>
          <p:cNvPr id="8" name="Rectangle 7"/>
          <p:cNvSpPr>
            <a:spLocks noGrp="1"/>
          </p:cNvSpPr>
          <p:nvPr>
            <p:ph type="ftr" sz="quarter" idx="16"/>
          </p:nvPr>
        </p:nvSpPr>
        <p:spPr/>
        <p:txBody>
          <a:bodyPr/>
          <a:lstStyle/>
          <a:p>
            <a:endParaRPr lang="en-US"/>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4-Up Portrait with Captions">
    <p:spTree>
      <p:nvGrpSpPr>
        <p:cNvPr id="1" name=""/>
        <p:cNvGrpSpPr/>
        <p:nvPr/>
      </p:nvGrpSpPr>
      <p:grpSpPr>
        <a:xfrm>
          <a:off x="0" y="0"/>
          <a:ext cx="0" cy="0"/>
          <a:chOff x="0" y="0"/>
          <a:chExt cx="0" cy="0"/>
        </a:xfrm>
      </p:grpSpPr>
      <p:sp>
        <p:nvSpPr>
          <p:cNvPr id="31" name="Rectangle 7"/>
          <p:cNvSpPr>
            <a:spLocks noGrp="1"/>
          </p:cNvSpPr>
          <p:nvPr>
            <p:ph type="pic" sz="quarter" idx="14"/>
          </p:nvPr>
        </p:nvSpPr>
        <p:spPr>
          <a:xfrm>
            <a:off x="2229297" y="171450"/>
            <a:ext cx="2285214" cy="222885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0" algn="ctr" rtl="0" latinLnBrk="0">
              <a:spcBef>
                <a:spcPct val="20000"/>
              </a:spcBef>
              <a:buFontTx/>
              <a:buNone/>
              <a:defRPr sz="1800" i="0">
                <a:solidFill>
                  <a:schemeClr val="tx1"/>
                </a:solidFill>
                <a:latin typeface="+mn-lt"/>
                <a:ea typeface="+mn-ea"/>
                <a:cs typeface="+mn-cs"/>
              </a:defRPr>
            </a:lvl1pPr>
            <a:extLst/>
          </a:lstStyle>
          <a:p>
            <a:pPr marL="0" marR="0" indent="0" algn="ctr" rtl="0" latinLnBrk="0">
              <a:buFontTx/>
              <a:buNone/>
            </a:pPr>
            <a:r>
              <a:rPr lang="en-US"/>
              <a:t>Click icon to add picture</a:t>
            </a:r>
            <a:endParaRPr lang="en-US" dirty="0"/>
          </a:p>
        </p:txBody>
      </p:sp>
      <p:sp>
        <p:nvSpPr>
          <p:cNvPr id="3" name="Rectangle 7"/>
          <p:cNvSpPr>
            <a:spLocks noGrp="1"/>
          </p:cNvSpPr>
          <p:nvPr>
            <p:ph type="pic" sz="quarter" idx="26"/>
          </p:nvPr>
        </p:nvSpPr>
        <p:spPr>
          <a:xfrm>
            <a:off x="2229297" y="2524044"/>
            <a:ext cx="2285214" cy="222885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0" algn="ctr" rtl="0" latinLnBrk="0">
              <a:spcBef>
                <a:spcPct val="20000"/>
              </a:spcBef>
              <a:buFontTx/>
              <a:buNone/>
              <a:defRPr sz="1800" i="0">
                <a:solidFill>
                  <a:schemeClr val="tx1"/>
                </a:solidFill>
                <a:latin typeface="+mn-lt"/>
                <a:ea typeface="+mn-ea"/>
                <a:cs typeface="+mn-cs"/>
              </a:defRPr>
            </a:lvl1pPr>
            <a:extLst/>
          </a:lstStyle>
          <a:p>
            <a:pPr marL="0" marR="0" indent="0" algn="ctr" rtl="0" latinLnBrk="0">
              <a:buFontTx/>
              <a:buNone/>
            </a:pPr>
            <a:r>
              <a:rPr lang="en-US"/>
              <a:t>Click icon to add picture</a:t>
            </a:r>
            <a:endParaRPr lang="en-US" dirty="0"/>
          </a:p>
        </p:txBody>
      </p:sp>
      <p:sp>
        <p:nvSpPr>
          <p:cNvPr id="10" name="Rectangle 7"/>
          <p:cNvSpPr>
            <a:spLocks noGrp="1" noChangeAspect="1"/>
          </p:cNvSpPr>
          <p:nvPr>
            <p:ph type="pic" sz="quarter" idx="25"/>
          </p:nvPr>
        </p:nvSpPr>
        <p:spPr>
          <a:xfrm>
            <a:off x="4672217" y="171450"/>
            <a:ext cx="2286000" cy="222885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0" algn="ctr" rtl="0" latinLnBrk="0">
              <a:spcBef>
                <a:spcPct val="20000"/>
              </a:spcBef>
              <a:buFontTx/>
              <a:buNone/>
              <a:defRPr sz="1800" i="0">
                <a:solidFill>
                  <a:schemeClr val="tx1"/>
                </a:solidFill>
                <a:latin typeface="+mn-lt"/>
                <a:ea typeface="+mn-ea"/>
                <a:cs typeface="+mn-cs"/>
              </a:defRPr>
            </a:lvl1pPr>
            <a:extLst/>
          </a:lstStyle>
          <a:p>
            <a:pPr marL="0" marR="0" indent="0" algn="ctr" rtl="0" latinLnBrk="0">
              <a:buFontTx/>
              <a:buNone/>
            </a:pPr>
            <a:r>
              <a:rPr lang="en-US"/>
              <a:t>Click icon to add picture</a:t>
            </a:r>
            <a:endParaRPr lang="en-US" dirty="0"/>
          </a:p>
        </p:txBody>
      </p:sp>
      <p:sp>
        <p:nvSpPr>
          <p:cNvPr id="27" name="Rectangle 7"/>
          <p:cNvSpPr>
            <a:spLocks noGrp="1"/>
          </p:cNvSpPr>
          <p:nvPr>
            <p:ph type="pic" sz="quarter" idx="27"/>
          </p:nvPr>
        </p:nvSpPr>
        <p:spPr>
          <a:xfrm>
            <a:off x="4667697" y="2524044"/>
            <a:ext cx="2285214" cy="222885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0" algn="ctr" rtl="0" latinLnBrk="0">
              <a:spcBef>
                <a:spcPct val="20000"/>
              </a:spcBef>
              <a:buFontTx/>
              <a:buNone/>
              <a:defRPr sz="1800" i="0">
                <a:solidFill>
                  <a:schemeClr val="tx1"/>
                </a:solidFill>
                <a:latin typeface="+mn-lt"/>
                <a:ea typeface="+mn-ea"/>
                <a:cs typeface="+mn-cs"/>
              </a:defRPr>
            </a:lvl1pPr>
            <a:extLst/>
          </a:lstStyle>
          <a:p>
            <a:pPr marL="0" marR="0" indent="0" algn="ctr" rtl="0" latinLnBrk="0">
              <a:buFontTx/>
              <a:buNone/>
            </a:pPr>
            <a:r>
              <a:rPr lang="en-US"/>
              <a:t>Click icon to add picture</a:t>
            </a:r>
            <a:endParaRPr lang="en-US" dirty="0"/>
          </a:p>
        </p:txBody>
      </p:sp>
      <p:sp>
        <p:nvSpPr>
          <p:cNvPr id="6" name="Rectangle 7"/>
          <p:cNvSpPr>
            <a:spLocks noGrp="1"/>
          </p:cNvSpPr>
          <p:nvPr>
            <p:ph type="body" sz="quarter" idx="16" hasCustomPrompt="1"/>
          </p:nvPr>
        </p:nvSpPr>
        <p:spPr>
          <a:xfrm>
            <a:off x="400497" y="971550"/>
            <a:ext cx="1676400" cy="1428750"/>
          </a:xfrm>
        </p:spPr>
        <p:txBody>
          <a:bodyPr anchor="b" anchorCtr="0">
            <a:noAutofit/>
          </a:bodyPr>
          <a:lstStyle>
            <a:lvl1pPr marL="0" marR="0" indent="0" algn="r" rtl="0" latinLnBrk="0">
              <a:spcBef>
                <a:spcPct val="20000"/>
              </a:spcBef>
              <a:buFontTx/>
              <a:buNone/>
              <a:defRPr sz="1200" baseline="0">
                <a:solidFill>
                  <a:schemeClr val="tx1"/>
                </a:solidFill>
                <a:latin typeface="+mn-lt"/>
                <a:ea typeface="+mn-ea"/>
                <a:cs typeface="+mn-cs"/>
              </a:defRPr>
            </a:lvl1pPr>
            <a:extLst/>
          </a:lstStyle>
          <a:p>
            <a:pPr lvl="0"/>
            <a:r>
              <a:rPr lang="en-US" dirty="0"/>
              <a:t>Click to add caption</a:t>
            </a:r>
          </a:p>
        </p:txBody>
      </p:sp>
      <p:sp>
        <p:nvSpPr>
          <p:cNvPr id="14" name="Rectangle 7"/>
          <p:cNvSpPr>
            <a:spLocks noGrp="1"/>
          </p:cNvSpPr>
          <p:nvPr>
            <p:ph type="body" sz="quarter" idx="29" hasCustomPrompt="1"/>
          </p:nvPr>
        </p:nvSpPr>
        <p:spPr>
          <a:xfrm>
            <a:off x="7086600" y="971550"/>
            <a:ext cx="1676400" cy="1428750"/>
          </a:xfrm>
        </p:spPr>
        <p:txBody>
          <a:bodyPr anchor="b" anchorCtr="0"/>
          <a:lstStyle>
            <a:lvl1pPr marL="0" marR="0" indent="0" algn="l">
              <a:buFontTx/>
              <a:buNone/>
              <a:defRPr sz="1200" baseline="0"/>
            </a:lvl1pPr>
            <a:extLst/>
          </a:lstStyle>
          <a:p>
            <a:pPr lvl="0"/>
            <a:r>
              <a:rPr lang="en-US" dirty="0"/>
              <a:t>Click to add caption</a:t>
            </a:r>
          </a:p>
        </p:txBody>
      </p:sp>
      <p:sp>
        <p:nvSpPr>
          <p:cNvPr id="4" name="Rectangle 7"/>
          <p:cNvSpPr>
            <a:spLocks noGrp="1"/>
          </p:cNvSpPr>
          <p:nvPr>
            <p:ph type="body" sz="quarter" idx="28" hasCustomPrompt="1"/>
          </p:nvPr>
        </p:nvSpPr>
        <p:spPr>
          <a:xfrm>
            <a:off x="400497" y="2514600"/>
            <a:ext cx="1676400" cy="1428750"/>
          </a:xfrm>
        </p:spPr>
        <p:txBody>
          <a:bodyPr anchor="t" anchorCtr="0"/>
          <a:lstStyle>
            <a:lvl1pPr marL="0" marR="0" indent="0" algn="r">
              <a:buFontTx/>
              <a:buNone/>
              <a:defRPr sz="1200" baseline="0"/>
            </a:lvl1pPr>
            <a:extLst/>
          </a:lstStyle>
          <a:p>
            <a:pPr lvl="0"/>
            <a:r>
              <a:rPr lang="en-US" dirty="0"/>
              <a:t>Click to add caption</a:t>
            </a:r>
          </a:p>
        </p:txBody>
      </p:sp>
      <p:sp>
        <p:nvSpPr>
          <p:cNvPr id="13" name="Rectangle 7"/>
          <p:cNvSpPr>
            <a:spLocks noGrp="1"/>
          </p:cNvSpPr>
          <p:nvPr>
            <p:ph type="body" sz="quarter" idx="30" hasCustomPrompt="1"/>
          </p:nvPr>
        </p:nvSpPr>
        <p:spPr>
          <a:xfrm>
            <a:off x="7086600" y="2514600"/>
            <a:ext cx="1676400" cy="1428750"/>
          </a:xfrm>
        </p:spPr>
        <p:txBody>
          <a:bodyPr anchor="t" anchorCtr="0"/>
          <a:lstStyle>
            <a:lvl1pPr marL="0" marR="0" indent="0" algn="l">
              <a:buFontTx/>
              <a:buNone/>
              <a:defRPr sz="1200" baseline="0"/>
            </a:lvl1pPr>
            <a:extLst/>
          </a:lstStyle>
          <a:p>
            <a:pPr lvl="0"/>
            <a:r>
              <a:rPr lang="en-US" dirty="0"/>
              <a:t>Click to add caption</a:t>
            </a:r>
          </a:p>
        </p:txBody>
      </p:sp>
      <p:sp>
        <p:nvSpPr>
          <p:cNvPr id="11" name="Rectangle 10"/>
          <p:cNvSpPr>
            <a:spLocks noGrp="1"/>
          </p:cNvSpPr>
          <p:nvPr>
            <p:ph type="dt" sz="half" idx="31"/>
          </p:nvPr>
        </p:nvSpPr>
        <p:spPr/>
        <p:txBody>
          <a:bodyPr/>
          <a:lstStyle/>
          <a:p>
            <a:fld id="{184EB9B7-24A3-4171-BEA9-35C10670E3D6}" type="datetimeFigureOut">
              <a:rPr lang="en-US" smtClean="0"/>
              <a:t>11/9/25</a:t>
            </a:fld>
            <a:endParaRPr lang="en-US"/>
          </a:p>
        </p:txBody>
      </p:sp>
      <p:sp>
        <p:nvSpPr>
          <p:cNvPr id="12" name="Rectangle 11"/>
          <p:cNvSpPr>
            <a:spLocks noGrp="1"/>
          </p:cNvSpPr>
          <p:nvPr>
            <p:ph type="sldNum" sz="quarter" idx="32"/>
          </p:nvPr>
        </p:nvSpPr>
        <p:spPr/>
        <p:txBody>
          <a:bodyPr/>
          <a:lstStyle/>
          <a:p>
            <a:fld id="{A36D5C4D-246B-4350-AC47-FFC7C4C00692}" type="slidenum">
              <a:rPr lang="en-US" smtClean="0"/>
              <a:t>‹#›</a:t>
            </a:fld>
            <a:endParaRPr lang="en-US"/>
          </a:p>
        </p:txBody>
      </p:sp>
      <p:sp>
        <p:nvSpPr>
          <p:cNvPr id="15" name="Rectangle 14"/>
          <p:cNvSpPr>
            <a:spLocks noGrp="1"/>
          </p:cNvSpPr>
          <p:nvPr>
            <p:ph type="ftr" sz="quarter" idx="33"/>
          </p:nvPr>
        </p:nvSpPr>
        <p:spPr/>
        <p:txBody>
          <a:bodyPr/>
          <a:lstStyle/>
          <a:p>
            <a:endParaRPr lang="en-US"/>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 preserve="1">
  <p:cSld name="4-Up landscape with Caption">
    <p:spTree>
      <p:nvGrpSpPr>
        <p:cNvPr id="1" name=""/>
        <p:cNvGrpSpPr/>
        <p:nvPr/>
      </p:nvGrpSpPr>
      <p:grpSpPr>
        <a:xfrm>
          <a:off x="0" y="0"/>
          <a:ext cx="0" cy="0"/>
          <a:chOff x="0" y="0"/>
          <a:chExt cx="0" cy="0"/>
        </a:xfrm>
      </p:grpSpPr>
      <p:sp>
        <p:nvSpPr>
          <p:cNvPr id="24" name="Rectangle 7"/>
          <p:cNvSpPr>
            <a:spLocks noGrp="1"/>
          </p:cNvSpPr>
          <p:nvPr>
            <p:ph type="pic" sz="quarter" idx="14"/>
          </p:nvPr>
        </p:nvSpPr>
        <p:spPr>
          <a:xfrm>
            <a:off x="926822" y="400050"/>
            <a:ext cx="3653297" cy="205740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0" algn="ctr" rtl="0" latinLnBrk="0">
              <a:spcBef>
                <a:spcPct val="20000"/>
              </a:spcBef>
              <a:buFontTx/>
              <a:buNone/>
              <a:defRPr sz="1800" i="0">
                <a:solidFill>
                  <a:schemeClr val="tx1"/>
                </a:solidFill>
                <a:latin typeface="+mn-lt"/>
                <a:ea typeface="+mn-ea"/>
                <a:cs typeface="+mn-cs"/>
              </a:defRPr>
            </a:lvl1pPr>
            <a:extLst/>
          </a:lstStyle>
          <a:p>
            <a:pPr marL="0" marR="0" indent="0" algn="ctr" rtl="0" latinLnBrk="0">
              <a:buFontTx/>
              <a:buNone/>
            </a:pPr>
            <a:r>
              <a:rPr lang="en-US"/>
              <a:t>Click icon to add picture</a:t>
            </a:r>
            <a:endParaRPr lang="en-US" dirty="0"/>
          </a:p>
        </p:txBody>
      </p:sp>
      <p:sp>
        <p:nvSpPr>
          <p:cNvPr id="8" name="Rectangle 7"/>
          <p:cNvSpPr>
            <a:spLocks noGrp="1"/>
          </p:cNvSpPr>
          <p:nvPr>
            <p:ph type="body" sz="quarter" idx="16" hasCustomPrompt="1"/>
          </p:nvPr>
        </p:nvSpPr>
        <p:spPr>
          <a:xfrm>
            <a:off x="926821" y="4629150"/>
            <a:ext cx="3657600" cy="228600"/>
          </a:xfrm>
        </p:spPr>
        <p:txBody>
          <a:bodyPr lIns="9144" anchor="t" anchorCtr="0"/>
          <a:lstStyle>
            <a:lvl1pPr marL="0" marR="0" indent="0" algn="l">
              <a:buFontTx/>
              <a:buNone/>
              <a:defRPr sz="1200" baseline="0"/>
            </a:lvl1pPr>
            <a:extLst/>
          </a:lstStyle>
          <a:p>
            <a:pPr lvl="0"/>
            <a:r>
              <a:rPr lang="en-US" dirty="0"/>
              <a:t>Click to add caption</a:t>
            </a:r>
          </a:p>
        </p:txBody>
      </p:sp>
      <p:sp>
        <p:nvSpPr>
          <p:cNvPr id="9" name="Rectangle 7"/>
          <p:cNvSpPr>
            <a:spLocks noGrp="1"/>
          </p:cNvSpPr>
          <p:nvPr>
            <p:ph type="pic" sz="quarter" idx="17"/>
          </p:nvPr>
        </p:nvSpPr>
        <p:spPr>
          <a:xfrm>
            <a:off x="4660621" y="400050"/>
            <a:ext cx="3657600" cy="205740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0" algn="ctr" rtl="0" latinLnBrk="0">
              <a:spcBef>
                <a:spcPct val="20000"/>
              </a:spcBef>
              <a:buFontTx/>
              <a:buNone/>
              <a:defRPr sz="1800" i="0">
                <a:solidFill>
                  <a:schemeClr val="tx1"/>
                </a:solidFill>
                <a:latin typeface="+mn-lt"/>
                <a:ea typeface="+mn-ea"/>
                <a:cs typeface="+mn-cs"/>
              </a:defRPr>
            </a:lvl1pPr>
            <a:extLst/>
          </a:lstStyle>
          <a:p>
            <a:pPr marL="0" marR="0" indent="0" algn="ctr" rtl="0" latinLnBrk="0">
              <a:buFontTx/>
              <a:buNone/>
            </a:pPr>
            <a:r>
              <a:rPr lang="en-US"/>
              <a:t>Click icon to add picture</a:t>
            </a:r>
            <a:endParaRPr lang="en-US" dirty="0"/>
          </a:p>
        </p:txBody>
      </p:sp>
      <p:sp>
        <p:nvSpPr>
          <p:cNvPr id="6" name="Rectangle 7"/>
          <p:cNvSpPr>
            <a:spLocks noGrp="1"/>
          </p:cNvSpPr>
          <p:nvPr>
            <p:ph type="pic" sz="quarter" idx="18"/>
          </p:nvPr>
        </p:nvSpPr>
        <p:spPr>
          <a:xfrm>
            <a:off x="926821" y="2514600"/>
            <a:ext cx="3657600" cy="205740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0" algn="ctr" rtl="0" latinLnBrk="0">
              <a:spcBef>
                <a:spcPct val="20000"/>
              </a:spcBef>
              <a:buFontTx/>
              <a:buNone/>
              <a:defRPr sz="1800" i="0">
                <a:solidFill>
                  <a:schemeClr val="tx1"/>
                </a:solidFill>
                <a:latin typeface="+mn-lt"/>
                <a:ea typeface="+mn-ea"/>
                <a:cs typeface="+mn-cs"/>
              </a:defRPr>
            </a:lvl1pPr>
            <a:extLst/>
          </a:lstStyle>
          <a:p>
            <a:pPr marL="0" marR="0" indent="0" algn="ctr" rtl="0" latinLnBrk="0">
              <a:buFontTx/>
              <a:buNone/>
            </a:pPr>
            <a:r>
              <a:rPr lang="en-US"/>
              <a:t>Click icon to add picture</a:t>
            </a:r>
            <a:endParaRPr lang="en-US" dirty="0"/>
          </a:p>
        </p:txBody>
      </p:sp>
      <p:sp>
        <p:nvSpPr>
          <p:cNvPr id="14" name="Rectangle 7"/>
          <p:cNvSpPr>
            <a:spLocks noGrp="1"/>
          </p:cNvSpPr>
          <p:nvPr>
            <p:ph type="pic" sz="quarter" idx="19"/>
          </p:nvPr>
        </p:nvSpPr>
        <p:spPr>
          <a:xfrm>
            <a:off x="4660621" y="2514600"/>
            <a:ext cx="3657600" cy="205740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0" algn="ctr" rtl="0" latinLnBrk="0">
              <a:spcBef>
                <a:spcPct val="20000"/>
              </a:spcBef>
              <a:buFontTx/>
              <a:buNone/>
              <a:defRPr sz="1800" i="0">
                <a:solidFill>
                  <a:schemeClr val="tx1"/>
                </a:solidFill>
                <a:latin typeface="+mn-lt"/>
                <a:ea typeface="+mn-ea"/>
                <a:cs typeface="+mn-cs"/>
              </a:defRPr>
            </a:lvl1pPr>
            <a:extLst/>
          </a:lstStyle>
          <a:p>
            <a:pPr marL="0" marR="0" indent="0" algn="ctr" rtl="0" latinLnBrk="0">
              <a:buFontTx/>
              <a:buNone/>
            </a:pPr>
            <a:r>
              <a:rPr lang="en-US"/>
              <a:t>Click icon to add picture</a:t>
            </a:r>
            <a:endParaRPr lang="en-US" dirty="0"/>
          </a:p>
        </p:txBody>
      </p:sp>
      <p:sp>
        <p:nvSpPr>
          <p:cNvPr id="4" name="Rectangle 7"/>
          <p:cNvSpPr>
            <a:spLocks noGrp="1"/>
          </p:cNvSpPr>
          <p:nvPr>
            <p:ph type="body" sz="quarter" idx="22" hasCustomPrompt="1"/>
          </p:nvPr>
        </p:nvSpPr>
        <p:spPr>
          <a:xfrm>
            <a:off x="926821" y="114300"/>
            <a:ext cx="3657600" cy="228600"/>
          </a:xfrm>
        </p:spPr>
        <p:txBody>
          <a:bodyPr lIns="9144" anchor="t" anchorCtr="0"/>
          <a:lstStyle>
            <a:lvl1pPr marL="0" marR="0" indent="0" algn="l">
              <a:buFontTx/>
              <a:buNone/>
              <a:defRPr sz="1200" baseline="0"/>
            </a:lvl1pPr>
            <a:extLst/>
          </a:lstStyle>
          <a:p>
            <a:pPr lvl="0"/>
            <a:r>
              <a:rPr lang="en-US" dirty="0"/>
              <a:t>Click to add caption</a:t>
            </a:r>
          </a:p>
        </p:txBody>
      </p:sp>
      <p:sp>
        <p:nvSpPr>
          <p:cNvPr id="18" name="Rectangle 7"/>
          <p:cNvSpPr>
            <a:spLocks noGrp="1"/>
          </p:cNvSpPr>
          <p:nvPr>
            <p:ph type="body" sz="quarter" idx="23" hasCustomPrompt="1"/>
          </p:nvPr>
        </p:nvSpPr>
        <p:spPr>
          <a:xfrm>
            <a:off x="4660621" y="4629150"/>
            <a:ext cx="3657600" cy="228600"/>
          </a:xfrm>
        </p:spPr>
        <p:txBody>
          <a:bodyPr lIns="9144" anchor="t" anchorCtr="0"/>
          <a:lstStyle>
            <a:lvl1pPr marL="0" marR="0" indent="0" algn="l">
              <a:buFontTx/>
              <a:buNone/>
              <a:defRPr sz="1200" baseline="0"/>
            </a:lvl1pPr>
            <a:extLst/>
          </a:lstStyle>
          <a:p>
            <a:pPr lvl="0"/>
            <a:r>
              <a:rPr lang="en-US" dirty="0"/>
              <a:t>Click to add caption</a:t>
            </a:r>
          </a:p>
        </p:txBody>
      </p:sp>
      <p:sp>
        <p:nvSpPr>
          <p:cNvPr id="16" name="Rectangle 7"/>
          <p:cNvSpPr>
            <a:spLocks noGrp="1"/>
          </p:cNvSpPr>
          <p:nvPr>
            <p:ph type="body" sz="quarter" idx="24" hasCustomPrompt="1"/>
          </p:nvPr>
        </p:nvSpPr>
        <p:spPr>
          <a:xfrm>
            <a:off x="4660621" y="114300"/>
            <a:ext cx="3657600" cy="228600"/>
          </a:xfrm>
        </p:spPr>
        <p:txBody>
          <a:bodyPr lIns="9144" anchor="t" anchorCtr="0"/>
          <a:lstStyle>
            <a:lvl1pPr marL="0" marR="0" indent="0" algn="l">
              <a:buFontTx/>
              <a:buNone/>
              <a:defRPr sz="1200" baseline="0"/>
            </a:lvl1pPr>
            <a:extLst/>
          </a:lstStyle>
          <a:p>
            <a:pPr lvl="0"/>
            <a:r>
              <a:rPr lang="en-US" dirty="0"/>
              <a:t>Click to add caption</a:t>
            </a:r>
          </a:p>
        </p:txBody>
      </p:sp>
      <p:sp>
        <p:nvSpPr>
          <p:cNvPr id="10" name="Rectangle 9"/>
          <p:cNvSpPr>
            <a:spLocks noGrp="1"/>
          </p:cNvSpPr>
          <p:nvPr>
            <p:ph type="dt" sz="half" idx="25"/>
          </p:nvPr>
        </p:nvSpPr>
        <p:spPr/>
        <p:txBody>
          <a:bodyPr/>
          <a:lstStyle/>
          <a:p>
            <a:fld id="{184EB9B7-24A3-4171-BEA9-35C10670E3D6}" type="datetimeFigureOut">
              <a:rPr lang="en-US" smtClean="0"/>
              <a:t>11/9/25</a:t>
            </a:fld>
            <a:endParaRPr lang="en-US"/>
          </a:p>
        </p:txBody>
      </p:sp>
      <p:sp>
        <p:nvSpPr>
          <p:cNvPr id="11" name="Rectangle 10"/>
          <p:cNvSpPr>
            <a:spLocks noGrp="1"/>
          </p:cNvSpPr>
          <p:nvPr>
            <p:ph type="sldNum" sz="quarter" idx="26"/>
          </p:nvPr>
        </p:nvSpPr>
        <p:spPr/>
        <p:txBody>
          <a:bodyPr/>
          <a:lstStyle/>
          <a:p>
            <a:fld id="{A36D5C4D-246B-4350-AC47-FFC7C4C00692}" type="slidenum">
              <a:rPr lang="en-US" smtClean="0"/>
              <a:t>‹#›</a:t>
            </a:fld>
            <a:endParaRPr lang="en-US"/>
          </a:p>
        </p:txBody>
      </p:sp>
      <p:sp>
        <p:nvSpPr>
          <p:cNvPr id="12" name="Rectangle 11"/>
          <p:cNvSpPr>
            <a:spLocks noGrp="1"/>
          </p:cNvSpPr>
          <p:nvPr>
            <p:ph type="ftr" sz="quarter" idx="27"/>
          </p:nvPr>
        </p:nvSpPr>
        <p:spPr/>
        <p:txBody>
          <a:bodyPr/>
          <a:lstStyle/>
          <a:p>
            <a:endParaRPr lang="en-US"/>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4-Up Portrait with Large Caption">
    <p:spTree>
      <p:nvGrpSpPr>
        <p:cNvPr id="1" name=""/>
        <p:cNvGrpSpPr/>
        <p:nvPr/>
      </p:nvGrpSpPr>
      <p:grpSpPr>
        <a:xfrm>
          <a:off x="0" y="0"/>
          <a:ext cx="0" cy="0"/>
          <a:chOff x="0" y="0"/>
          <a:chExt cx="0" cy="0"/>
        </a:xfrm>
      </p:grpSpPr>
      <p:sp>
        <p:nvSpPr>
          <p:cNvPr id="26" name="Rectangle 7"/>
          <p:cNvSpPr>
            <a:spLocks noGrp="1"/>
          </p:cNvSpPr>
          <p:nvPr>
            <p:ph type="pic" sz="quarter" idx="14"/>
          </p:nvPr>
        </p:nvSpPr>
        <p:spPr>
          <a:xfrm>
            <a:off x="152401" y="1143001"/>
            <a:ext cx="2106985" cy="2106983"/>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0" algn="ctr" rtl="0" latinLnBrk="0">
              <a:spcBef>
                <a:spcPct val="20000"/>
              </a:spcBef>
              <a:buFontTx/>
              <a:buNone/>
              <a:defRPr sz="1800" i="0">
                <a:solidFill>
                  <a:schemeClr val="tx1"/>
                </a:solidFill>
                <a:latin typeface="+mn-lt"/>
                <a:ea typeface="+mn-ea"/>
                <a:cs typeface="+mn-cs"/>
              </a:defRPr>
            </a:lvl1pPr>
            <a:extLst/>
          </a:lstStyle>
          <a:p>
            <a:pPr marL="0" marR="0" indent="0" algn="ctr" rtl="0" latinLnBrk="0">
              <a:buFontTx/>
              <a:buNone/>
            </a:pPr>
            <a:r>
              <a:rPr lang="en-US"/>
              <a:t>Click icon to add picture</a:t>
            </a:r>
            <a:endParaRPr lang="en-US" dirty="0"/>
          </a:p>
        </p:txBody>
      </p:sp>
      <p:sp>
        <p:nvSpPr>
          <p:cNvPr id="30" name="Rectangle 7"/>
          <p:cNvSpPr>
            <a:spLocks noGrp="1"/>
          </p:cNvSpPr>
          <p:nvPr>
            <p:ph type="pic" sz="quarter" idx="31"/>
          </p:nvPr>
        </p:nvSpPr>
        <p:spPr>
          <a:xfrm>
            <a:off x="4546601" y="1143001"/>
            <a:ext cx="2106985" cy="2106983"/>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0" algn="ctr" rtl="0" latinLnBrk="0">
              <a:spcBef>
                <a:spcPct val="20000"/>
              </a:spcBef>
              <a:buFontTx/>
              <a:buNone/>
              <a:defRPr sz="1800" i="0">
                <a:solidFill>
                  <a:schemeClr val="tx1"/>
                </a:solidFill>
                <a:latin typeface="+mn-lt"/>
                <a:ea typeface="+mn-ea"/>
                <a:cs typeface="+mn-cs"/>
              </a:defRPr>
            </a:lvl1pPr>
            <a:extLst/>
          </a:lstStyle>
          <a:p>
            <a:pPr marL="0" marR="0" indent="0" algn="ctr" rtl="0" latinLnBrk="0">
              <a:buFontTx/>
              <a:buNone/>
            </a:pPr>
            <a:r>
              <a:rPr lang="en-US"/>
              <a:t>Click icon to add picture</a:t>
            </a:r>
            <a:endParaRPr lang="en-US" dirty="0"/>
          </a:p>
        </p:txBody>
      </p:sp>
      <p:sp>
        <p:nvSpPr>
          <p:cNvPr id="7" name="Rectangle 7"/>
          <p:cNvSpPr>
            <a:spLocks noGrp="1"/>
          </p:cNvSpPr>
          <p:nvPr>
            <p:ph type="pic" sz="quarter" idx="30"/>
          </p:nvPr>
        </p:nvSpPr>
        <p:spPr>
          <a:xfrm>
            <a:off x="2349061" y="1143001"/>
            <a:ext cx="2106985" cy="2106983"/>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0" algn="ctr" rtl="0" latinLnBrk="0">
              <a:spcBef>
                <a:spcPct val="20000"/>
              </a:spcBef>
              <a:buFontTx/>
              <a:buNone/>
              <a:defRPr sz="1800" i="0">
                <a:solidFill>
                  <a:schemeClr val="tx1"/>
                </a:solidFill>
                <a:latin typeface="+mn-lt"/>
                <a:ea typeface="+mn-ea"/>
                <a:cs typeface="+mn-cs"/>
              </a:defRPr>
            </a:lvl1pPr>
            <a:extLst/>
          </a:lstStyle>
          <a:p>
            <a:pPr marL="0" marR="0" indent="0" algn="ctr" rtl="0" latinLnBrk="0">
              <a:buFontTx/>
              <a:buNone/>
            </a:pPr>
            <a:r>
              <a:rPr lang="en-US"/>
              <a:t>Click icon to add picture</a:t>
            </a:r>
            <a:endParaRPr lang="en-US" dirty="0"/>
          </a:p>
        </p:txBody>
      </p:sp>
      <p:sp>
        <p:nvSpPr>
          <p:cNvPr id="29" name="Rectangle 7"/>
          <p:cNvSpPr>
            <a:spLocks noGrp="1"/>
          </p:cNvSpPr>
          <p:nvPr>
            <p:ph type="pic" sz="quarter" idx="32"/>
          </p:nvPr>
        </p:nvSpPr>
        <p:spPr>
          <a:xfrm>
            <a:off x="6740167" y="1143001"/>
            <a:ext cx="2106985" cy="2106983"/>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0" algn="ctr" rtl="0" latinLnBrk="0">
              <a:spcBef>
                <a:spcPct val="20000"/>
              </a:spcBef>
              <a:buFontTx/>
              <a:buNone/>
              <a:defRPr sz="1800" i="0">
                <a:solidFill>
                  <a:schemeClr val="tx1"/>
                </a:solidFill>
                <a:latin typeface="+mn-lt"/>
                <a:ea typeface="+mn-ea"/>
                <a:cs typeface="+mn-cs"/>
              </a:defRPr>
            </a:lvl1pPr>
            <a:extLst/>
          </a:lstStyle>
          <a:p>
            <a:pPr marL="0" marR="0" indent="0" algn="ctr" rtl="0" latinLnBrk="0">
              <a:buFontTx/>
              <a:buNone/>
            </a:pPr>
            <a:r>
              <a:rPr lang="en-US"/>
              <a:t>Click icon to add picture</a:t>
            </a:r>
            <a:endParaRPr lang="en-US" dirty="0"/>
          </a:p>
        </p:txBody>
      </p:sp>
      <p:sp>
        <p:nvSpPr>
          <p:cNvPr id="24" name="Rectangle 7"/>
          <p:cNvSpPr>
            <a:spLocks noGrp="1"/>
          </p:cNvSpPr>
          <p:nvPr>
            <p:ph type="body" sz="quarter" idx="29" hasCustomPrompt="1"/>
          </p:nvPr>
        </p:nvSpPr>
        <p:spPr>
          <a:xfrm>
            <a:off x="152400" y="3371850"/>
            <a:ext cx="8763000" cy="1428750"/>
          </a:xfrm>
        </p:spPr>
        <p:txBody>
          <a:bodyPr anchor="t" anchorCtr="0"/>
          <a:lstStyle>
            <a:lvl1pPr marL="0" marR="0" indent="0" algn="l">
              <a:buFontTx/>
              <a:buNone/>
              <a:defRPr sz="1800" baseline="0"/>
            </a:lvl1pPr>
            <a:extLst/>
          </a:lstStyle>
          <a:p>
            <a:pPr lvl="0"/>
            <a:r>
              <a:rPr lang="en-US" dirty="0"/>
              <a:t>Click to add caption</a:t>
            </a:r>
          </a:p>
        </p:txBody>
      </p:sp>
      <p:sp>
        <p:nvSpPr>
          <p:cNvPr id="8" name="Rectangle 7"/>
          <p:cNvSpPr>
            <a:spLocks noGrp="1"/>
          </p:cNvSpPr>
          <p:nvPr>
            <p:ph type="dt" sz="half" idx="33"/>
          </p:nvPr>
        </p:nvSpPr>
        <p:spPr/>
        <p:txBody>
          <a:bodyPr/>
          <a:lstStyle/>
          <a:p>
            <a:fld id="{184EB9B7-24A3-4171-BEA9-35C10670E3D6}" type="datetimeFigureOut">
              <a:rPr lang="en-US" smtClean="0"/>
              <a:t>11/9/25</a:t>
            </a:fld>
            <a:endParaRPr lang="en-US"/>
          </a:p>
        </p:txBody>
      </p:sp>
      <p:sp>
        <p:nvSpPr>
          <p:cNvPr id="9" name="Rectangle 8"/>
          <p:cNvSpPr>
            <a:spLocks noGrp="1"/>
          </p:cNvSpPr>
          <p:nvPr>
            <p:ph type="sldNum" sz="quarter" idx="34"/>
          </p:nvPr>
        </p:nvSpPr>
        <p:spPr/>
        <p:txBody>
          <a:bodyPr/>
          <a:lstStyle/>
          <a:p>
            <a:fld id="{A36D5C4D-246B-4350-AC47-FFC7C4C00692}" type="slidenum">
              <a:rPr lang="en-US" smtClean="0"/>
              <a:t>‹#›</a:t>
            </a:fld>
            <a:endParaRPr lang="en-US"/>
          </a:p>
        </p:txBody>
      </p:sp>
      <p:sp>
        <p:nvSpPr>
          <p:cNvPr id="10" name="Rectangle 9"/>
          <p:cNvSpPr>
            <a:spLocks noGrp="1"/>
          </p:cNvSpPr>
          <p:nvPr>
            <p:ph type="ftr" sz="quarter" idx="35"/>
          </p:nvPr>
        </p:nvSpPr>
        <p:spPr/>
        <p:txBody>
          <a:bodyPr/>
          <a:lstStyle/>
          <a:p>
            <a:endParaRPr lang="en-US"/>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4-Up: 1 Portrait with  3 Landscape">
    <p:spTree>
      <p:nvGrpSpPr>
        <p:cNvPr id="1" name=""/>
        <p:cNvGrpSpPr/>
        <p:nvPr/>
      </p:nvGrpSpPr>
      <p:grpSpPr>
        <a:xfrm>
          <a:off x="0" y="0"/>
          <a:ext cx="0" cy="0"/>
          <a:chOff x="0" y="0"/>
          <a:chExt cx="0" cy="0"/>
        </a:xfrm>
      </p:grpSpPr>
      <p:sp>
        <p:nvSpPr>
          <p:cNvPr id="26" name="Rectangle 7"/>
          <p:cNvSpPr>
            <a:spLocks noGrp="1"/>
          </p:cNvSpPr>
          <p:nvPr>
            <p:ph type="pic" sz="quarter" idx="14"/>
          </p:nvPr>
        </p:nvSpPr>
        <p:spPr>
          <a:xfrm>
            <a:off x="685800" y="193249"/>
            <a:ext cx="4617720" cy="462915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0" algn="ctr" rtl="0" latinLnBrk="0">
              <a:spcBef>
                <a:spcPct val="20000"/>
              </a:spcBef>
              <a:buFontTx/>
              <a:buNone/>
              <a:defRPr sz="1800" i="0">
                <a:solidFill>
                  <a:schemeClr val="tx1"/>
                </a:solidFill>
                <a:latin typeface="+mn-lt"/>
                <a:ea typeface="+mn-ea"/>
                <a:cs typeface="+mn-cs"/>
              </a:defRPr>
            </a:lvl1pPr>
            <a:extLst/>
          </a:lstStyle>
          <a:p>
            <a:pPr marL="0" marR="0" indent="0" algn="ctr" rtl="0" latinLnBrk="0">
              <a:buFontTx/>
              <a:buNone/>
            </a:pPr>
            <a:r>
              <a:rPr lang="en-US"/>
              <a:t>Click icon to add picture</a:t>
            </a:r>
            <a:endParaRPr lang="en-US" dirty="0"/>
          </a:p>
        </p:txBody>
      </p:sp>
      <p:sp>
        <p:nvSpPr>
          <p:cNvPr id="4" name="Rectangle 7"/>
          <p:cNvSpPr>
            <a:spLocks noGrp="1" noChangeAspect="1"/>
          </p:cNvSpPr>
          <p:nvPr>
            <p:ph type="pic" sz="quarter" idx="18"/>
          </p:nvPr>
        </p:nvSpPr>
        <p:spPr>
          <a:xfrm>
            <a:off x="5788848" y="193249"/>
            <a:ext cx="2438402" cy="137160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0" algn="ctr" rtl="0" latinLnBrk="0">
              <a:spcBef>
                <a:spcPct val="20000"/>
              </a:spcBef>
              <a:buFontTx/>
              <a:buNone/>
              <a:defRPr sz="1800" i="0">
                <a:solidFill>
                  <a:schemeClr val="tx1"/>
                </a:solidFill>
                <a:latin typeface="+mn-lt"/>
                <a:ea typeface="+mn-ea"/>
                <a:cs typeface="+mn-cs"/>
              </a:defRPr>
            </a:lvl1pPr>
            <a:extLst/>
          </a:lstStyle>
          <a:p>
            <a:pPr marL="0" marR="0" indent="0" algn="ctr" rtl="0" latinLnBrk="0">
              <a:buFontTx/>
              <a:buNone/>
            </a:pPr>
            <a:r>
              <a:rPr lang="en-US"/>
              <a:t>Click icon to add picture</a:t>
            </a:r>
            <a:endParaRPr lang="en-US" dirty="0"/>
          </a:p>
        </p:txBody>
      </p:sp>
      <p:sp>
        <p:nvSpPr>
          <p:cNvPr id="6" name="Rectangle 7"/>
          <p:cNvSpPr>
            <a:spLocks noGrp="1" noChangeAspect="1"/>
          </p:cNvSpPr>
          <p:nvPr>
            <p:ph type="pic" sz="quarter" idx="22"/>
          </p:nvPr>
        </p:nvSpPr>
        <p:spPr>
          <a:xfrm>
            <a:off x="5788848" y="1824493"/>
            <a:ext cx="2438402" cy="137160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0" algn="ctr" rtl="0" latinLnBrk="0">
              <a:spcBef>
                <a:spcPct val="20000"/>
              </a:spcBef>
              <a:buFontTx/>
              <a:buNone/>
              <a:defRPr sz="1800" i="0">
                <a:solidFill>
                  <a:schemeClr val="tx1"/>
                </a:solidFill>
                <a:latin typeface="+mn-lt"/>
                <a:ea typeface="+mn-ea"/>
                <a:cs typeface="+mn-cs"/>
              </a:defRPr>
            </a:lvl1pPr>
            <a:extLst/>
          </a:lstStyle>
          <a:p>
            <a:pPr marL="0" marR="0" indent="0" algn="ctr" rtl="0" latinLnBrk="0">
              <a:buFontTx/>
              <a:buNone/>
            </a:pPr>
            <a:r>
              <a:rPr lang="en-US"/>
              <a:t>Click icon to add picture</a:t>
            </a:r>
            <a:endParaRPr lang="en-US" dirty="0"/>
          </a:p>
        </p:txBody>
      </p:sp>
      <p:sp>
        <p:nvSpPr>
          <p:cNvPr id="14" name="Rectangle 7"/>
          <p:cNvSpPr>
            <a:spLocks noGrp="1" noChangeAspect="1"/>
          </p:cNvSpPr>
          <p:nvPr>
            <p:ph type="pic" sz="quarter" idx="23"/>
          </p:nvPr>
        </p:nvSpPr>
        <p:spPr>
          <a:xfrm>
            <a:off x="5788848" y="3455737"/>
            <a:ext cx="2438402" cy="137160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0" algn="ctr" rtl="0" latinLnBrk="0">
              <a:spcBef>
                <a:spcPct val="20000"/>
              </a:spcBef>
              <a:buFontTx/>
              <a:buNone/>
              <a:defRPr sz="1800" i="0">
                <a:solidFill>
                  <a:schemeClr val="tx1"/>
                </a:solidFill>
                <a:latin typeface="+mn-lt"/>
                <a:ea typeface="+mn-ea"/>
                <a:cs typeface="+mn-cs"/>
              </a:defRPr>
            </a:lvl1pPr>
            <a:extLst/>
          </a:lstStyle>
          <a:p>
            <a:pPr marL="0" marR="0" indent="0" algn="ctr" rtl="0" latinLnBrk="0">
              <a:buFontTx/>
              <a:buNone/>
            </a:pPr>
            <a:r>
              <a:rPr lang="en-US"/>
              <a:t>Click icon to add picture</a:t>
            </a:r>
            <a:endParaRPr lang="en-US" dirty="0"/>
          </a:p>
        </p:txBody>
      </p:sp>
      <p:sp>
        <p:nvSpPr>
          <p:cNvPr id="7" name="Rectangle 6"/>
          <p:cNvSpPr>
            <a:spLocks noGrp="1"/>
          </p:cNvSpPr>
          <p:nvPr>
            <p:ph type="dt" sz="half" idx="24"/>
          </p:nvPr>
        </p:nvSpPr>
        <p:spPr/>
        <p:txBody>
          <a:bodyPr/>
          <a:lstStyle/>
          <a:p>
            <a:fld id="{184EB9B7-24A3-4171-BEA9-35C10670E3D6}" type="datetimeFigureOut">
              <a:rPr lang="en-US" smtClean="0"/>
              <a:t>11/9/25</a:t>
            </a:fld>
            <a:endParaRPr lang="en-US"/>
          </a:p>
        </p:txBody>
      </p:sp>
      <p:sp>
        <p:nvSpPr>
          <p:cNvPr id="8" name="Rectangle 7"/>
          <p:cNvSpPr>
            <a:spLocks noGrp="1"/>
          </p:cNvSpPr>
          <p:nvPr>
            <p:ph type="sldNum" sz="quarter" idx="25"/>
          </p:nvPr>
        </p:nvSpPr>
        <p:spPr/>
        <p:txBody>
          <a:bodyPr/>
          <a:lstStyle/>
          <a:p>
            <a:fld id="{A36D5C4D-246B-4350-AC47-FFC7C4C00692}" type="slidenum">
              <a:rPr lang="en-US" smtClean="0"/>
              <a:t>‹#›</a:t>
            </a:fld>
            <a:endParaRPr lang="en-US"/>
          </a:p>
        </p:txBody>
      </p:sp>
      <p:sp>
        <p:nvSpPr>
          <p:cNvPr id="9" name="Rectangle 8"/>
          <p:cNvSpPr>
            <a:spLocks noGrp="1"/>
          </p:cNvSpPr>
          <p:nvPr>
            <p:ph type="ftr" sz="quarter" idx="26"/>
          </p:nvPr>
        </p:nvSpPr>
        <p:spPr/>
        <p:txBody>
          <a:bodyPr/>
          <a:lstStyle/>
          <a:p>
            <a:endParaRPr lang="en-US"/>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x" preserve="1">
  <p:cSld name="5-up: 3 Landscape with 2 Portrait">
    <p:spTree>
      <p:nvGrpSpPr>
        <p:cNvPr id="1" name=""/>
        <p:cNvGrpSpPr/>
        <p:nvPr/>
      </p:nvGrpSpPr>
      <p:grpSpPr>
        <a:xfrm>
          <a:off x="0" y="0"/>
          <a:ext cx="0" cy="0"/>
          <a:chOff x="0" y="0"/>
          <a:chExt cx="0" cy="0"/>
        </a:xfrm>
      </p:grpSpPr>
      <p:sp>
        <p:nvSpPr>
          <p:cNvPr id="9" name="Rectangle 7"/>
          <p:cNvSpPr>
            <a:spLocks noGrp="1"/>
          </p:cNvSpPr>
          <p:nvPr>
            <p:ph type="pic" sz="quarter" idx="14"/>
          </p:nvPr>
        </p:nvSpPr>
        <p:spPr>
          <a:xfrm>
            <a:off x="609600" y="2571750"/>
            <a:ext cx="2070154" cy="222885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0" algn="ctr" rtl="0" latinLnBrk="0">
              <a:spcBef>
                <a:spcPct val="20000"/>
              </a:spcBef>
              <a:buFontTx/>
              <a:buNone/>
              <a:defRPr sz="1800" i="0">
                <a:solidFill>
                  <a:schemeClr val="tx1"/>
                </a:solidFill>
                <a:latin typeface="+mn-lt"/>
                <a:ea typeface="+mn-ea"/>
                <a:cs typeface="+mn-cs"/>
              </a:defRPr>
            </a:lvl1pPr>
            <a:extLst/>
          </a:lstStyle>
          <a:p>
            <a:pPr marL="0" marR="0" indent="0" algn="ctr" rtl="0" latinLnBrk="0">
              <a:buFontTx/>
              <a:buNone/>
            </a:pPr>
            <a:r>
              <a:rPr lang="en-US"/>
              <a:t>Click icon to add picture</a:t>
            </a:r>
            <a:endParaRPr lang="en-US" dirty="0"/>
          </a:p>
        </p:txBody>
      </p:sp>
      <p:sp>
        <p:nvSpPr>
          <p:cNvPr id="27" name="Rectangle 7"/>
          <p:cNvSpPr>
            <a:spLocks noGrp="1"/>
          </p:cNvSpPr>
          <p:nvPr>
            <p:ph type="pic" sz="quarter" idx="17"/>
          </p:nvPr>
        </p:nvSpPr>
        <p:spPr>
          <a:xfrm>
            <a:off x="3033848" y="171450"/>
            <a:ext cx="5562600" cy="3128963"/>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0" algn="ctr" rtl="0" latinLnBrk="0">
              <a:spcBef>
                <a:spcPct val="20000"/>
              </a:spcBef>
              <a:buFontTx/>
              <a:buNone/>
              <a:defRPr sz="1800" i="0">
                <a:solidFill>
                  <a:schemeClr val="tx1"/>
                </a:solidFill>
                <a:latin typeface="+mn-lt"/>
                <a:ea typeface="+mn-ea"/>
                <a:cs typeface="+mn-cs"/>
              </a:defRPr>
            </a:lvl1pPr>
            <a:extLst/>
          </a:lstStyle>
          <a:p>
            <a:pPr marL="0" marR="0" indent="0" algn="ctr" rtl="0" latinLnBrk="0">
              <a:buFontTx/>
              <a:buNone/>
            </a:pPr>
            <a:r>
              <a:rPr lang="en-US"/>
              <a:t>Click icon to add picture</a:t>
            </a:r>
            <a:endParaRPr lang="en-US" dirty="0"/>
          </a:p>
        </p:txBody>
      </p:sp>
      <p:sp>
        <p:nvSpPr>
          <p:cNvPr id="31" name="Rectangle 7"/>
          <p:cNvSpPr>
            <a:spLocks noGrp="1"/>
          </p:cNvSpPr>
          <p:nvPr>
            <p:ph type="pic" sz="quarter" idx="26"/>
          </p:nvPr>
        </p:nvSpPr>
        <p:spPr>
          <a:xfrm>
            <a:off x="609600" y="171450"/>
            <a:ext cx="2070154" cy="222885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0" algn="ctr" rtl="0" latinLnBrk="0">
              <a:spcBef>
                <a:spcPct val="20000"/>
              </a:spcBef>
              <a:buFontTx/>
              <a:buNone/>
              <a:defRPr sz="1800" i="0">
                <a:solidFill>
                  <a:schemeClr val="tx1"/>
                </a:solidFill>
                <a:latin typeface="+mn-lt"/>
                <a:ea typeface="+mn-ea"/>
                <a:cs typeface="+mn-cs"/>
              </a:defRPr>
            </a:lvl1pPr>
            <a:extLst/>
          </a:lstStyle>
          <a:p>
            <a:pPr marL="0" marR="0" indent="0" algn="ctr" rtl="0" latinLnBrk="0">
              <a:buFontTx/>
              <a:buNone/>
            </a:pPr>
            <a:r>
              <a:rPr lang="en-US"/>
              <a:t>Click icon to add picture</a:t>
            </a:r>
            <a:endParaRPr lang="en-US" dirty="0"/>
          </a:p>
        </p:txBody>
      </p:sp>
      <p:sp>
        <p:nvSpPr>
          <p:cNvPr id="26" name="Rectangle 7"/>
          <p:cNvSpPr>
            <a:spLocks noGrp="1" noChangeAspect="1"/>
          </p:cNvSpPr>
          <p:nvPr>
            <p:ph type="pic" sz="quarter" idx="27"/>
          </p:nvPr>
        </p:nvSpPr>
        <p:spPr>
          <a:xfrm>
            <a:off x="5943600" y="3371850"/>
            <a:ext cx="2666999" cy="140589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0" algn="ctr" rtl="0" latinLnBrk="0">
              <a:spcBef>
                <a:spcPct val="20000"/>
              </a:spcBef>
              <a:buFontTx/>
              <a:buNone/>
              <a:defRPr sz="1800" i="0">
                <a:solidFill>
                  <a:schemeClr val="tx1"/>
                </a:solidFill>
                <a:latin typeface="+mn-lt"/>
                <a:ea typeface="+mn-ea"/>
                <a:cs typeface="+mn-cs"/>
              </a:defRPr>
            </a:lvl1pPr>
            <a:extLst/>
          </a:lstStyle>
          <a:p>
            <a:pPr marL="0" marR="0" indent="0" algn="ctr" rtl="0" latinLnBrk="0">
              <a:buFontTx/>
              <a:buNone/>
            </a:pPr>
            <a:r>
              <a:rPr lang="en-US"/>
              <a:t>Click icon to add picture</a:t>
            </a:r>
            <a:endParaRPr lang="en-US" dirty="0"/>
          </a:p>
        </p:txBody>
      </p:sp>
      <p:sp>
        <p:nvSpPr>
          <p:cNvPr id="23" name="Rectangle 7"/>
          <p:cNvSpPr>
            <a:spLocks noGrp="1" noChangeAspect="1"/>
          </p:cNvSpPr>
          <p:nvPr>
            <p:ph type="pic" sz="quarter" idx="28"/>
          </p:nvPr>
        </p:nvSpPr>
        <p:spPr>
          <a:xfrm>
            <a:off x="3033848" y="3371850"/>
            <a:ext cx="2757352" cy="140589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0" algn="ctr" rtl="0" latinLnBrk="0">
              <a:spcBef>
                <a:spcPct val="20000"/>
              </a:spcBef>
              <a:buFontTx/>
              <a:buNone/>
              <a:defRPr sz="1800" i="0">
                <a:solidFill>
                  <a:schemeClr val="tx1"/>
                </a:solidFill>
                <a:latin typeface="+mn-lt"/>
                <a:ea typeface="+mn-ea"/>
                <a:cs typeface="+mn-cs"/>
              </a:defRPr>
            </a:lvl1pPr>
            <a:extLst/>
          </a:lstStyle>
          <a:p>
            <a:pPr marL="0" marR="0" indent="0" algn="ctr" rtl="0" latinLnBrk="0">
              <a:buFontTx/>
              <a:buNone/>
            </a:pPr>
            <a:r>
              <a:rPr lang="en-US"/>
              <a:t>Click icon to add picture</a:t>
            </a:r>
            <a:endParaRPr lang="en-US" dirty="0"/>
          </a:p>
        </p:txBody>
      </p:sp>
      <p:sp>
        <p:nvSpPr>
          <p:cNvPr id="7" name="Rectangle 6"/>
          <p:cNvSpPr>
            <a:spLocks noGrp="1"/>
          </p:cNvSpPr>
          <p:nvPr>
            <p:ph type="dt" sz="half" idx="29"/>
          </p:nvPr>
        </p:nvSpPr>
        <p:spPr/>
        <p:txBody>
          <a:bodyPr/>
          <a:lstStyle/>
          <a:p>
            <a:fld id="{184EB9B7-24A3-4171-BEA9-35C10670E3D6}" type="datetimeFigureOut">
              <a:rPr lang="en-US" smtClean="0"/>
              <a:t>11/9/25</a:t>
            </a:fld>
            <a:endParaRPr lang="en-US"/>
          </a:p>
        </p:txBody>
      </p:sp>
      <p:sp>
        <p:nvSpPr>
          <p:cNvPr id="8" name="Rectangle 7"/>
          <p:cNvSpPr>
            <a:spLocks noGrp="1"/>
          </p:cNvSpPr>
          <p:nvPr>
            <p:ph type="sldNum" sz="quarter" idx="30"/>
          </p:nvPr>
        </p:nvSpPr>
        <p:spPr/>
        <p:txBody>
          <a:bodyPr/>
          <a:lstStyle/>
          <a:p>
            <a:fld id="{A36D5C4D-246B-4350-AC47-FFC7C4C00692}" type="slidenum">
              <a:rPr lang="en-US" smtClean="0"/>
              <a:t>‹#›</a:t>
            </a:fld>
            <a:endParaRPr lang="en-US"/>
          </a:p>
        </p:txBody>
      </p:sp>
      <p:sp>
        <p:nvSpPr>
          <p:cNvPr id="10" name="Rectangle 9"/>
          <p:cNvSpPr>
            <a:spLocks noGrp="1"/>
          </p:cNvSpPr>
          <p:nvPr>
            <p:ph type="ftr" sz="quarter" idx="31"/>
          </p:nvPr>
        </p:nvSpPr>
        <p:spPr/>
        <p:txBody>
          <a:bodyPr/>
          <a:lstStyle/>
          <a:p>
            <a:endParaRPr lang="en-US"/>
          </a:p>
        </p:txBody>
      </p:sp>
    </p:spTree>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x" preserve="1">
  <p:cSld name="5-Up: 3 Portrait with 2 Landscape">
    <p:spTree>
      <p:nvGrpSpPr>
        <p:cNvPr id="1" name=""/>
        <p:cNvGrpSpPr/>
        <p:nvPr/>
      </p:nvGrpSpPr>
      <p:grpSpPr>
        <a:xfrm>
          <a:off x="0" y="0"/>
          <a:ext cx="0" cy="0"/>
          <a:chOff x="0" y="0"/>
          <a:chExt cx="0" cy="0"/>
        </a:xfrm>
      </p:grpSpPr>
      <p:sp>
        <p:nvSpPr>
          <p:cNvPr id="17" name="Rectangle 7"/>
          <p:cNvSpPr>
            <a:spLocks noGrp="1"/>
          </p:cNvSpPr>
          <p:nvPr>
            <p:ph type="pic" sz="quarter" idx="26"/>
          </p:nvPr>
        </p:nvSpPr>
        <p:spPr>
          <a:xfrm>
            <a:off x="512134" y="2343150"/>
            <a:ext cx="2606040" cy="245745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0" algn="ctr" rtl="0" latinLnBrk="0">
              <a:spcBef>
                <a:spcPct val="20000"/>
              </a:spcBef>
              <a:buFontTx/>
              <a:buNone/>
              <a:defRPr sz="1800" i="0">
                <a:solidFill>
                  <a:schemeClr val="tx1"/>
                </a:solidFill>
                <a:latin typeface="+mn-lt"/>
                <a:ea typeface="+mn-ea"/>
                <a:cs typeface="+mn-cs"/>
              </a:defRPr>
            </a:lvl1pPr>
            <a:extLst/>
          </a:lstStyle>
          <a:p>
            <a:pPr marL="0" marR="0" indent="0" algn="ctr" rtl="0" latinLnBrk="0">
              <a:buFontTx/>
              <a:buNone/>
            </a:pPr>
            <a:r>
              <a:rPr lang="en-US"/>
              <a:t>Click icon to add picture</a:t>
            </a:r>
            <a:endParaRPr lang="en-US" dirty="0"/>
          </a:p>
        </p:txBody>
      </p:sp>
      <p:sp>
        <p:nvSpPr>
          <p:cNvPr id="23" name="Rectangle 7"/>
          <p:cNvSpPr>
            <a:spLocks noGrp="1"/>
          </p:cNvSpPr>
          <p:nvPr>
            <p:ph type="pic" sz="quarter" idx="29"/>
          </p:nvPr>
        </p:nvSpPr>
        <p:spPr>
          <a:xfrm>
            <a:off x="512134" y="171450"/>
            <a:ext cx="3962400" cy="205740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0" algn="ctr" rtl="0" latinLnBrk="0">
              <a:spcBef>
                <a:spcPct val="20000"/>
              </a:spcBef>
              <a:buFontTx/>
              <a:buNone/>
              <a:defRPr sz="1800" i="0">
                <a:solidFill>
                  <a:schemeClr val="tx1"/>
                </a:solidFill>
                <a:latin typeface="+mn-lt"/>
                <a:ea typeface="+mn-ea"/>
                <a:cs typeface="+mn-cs"/>
              </a:defRPr>
            </a:lvl1pPr>
            <a:extLst/>
          </a:lstStyle>
          <a:p>
            <a:pPr marL="0" marR="0" indent="0" algn="ctr" rtl="0" latinLnBrk="0">
              <a:buFontTx/>
              <a:buNone/>
            </a:pPr>
            <a:r>
              <a:rPr lang="en-US"/>
              <a:t>Click icon to add picture</a:t>
            </a:r>
            <a:endParaRPr lang="en-US" dirty="0"/>
          </a:p>
        </p:txBody>
      </p:sp>
      <p:sp>
        <p:nvSpPr>
          <p:cNvPr id="30" name="Rectangle 7"/>
          <p:cNvSpPr>
            <a:spLocks noGrp="1"/>
          </p:cNvSpPr>
          <p:nvPr>
            <p:ph type="pic" sz="quarter" idx="30"/>
          </p:nvPr>
        </p:nvSpPr>
        <p:spPr>
          <a:xfrm>
            <a:off x="4718374" y="171450"/>
            <a:ext cx="3962400" cy="205740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0" algn="ctr" rtl="0" latinLnBrk="0">
              <a:spcBef>
                <a:spcPct val="20000"/>
              </a:spcBef>
              <a:buFontTx/>
              <a:buNone/>
              <a:defRPr sz="1800" i="0">
                <a:solidFill>
                  <a:schemeClr val="tx1"/>
                </a:solidFill>
                <a:latin typeface="+mn-lt"/>
                <a:ea typeface="+mn-ea"/>
                <a:cs typeface="+mn-cs"/>
              </a:defRPr>
            </a:lvl1pPr>
            <a:extLst/>
          </a:lstStyle>
          <a:p>
            <a:pPr marL="0" marR="0" indent="0" algn="ctr" rtl="0" latinLnBrk="0">
              <a:buFontTx/>
              <a:buNone/>
            </a:pPr>
            <a:r>
              <a:rPr lang="en-US"/>
              <a:t>Click icon to add picture</a:t>
            </a:r>
            <a:endParaRPr lang="en-US" dirty="0"/>
          </a:p>
        </p:txBody>
      </p:sp>
      <p:sp>
        <p:nvSpPr>
          <p:cNvPr id="22" name="Rectangle 7"/>
          <p:cNvSpPr>
            <a:spLocks noGrp="1"/>
          </p:cNvSpPr>
          <p:nvPr>
            <p:ph type="pic" sz="quarter" idx="27"/>
          </p:nvPr>
        </p:nvSpPr>
        <p:spPr>
          <a:xfrm>
            <a:off x="3293434" y="2343150"/>
            <a:ext cx="2606040" cy="245745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0" algn="ctr" rtl="0" latinLnBrk="0">
              <a:spcBef>
                <a:spcPct val="20000"/>
              </a:spcBef>
              <a:buFontTx/>
              <a:buNone/>
              <a:defRPr sz="1800" i="0">
                <a:solidFill>
                  <a:schemeClr val="tx1"/>
                </a:solidFill>
                <a:latin typeface="+mn-lt"/>
                <a:ea typeface="+mn-ea"/>
                <a:cs typeface="+mn-cs"/>
              </a:defRPr>
            </a:lvl1pPr>
            <a:extLst/>
          </a:lstStyle>
          <a:p>
            <a:pPr marL="0" marR="0" indent="0" algn="ctr" rtl="0" latinLnBrk="0">
              <a:buFontTx/>
              <a:buNone/>
            </a:pPr>
            <a:r>
              <a:rPr lang="en-US"/>
              <a:t>Click icon to add picture</a:t>
            </a:r>
            <a:endParaRPr lang="en-US" dirty="0"/>
          </a:p>
        </p:txBody>
      </p:sp>
      <p:sp>
        <p:nvSpPr>
          <p:cNvPr id="31" name="Rectangle 7"/>
          <p:cNvSpPr>
            <a:spLocks noGrp="1"/>
          </p:cNvSpPr>
          <p:nvPr>
            <p:ph type="pic" sz="quarter" idx="28"/>
          </p:nvPr>
        </p:nvSpPr>
        <p:spPr>
          <a:xfrm>
            <a:off x="6074734" y="2343150"/>
            <a:ext cx="2606040" cy="245745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0" algn="ctr" rtl="0" latinLnBrk="0">
              <a:spcBef>
                <a:spcPct val="20000"/>
              </a:spcBef>
              <a:buFontTx/>
              <a:buNone/>
              <a:defRPr sz="1800" i="0">
                <a:solidFill>
                  <a:schemeClr val="tx1"/>
                </a:solidFill>
                <a:latin typeface="+mn-lt"/>
                <a:ea typeface="+mn-ea"/>
                <a:cs typeface="+mn-cs"/>
              </a:defRPr>
            </a:lvl1pPr>
            <a:extLst/>
          </a:lstStyle>
          <a:p>
            <a:pPr marL="0" marR="0" indent="0" algn="ctr" rtl="0" latinLnBrk="0">
              <a:buFontTx/>
              <a:buNone/>
            </a:pPr>
            <a:r>
              <a:rPr lang="en-US"/>
              <a:t>Click icon to add picture</a:t>
            </a:r>
            <a:endParaRPr lang="en-US" dirty="0"/>
          </a:p>
        </p:txBody>
      </p:sp>
      <p:sp>
        <p:nvSpPr>
          <p:cNvPr id="7" name="Rectangle 6"/>
          <p:cNvSpPr>
            <a:spLocks noGrp="1"/>
          </p:cNvSpPr>
          <p:nvPr>
            <p:ph type="dt" sz="half" idx="31"/>
          </p:nvPr>
        </p:nvSpPr>
        <p:spPr/>
        <p:txBody>
          <a:bodyPr/>
          <a:lstStyle/>
          <a:p>
            <a:fld id="{184EB9B7-24A3-4171-BEA9-35C10670E3D6}" type="datetimeFigureOut">
              <a:rPr lang="en-US" smtClean="0"/>
              <a:t>11/9/25</a:t>
            </a:fld>
            <a:endParaRPr lang="en-US"/>
          </a:p>
        </p:txBody>
      </p:sp>
      <p:sp>
        <p:nvSpPr>
          <p:cNvPr id="8" name="Rectangle 7"/>
          <p:cNvSpPr>
            <a:spLocks noGrp="1"/>
          </p:cNvSpPr>
          <p:nvPr>
            <p:ph type="sldNum" sz="quarter" idx="32"/>
          </p:nvPr>
        </p:nvSpPr>
        <p:spPr/>
        <p:txBody>
          <a:bodyPr/>
          <a:lstStyle/>
          <a:p>
            <a:fld id="{A36D5C4D-246B-4350-AC47-FFC7C4C00692}" type="slidenum">
              <a:rPr lang="en-US" smtClean="0"/>
              <a:t>‹#›</a:t>
            </a:fld>
            <a:endParaRPr lang="en-US"/>
          </a:p>
        </p:txBody>
      </p:sp>
      <p:sp>
        <p:nvSpPr>
          <p:cNvPr id="9" name="Rectangle 8"/>
          <p:cNvSpPr>
            <a:spLocks noGrp="1"/>
          </p:cNvSpPr>
          <p:nvPr>
            <p:ph type="ftr" sz="quarter" idx="33"/>
          </p:nvPr>
        </p:nvSpPr>
        <p:spPr/>
        <p:txBody>
          <a:bodyPr/>
          <a:lstStyle/>
          <a:p>
            <a:endParaRPr lang="en-US"/>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quare with Caption">
    <p:spTree>
      <p:nvGrpSpPr>
        <p:cNvPr id="1" name=""/>
        <p:cNvGrpSpPr/>
        <p:nvPr/>
      </p:nvGrpSpPr>
      <p:grpSpPr>
        <a:xfrm>
          <a:off x="0" y="0"/>
          <a:ext cx="0" cy="0"/>
          <a:chOff x="0" y="0"/>
          <a:chExt cx="0" cy="0"/>
        </a:xfrm>
      </p:grpSpPr>
      <p:sp>
        <p:nvSpPr>
          <p:cNvPr id="4" name="W¥ل云玗İαЂôÁûÂÚ丫:Pïçtúrê Plå¢éhõlðér 表¥鷗字㌍ 表_W 3"/>
          <p:cNvSpPr>
            <a:spLocks noGrp="1" noChangeAspect="1"/>
          </p:cNvSpPr>
          <p:nvPr>
            <p:ph type="pic" sz="quarter" idx="10"/>
          </p:nvPr>
        </p:nvSpPr>
        <p:spPr>
          <a:xfrm>
            <a:off x="3050273" y="1200150"/>
            <a:ext cx="3198127" cy="2400300"/>
          </a:xfr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191" algn="ctr" rtl="0" latinLnBrk="0">
              <a:spcBef>
                <a:spcPct val="20000"/>
              </a:spcBef>
              <a:buFontTx/>
              <a:buNone/>
              <a:defRPr sz="1800" i="0">
                <a:solidFill>
                  <a:schemeClr val="tx1"/>
                </a:solidFill>
                <a:latin typeface="+mn-lt"/>
                <a:ea typeface="+mn-ea"/>
                <a:cs typeface="+mn-cs"/>
              </a:defRPr>
            </a:lvl1pPr>
            <a:extLst/>
          </a:lstStyle>
          <a:p>
            <a:pPr marL="0" marR="0" indent="1588" algn="ctr" rtl="0" latinLnBrk="0">
              <a:spcBef>
                <a:spcPct val="20000"/>
              </a:spcBef>
              <a:buFontTx/>
              <a:buNone/>
            </a:pPr>
            <a:r>
              <a:rPr lang="en-US" sz="1800" i="0"/>
              <a:t>Click icon to add picture</a:t>
            </a:r>
            <a:endParaRPr lang="en-US" sz="1800" i="0" dirty="0"/>
          </a:p>
        </p:txBody>
      </p:sp>
      <p:sp>
        <p:nvSpPr>
          <p:cNvPr id="7" name="W¥ل云玗İαЂÕØÚáÛ丫:Téxt Plàçèhòlðêr 表¥鷗字㌍_W 6"/>
          <p:cNvSpPr>
            <a:spLocks noGrp="1"/>
          </p:cNvSpPr>
          <p:nvPr>
            <p:ph type="body" sz="quarter" idx="15" hasCustomPrompt="1"/>
          </p:nvPr>
        </p:nvSpPr>
        <p:spPr>
          <a:xfrm>
            <a:off x="3048000" y="3657600"/>
            <a:ext cx="3200400" cy="971550"/>
          </a:xfrm>
        </p:spPr>
        <p:txBody>
          <a:bodyPr tIns="91440" rIns="9144" bIns="91440" anchor="t"/>
          <a:lstStyle>
            <a:lvl1pPr marL="0" marR="0" indent="0" algn="l">
              <a:buFontTx/>
              <a:buNone/>
              <a:defRPr sz="1350" i="0"/>
            </a:lvl1pPr>
            <a:extLst/>
          </a:lstStyle>
          <a:p>
            <a:pPr lvl="0"/>
            <a:r>
              <a:rPr lang="en-US" dirty="0"/>
              <a:t>Click to add caption</a:t>
            </a:r>
          </a:p>
        </p:txBody>
      </p:sp>
      <p:sp>
        <p:nvSpPr>
          <p:cNvPr id="5" name="Rectangle 4"/>
          <p:cNvSpPr>
            <a:spLocks noGrp="1"/>
          </p:cNvSpPr>
          <p:nvPr>
            <p:ph type="dt" sz="half" idx="16"/>
          </p:nvPr>
        </p:nvSpPr>
        <p:spPr/>
        <p:txBody>
          <a:bodyPr/>
          <a:lstStyle/>
          <a:p>
            <a:fld id="{184EB9B7-24A3-4171-BEA9-35C10670E3D6}" type="datetimeFigureOut">
              <a:rPr lang="en-US" smtClean="0"/>
              <a:t>11/9/25</a:t>
            </a:fld>
            <a:endParaRPr lang="en-US"/>
          </a:p>
        </p:txBody>
      </p:sp>
      <p:sp>
        <p:nvSpPr>
          <p:cNvPr id="6" name="Rectangle 5"/>
          <p:cNvSpPr>
            <a:spLocks noGrp="1"/>
          </p:cNvSpPr>
          <p:nvPr>
            <p:ph type="sldNum" sz="quarter" idx="17"/>
          </p:nvPr>
        </p:nvSpPr>
        <p:spPr/>
        <p:txBody>
          <a:bodyPr/>
          <a:lstStyle/>
          <a:p>
            <a:fld id="{A36D5C4D-246B-4350-AC47-FFC7C4C00692}" type="slidenum">
              <a:rPr lang="en-US" smtClean="0"/>
              <a:t>‹#›</a:t>
            </a:fld>
            <a:endParaRPr lang="en-US"/>
          </a:p>
        </p:txBody>
      </p:sp>
      <p:sp>
        <p:nvSpPr>
          <p:cNvPr id="8" name="Rectangle 7"/>
          <p:cNvSpPr>
            <a:spLocks noGrp="1"/>
          </p:cNvSpPr>
          <p:nvPr>
            <p:ph type="ftr" sz="quarter" idx="18"/>
          </p:nvPr>
        </p:nvSpPr>
        <p:spPr/>
        <p:txBody>
          <a:bodyPr/>
          <a:lstStyle/>
          <a:p>
            <a:endParaRPr lang="en-US"/>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2-Up Square with Caption">
    <p:spTree>
      <p:nvGrpSpPr>
        <p:cNvPr id="1" name=""/>
        <p:cNvGrpSpPr/>
        <p:nvPr/>
      </p:nvGrpSpPr>
      <p:grpSpPr>
        <a:xfrm>
          <a:off x="0" y="0"/>
          <a:ext cx="0" cy="0"/>
          <a:chOff x="0" y="0"/>
          <a:chExt cx="0" cy="0"/>
        </a:xfrm>
      </p:grpSpPr>
      <p:sp>
        <p:nvSpPr>
          <p:cNvPr id="4" name="W¥ل云玗İαЂôÁûÂÚ丫:Pïçtúrê Plå¢éhõlðér 表¥鷗字㌍ 表_W 3"/>
          <p:cNvSpPr>
            <a:spLocks noGrp="1" noChangeAspect="1"/>
          </p:cNvSpPr>
          <p:nvPr>
            <p:ph type="pic" sz="quarter" idx="10"/>
          </p:nvPr>
        </p:nvSpPr>
        <p:spPr>
          <a:xfrm>
            <a:off x="4955274" y="1028700"/>
            <a:ext cx="3198127" cy="2400300"/>
          </a:xfr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191" algn="ctr" rtl="0" latinLnBrk="0">
              <a:spcBef>
                <a:spcPct val="20000"/>
              </a:spcBef>
              <a:buFontTx/>
              <a:buNone/>
              <a:defRPr sz="1800" i="0">
                <a:solidFill>
                  <a:schemeClr val="tx1"/>
                </a:solidFill>
                <a:latin typeface="+mn-lt"/>
                <a:ea typeface="+mn-ea"/>
                <a:cs typeface="+mn-cs"/>
              </a:defRPr>
            </a:lvl1pPr>
            <a:extLst/>
          </a:lstStyle>
          <a:p>
            <a:pPr marL="0" marR="0" indent="1588" algn="ctr" rtl="0" latinLnBrk="0">
              <a:spcBef>
                <a:spcPct val="20000"/>
              </a:spcBef>
              <a:buFontTx/>
              <a:buNone/>
            </a:pPr>
            <a:r>
              <a:rPr lang="en-US" sz="1800" i="0"/>
              <a:t>Click icon to add picture</a:t>
            </a:r>
            <a:endParaRPr lang="en-US" sz="1800" i="0" dirty="0"/>
          </a:p>
        </p:txBody>
      </p:sp>
      <p:sp>
        <p:nvSpPr>
          <p:cNvPr id="6" name="W¥ل云玗İαЂôÁûÂÚ丫:Pïçtúrê Plå¢éhõlðér 表¥鷗字㌍ 表_W 5"/>
          <p:cNvSpPr>
            <a:spLocks noGrp="1" noChangeAspect="1"/>
          </p:cNvSpPr>
          <p:nvPr>
            <p:ph type="pic" sz="quarter" idx="14"/>
          </p:nvPr>
        </p:nvSpPr>
        <p:spPr>
          <a:xfrm>
            <a:off x="1143001" y="1028700"/>
            <a:ext cx="3198127" cy="2400300"/>
          </a:xfr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1191" algn="ctr" rtl="0" latinLnBrk="0">
              <a:spcBef>
                <a:spcPct val="20000"/>
              </a:spcBef>
              <a:buFontTx/>
              <a:buNone/>
              <a:defRPr sz="1800" i="0">
                <a:solidFill>
                  <a:schemeClr val="tx1"/>
                </a:solidFill>
                <a:latin typeface="+mn-lt"/>
                <a:ea typeface="+mn-ea"/>
                <a:cs typeface="+mn-cs"/>
              </a:defRPr>
            </a:lvl1pPr>
            <a:extLst/>
          </a:lstStyle>
          <a:p>
            <a:pPr marL="0" marR="0" indent="1588" algn="ctr" rtl="0" latinLnBrk="0">
              <a:spcBef>
                <a:spcPct val="20000"/>
              </a:spcBef>
              <a:buFontTx/>
              <a:buNone/>
            </a:pPr>
            <a:r>
              <a:rPr lang="en-US" sz="1800" i="0"/>
              <a:t>Click icon to add picture</a:t>
            </a:r>
            <a:endParaRPr lang="en-US" sz="1800" i="0" dirty="0"/>
          </a:p>
        </p:txBody>
      </p:sp>
      <p:sp>
        <p:nvSpPr>
          <p:cNvPr id="7" name="W¥ل云玗İαЂÕØÚáÛ丫:Téxt Plàçèhòlðêr 表¥鷗字㌍_W 6"/>
          <p:cNvSpPr>
            <a:spLocks noGrp="1"/>
          </p:cNvSpPr>
          <p:nvPr>
            <p:ph type="body" sz="quarter" idx="15" hasCustomPrompt="1"/>
          </p:nvPr>
        </p:nvSpPr>
        <p:spPr>
          <a:xfrm>
            <a:off x="4953000" y="3486150"/>
            <a:ext cx="3200400" cy="971550"/>
          </a:xfrm>
        </p:spPr>
        <p:txBody>
          <a:bodyPr tIns="91440" rIns="9144" bIns="91440" anchor="t"/>
          <a:lstStyle>
            <a:lvl1pPr marL="0" marR="0" indent="0" algn="l">
              <a:buFontTx/>
              <a:buNone/>
              <a:defRPr sz="1350" i="0"/>
            </a:lvl1pPr>
            <a:extLst/>
          </a:lstStyle>
          <a:p>
            <a:pPr lvl="0"/>
            <a:r>
              <a:rPr lang="en-US" dirty="0"/>
              <a:t>Click to add caption</a:t>
            </a:r>
          </a:p>
        </p:txBody>
      </p:sp>
      <p:sp>
        <p:nvSpPr>
          <p:cNvPr id="8" name="W¥ل云玗İαЂÕØÚáÛ丫:Téxt Plàçèhòlðêr 表¥鷗字㌍_W 7"/>
          <p:cNvSpPr>
            <a:spLocks noGrp="1"/>
          </p:cNvSpPr>
          <p:nvPr>
            <p:ph type="body" sz="quarter" idx="16" hasCustomPrompt="1"/>
          </p:nvPr>
        </p:nvSpPr>
        <p:spPr>
          <a:xfrm>
            <a:off x="1143000" y="3486150"/>
            <a:ext cx="3200400" cy="971550"/>
          </a:xfrm>
        </p:spPr>
        <p:txBody>
          <a:bodyPr tIns="91440" rIns="9144" bIns="91440" anchor="t"/>
          <a:lstStyle>
            <a:lvl1pPr marL="0" marR="0" indent="0" algn="l">
              <a:buFontTx/>
              <a:buNone/>
              <a:defRPr sz="1350" i="0"/>
            </a:lvl1pPr>
            <a:extLst/>
          </a:lstStyle>
          <a:p>
            <a:pPr lvl="0"/>
            <a:r>
              <a:rPr lang="en-US" dirty="0"/>
              <a:t>Click to add caption</a:t>
            </a:r>
          </a:p>
        </p:txBody>
      </p:sp>
      <p:sp>
        <p:nvSpPr>
          <p:cNvPr id="9" name="Rectangle 8"/>
          <p:cNvSpPr>
            <a:spLocks noGrp="1"/>
          </p:cNvSpPr>
          <p:nvPr>
            <p:ph type="dt" sz="half" idx="17"/>
          </p:nvPr>
        </p:nvSpPr>
        <p:spPr/>
        <p:txBody>
          <a:bodyPr/>
          <a:lstStyle/>
          <a:p>
            <a:fld id="{184EB9B7-24A3-4171-BEA9-35C10670E3D6}" type="datetimeFigureOut">
              <a:rPr lang="en-US" smtClean="0"/>
              <a:t>11/9/25</a:t>
            </a:fld>
            <a:endParaRPr lang="en-US"/>
          </a:p>
        </p:txBody>
      </p:sp>
      <p:sp>
        <p:nvSpPr>
          <p:cNvPr id="10" name="Rectangle 9"/>
          <p:cNvSpPr>
            <a:spLocks noGrp="1"/>
          </p:cNvSpPr>
          <p:nvPr>
            <p:ph type="sldNum" sz="quarter" idx="18"/>
          </p:nvPr>
        </p:nvSpPr>
        <p:spPr/>
        <p:txBody>
          <a:bodyPr/>
          <a:lstStyle/>
          <a:p>
            <a:fld id="{A36D5C4D-246B-4350-AC47-FFC7C4C00692}" type="slidenum">
              <a:rPr lang="en-US" smtClean="0"/>
              <a:t>‹#›</a:t>
            </a:fld>
            <a:endParaRPr lang="en-US"/>
          </a:p>
        </p:txBody>
      </p:sp>
      <p:sp>
        <p:nvSpPr>
          <p:cNvPr id="11" name="Rectangle 10"/>
          <p:cNvSpPr>
            <a:spLocks noGrp="1"/>
          </p:cNvSpPr>
          <p:nvPr>
            <p:ph type="ftr" sz="quarter" idx="19"/>
          </p:nvPr>
        </p:nvSpPr>
        <p:spPr/>
        <p:txBody>
          <a:bodyPr/>
          <a:lstStyle/>
          <a:p>
            <a:endParaRPr lang="en-US"/>
          </a:p>
        </p:txBody>
      </p:sp>
    </p:spTree>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Panorama">
    <p:spTree>
      <p:nvGrpSpPr>
        <p:cNvPr id="1" name=""/>
        <p:cNvGrpSpPr/>
        <p:nvPr/>
      </p:nvGrpSpPr>
      <p:grpSpPr>
        <a:xfrm>
          <a:off x="0" y="0"/>
          <a:ext cx="0" cy="0"/>
          <a:chOff x="0" y="0"/>
          <a:chExt cx="0" cy="0"/>
        </a:xfrm>
      </p:grpSpPr>
      <p:sp>
        <p:nvSpPr>
          <p:cNvPr id="3" name="W¥ل云玗İαЂôÁûÂÚ丫:Pïçtúrê Plå¢éhõlðér 表¥鷗字㌍ 表_W 2"/>
          <p:cNvSpPr>
            <a:spLocks noGrp="1"/>
          </p:cNvSpPr>
          <p:nvPr>
            <p:ph type="pic" sz="quarter" idx="30"/>
          </p:nvPr>
        </p:nvSpPr>
        <p:spPr>
          <a:xfrm>
            <a:off x="457200" y="1543050"/>
            <a:ext cx="8229600" cy="2057400"/>
          </a:xfrm>
          <a:prstGeom prst="rect">
            <a:avLst/>
          </a:prstGeom>
          <a:noFill/>
          <a:ln w="38100" cap="sq" cmpd="sng" algn="ctr">
            <a:solidFill>
              <a:schemeClr val="tx1"/>
            </a:solidFill>
            <a:prstDash val="solid"/>
            <a:miter lim="800000"/>
          </a:ln>
          <a:effectLst>
            <a:outerShdw blurRad="50800" dist="50800" dir="2700000" algn="tl" rotWithShape="0">
              <a:srgbClr val="000000">
                <a:alpha val="50000"/>
              </a:srgbClr>
            </a:outerShdw>
          </a:effectLst>
        </p:spPr>
        <p:style>
          <a:lnRef idx="3">
            <a:schemeClr val="lt1"/>
          </a:lnRef>
          <a:fillRef idx="1">
            <a:schemeClr val="accent1"/>
          </a:fillRef>
          <a:effectRef idx="1">
            <a:schemeClr val="accent1"/>
          </a:effectRef>
          <a:fontRef idx="minor">
            <a:schemeClr val="lt1"/>
          </a:fontRef>
        </p:style>
        <p:txBody>
          <a:bodyPr anchor="t">
            <a:normAutofit/>
          </a:bodyPr>
          <a:lstStyle>
            <a:lvl1pPr marL="0" marR="0" indent="0" algn="ctr" rtl="0" latinLnBrk="0">
              <a:spcBef>
                <a:spcPct val="20000"/>
              </a:spcBef>
              <a:buFontTx/>
              <a:buNone/>
              <a:defRPr sz="1800" i="0">
                <a:solidFill>
                  <a:schemeClr val="tx1"/>
                </a:solidFill>
                <a:latin typeface="+mn-lt"/>
                <a:ea typeface="+mn-ea"/>
                <a:cs typeface="+mn-cs"/>
              </a:defRPr>
            </a:lvl1pPr>
            <a:extLst/>
          </a:lstStyle>
          <a:p>
            <a:pPr marL="0" marR="0" indent="0" algn="ctr" rtl="0" latinLnBrk="0">
              <a:buFontTx/>
              <a:buNone/>
            </a:pPr>
            <a:r>
              <a:rPr lang="en-US"/>
              <a:t>Click icon to add picture</a:t>
            </a:r>
            <a:endParaRPr lang="en-US" dirty="0"/>
          </a:p>
        </p:txBody>
      </p:sp>
      <p:sp>
        <p:nvSpPr>
          <p:cNvPr id="4" name="W¥ل云玗İαЂÕØÚáÛ丫:Téxt Plàçèhòlðêr 表¥鷗字㌍_W 3"/>
          <p:cNvSpPr>
            <a:spLocks noGrp="1"/>
          </p:cNvSpPr>
          <p:nvPr>
            <p:ph type="body" sz="quarter" idx="12" hasCustomPrompt="1"/>
          </p:nvPr>
        </p:nvSpPr>
        <p:spPr>
          <a:xfrm>
            <a:off x="457200" y="3657600"/>
            <a:ext cx="8229600" cy="1085850"/>
          </a:xfrm>
        </p:spPr>
        <p:txBody>
          <a:bodyPr tIns="91440" rIns="9144" bIns="91440" anchor="t"/>
          <a:lstStyle>
            <a:lvl1pPr marL="0" marR="0" indent="0" algn="l">
              <a:buFontTx/>
              <a:buNone/>
              <a:defRPr sz="1350" i="0"/>
            </a:lvl1pPr>
            <a:extLst/>
          </a:lstStyle>
          <a:p>
            <a:pPr lvl="0"/>
            <a:r>
              <a:rPr lang="en-US" dirty="0"/>
              <a:t>Click to add caption</a:t>
            </a:r>
          </a:p>
        </p:txBody>
      </p:sp>
      <p:sp>
        <p:nvSpPr>
          <p:cNvPr id="5" name="Rectangle 4"/>
          <p:cNvSpPr>
            <a:spLocks noGrp="1"/>
          </p:cNvSpPr>
          <p:nvPr>
            <p:ph type="dt" sz="half" idx="31"/>
          </p:nvPr>
        </p:nvSpPr>
        <p:spPr/>
        <p:txBody>
          <a:bodyPr/>
          <a:lstStyle/>
          <a:p>
            <a:fld id="{184EB9B7-24A3-4171-BEA9-35C10670E3D6}" type="datetimeFigureOut">
              <a:rPr lang="en-US" smtClean="0"/>
              <a:t>11/9/25</a:t>
            </a:fld>
            <a:endParaRPr lang="en-US"/>
          </a:p>
        </p:txBody>
      </p:sp>
      <p:sp>
        <p:nvSpPr>
          <p:cNvPr id="6" name="Rectangle 5"/>
          <p:cNvSpPr>
            <a:spLocks noGrp="1"/>
          </p:cNvSpPr>
          <p:nvPr>
            <p:ph type="sldNum" sz="quarter" idx="32"/>
          </p:nvPr>
        </p:nvSpPr>
        <p:spPr/>
        <p:txBody>
          <a:bodyPr/>
          <a:lstStyle/>
          <a:p>
            <a:fld id="{A36D5C4D-246B-4350-AC47-FFC7C4C00692}" type="slidenum">
              <a:rPr lang="en-US" smtClean="0"/>
              <a:t>‹#›</a:t>
            </a:fld>
            <a:endParaRPr lang="en-US"/>
          </a:p>
        </p:txBody>
      </p:sp>
      <p:sp>
        <p:nvSpPr>
          <p:cNvPr id="7" name="Rectangle 6"/>
          <p:cNvSpPr>
            <a:spLocks noGrp="1"/>
          </p:cNvSpPr>
          <p:nvPr>
            <p:ph type="ftr" sz="quarter" idx="33"/>
          </p:nvPr>
        </p:nvSpPr>
        <p:spPr/>
        <p:txBody>
          <a:bodyPr/>
          <a:lstStyle/>
          <a:p>
            <a:endParaRPr lang="en-US"/>
          </a:p>
        </p:txBody>
      </p:sp>
    </p:spTree>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3" name="Rectangle 13"/>
          <p:cNvSpPr>
            <a:spLocks noGrp="1"/>
          </p:cNvSpPr>
          <p:nvPr>
            <p:ph type="title"/>
          </p:nvPr>
        </p:nvSpPr>
        <p:spPr/>
        <p:txBody>
          <a:bodyPr anchor="ctr"/>
          <a:lstStyle/>
          <a:p>
            <a:r>
              <a:rPr lang="en-US" noProof="1"/>
              <a:t>Click to edit Master title style</a:t>
            </a:r>
            <a:endParaRPr lang="en-US"/>
          </a:p>
        </p:txBody>
      </p:sp>
      <p:sp>
        <p:nvSpPr>
          <p:cNvPr id="14" name="Rectangle 6"/>
          <p:cNvSpPr>
            <a:spLocks noGrp="1"/>
          </p:cNvSpPr>
          <p:nvPr>
            <p:ph idx="1"/>
          </p:nvPr>
        </p:nvSpPr>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US"/>
          </a:p>
        </p:txBody>
      </p:sp>
      <p:sp>
        <p:nvSpPr>
          <p:cNvPr id="2" name="Rectangle 7"/>
          <p:cNvSpPr>
            <a:spLocks noGrp="1"/>
          </p:cNvSpPr>
          <p:nvPr>
            <p:ph type="dt" sz="half" idx="10"/>
          </p:nvPr>
        </p:nvSpPr>
        <p:spPr/>
        <p:txBody>
          <a:bodyPr/>
          <a:lstStyle/>
          <a:p>
            <a:fld id="{184EB9B7-24A3-4171-BEA9-35C10670E3D6}" type="datetimeFigureOut">
              <a:rPr lang="en-US" smtClean="0"/>
              <a:t>11/9/25</a:t>
            </a:fld>
            <a:endParaRPr lang="en-US"/>
          </a:p>
        </p:txBody>
      </p:sp>
      <p:sp>
        <p:nvSpPr>
          <p:cNvPr id="27" name="Rectangle 19"/>
          <p:cNvSpPr>
            <a:spLocks noGrp="1"/>
          </p:cNvSpPr>
          <p:nvPr>
            <p:ph type="ftr" sz="quarter" idx="11"/>
          </p:nvPr>
        </p:nvSpPr>
        <p:spPr/>
        <p:txBody>
          <a:bodyPr/>
          <a:lstStyle/>
          <a:p>
            <a:endParaRPr lang="en-US"/>
          </a:p>
        </p:txBody>
      </p:sp>
      <p:sp>
        <p:nvSpPr>
          <p:cNvPr id="24" name="Rectangle 26"/>
          <p:cNvSpPr>
            <a:spLocks noGrp="1"/>
          </p:cNvSpPr>
          <p:nvPr>
            <p:ph type="sldNum" sz="quarter" idx="12"/>
          </p:nvPr>
        </p:nvSpPr>
        <p:spPr/>
        <p:txBody>
          <a:bodyPr/>
          <a:lstStyle/>
          <a:p>
            <a:fld id="{A36D5C4D-246B-4350-AC47-FFC7C4C00692}" type="slidenum">
              <a:rPr lang="en-US" smtClean="0"/>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473795" y="3789409"/>
            <a:ext cx="5637010" cy="661589"/>
          </a:xfrm>
        </p:spPr>
        <p:txBody>
          <a:bodyPr>
            <a:normAutofit/>
          </a:bodyPr>
          <a:lstStyle>
            <a:lvl1pPr marL="0" indent="0" algn="l">
              <a:buNone/>
              <a:defRPr sz="1650">
                <a:solidFill>
                  <a:schemeClr val="tx2"/>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84EB9B7-24A3-4171-BEA9-35C10670E3D6}" type="datetimeFigureOut">
              <a:rPr lang="en-US" smtClean="0"/>
              <a:t>11/9/25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6D5C4D-246B-4350-AC47-FFC7C4C00692}" type="slidenum">
              <a:rPr lang="en-US" smtClean="0"/>
              <a:t>‹#›</a:t>
            </a:fld>
            <a:endParaRPr lang="en-US"/>
          </a:p>
        </p:txBody>
      </p:sp>
      <p:sp>
        <p:nvSpPr>
          <p:cNvPr id="2" name="Title 1"/>
          <p:cNvSpPr>
            <a:spLocks noGrp="1"/>
          </p:cNvSpPr>
          <p:nvPr>
            <p:ph type="ctrTitle"/>
          </p:nvPr>
        </p:nvSpPr>
        <p:spPr>
          <a:xfrm>
            <a:off x="817581" y="2349218"/>
            <a:ext cx="7175351" cy="1344875"/>
          </a:xfrm>
          <a:effectLst/>
        </p:spPr>
        <p:txBody>
          <a:bodyPr>
            <a:noAutofit/>
          </a:bodyPr>
          <a:lstStyle>
            <a:lvl1pPr marL="480060" indent="-342900" algn="l">
              <a:defRPr sz="4050"/>
            </a:lvl1pPr>
          </a:lstStyle>
          <a:p>
            <a:r>
              <a:rPr lang="en-US"/>
              <a:t>Click to edit Master title style</a:t>
            </a:r>
            <a:endParaRPr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stretch>
            <a:fillRect/>
          </a:stretch>
        </p:blipFill>
        <p:spPr>
          <a:xfrm>
            <a:off x="20548" y="15411"/>
            <a:ext cx="3498527" cy="2119045"/>
          </a:xfrm>
          <a:prstGeom prst="rect">
            <a:avLst/>
          </a:prstGeom>
        </p:spPr>
      </p:pic>
      <p:pic>
        <p:nvPicPr>
          <p:cNvPr id="8" name="Picture 7"/>
          <p:cNvPicPr>
            <a:picLocks noChangeAspect="1"/>
          </p:cNvPicPr>
          <p:nvPr/>
        </p:nvPicPr>
        <p:blipFill>
          <a:blip r:embed="rId3" cstate="print"/>
          <a:stretch>
            <a:fillRect/>
          </a:stretch>
        </p:blipFill>
        <p:spPr>
          <a:xfrm>
            <a:off x="3503486" y="15411"/>
            <a:ext cx="5624418" cy="2119122"/>
          </a:xfrm>
          <a:prstGeom prst="rect">
            <a:avLst/>
          </a:prstGeom>
        </p:spPr>
      </p:pic>
      <p:pic>
        <p:nvPicPr>
          <p:cNvPr id="9" name="Picture 8"/>
          <p:cNvPicPr>
            <a:picLocks noChangeAspect="1"/>
          </p:cNvPicPr>
          <p:nvPr/>
        </p:nvPicPr>
        <p:blipFill>
          <a:blip r:embed="rId4" cstate="print"/>
          <a:stretch>
            <a:fillRect/>
          </a:stretch>
        </p:blipFill>
        <p:spPr>
          <a:xfrm>
            <a:off x="20923" y="2113875"/>
            <a:ext cx="7668994" cy="1722200"/>
          </a:xfrm>
          <a:prstGeom prst="rect">
            <a:avLst/>
          </a:prstGeom>
        </p:spPr>
      </p:pic>
      <p:pic>
        <p:nvPicPr>
          <p:cNvPr id="10" name="Picture 9"/>
          <p:cNvPicPr>
            <a:picLocks noChangeAspect="1"/>
          </p:cNvPicPr>
          <p:nvPr/>
        </p:nvPicPr>
        <p:blipFill>
          <a:blip r:embed="rId5" cstate="print"/>
          <a:stretch>
            <a:fillRect/>
          </a:stretch>
        </p:blipFill>
        <p:spPr>
          <a:xfrm>
            <a:off x="7662119" y="2114550"/>
            <a:ext cx="1461333" cy="1720388"/>
          </a:xfrm>
          <a:prstGeom prst="rect">
            <a:avLst/>
          </a:prstGeom>
        </p:spPr>
      </p:pic>
      <p:pic>
        <p:nvPicPr>
          <p:cNvPr id="11" name="Picture 10"/>
          <p:cNvPicPr>
            <a:picLocks/>
          </p:cNvPicPr>
          <p:nvPr/>
        </p:nvPicPr>
        <p:blipFill>
          <a:blip r:embed="rId6" cstate="print"/>
          <a:stretch>
            <a:fillRect/>
          </a:stretch>
        </p:blipFill>
        <p:spPr>
          <a:xfrm>
            <a:off x="20548" y="3817364"/>
            <a:ext cx="9098280" cy="1303020"/>
          </a:xfrm>
          <a:prstGeom prst="rect">
            <a:avLst/>
          </a:prstGeom>
        </p:spPr>
      </p:pic>
      <p:sp>
        <p:nvSpPr>
          <p:cNvPr id="14" name="Rectangle 13"/>
          <p:cNvSpPr/>
          <p:nvPr/>
        </p:nvSpPr>
        <p:spPr>
          <a:xfrm>
            <a:off x="8755230" y="1852332"/>
            <a:ext cx="304800" cy="114300"/>
          </a:xfrm>
          <a:prstGeom prst="rect">
            <a:avLst/>
          </a:prstGeom>
          <a:solidFill>
            <a:srgbClr val="F274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solidFill>
                <a:srgbClr val="F47F28"/>
              </a:solidFill>
            </a:endParaRPr>
          </a:p>
        </p:txBody>
      </p:sp>
      <p:sp>
        <p:nvSpPr>
          <p:cNvPr id="4" name="Date Placeholder 3"/>
          <p:cNvSpPr>
            <a:spLocks noGrp="1"/>
          </p:cNvSpPr>
          <p:nvPr>
            <p:ph type="dt" sz="half" idx="10"/>
          </p:nvPr>
        </p:nvSpPr>
        <p:spPr/>
        <p:txBody>
          <a:bodyPr/>
          <a:lstStyle>
            <a:lvl1pPr>
              <a:defRPr>
                <a:solidFill>
                  <a:schemeClr val="bg1"/>
                </a:solidFill>
              </a:defRPr>
            </a:lvl1pPr>
          </a:lstStyle>
          <a:p>
            <a:fld id="{184EB9B7-24A3-4171-BEA9-35C10670E3D6}" type="datetimeFigureOut">
              <a:rPr lang="en-US" smtClean="0"/>
              <a:t>11/9/25</a:t>
            </a:fld>
            <a:endParaRPr lang="en-US"/>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36D5C4D-246B-4350-AC47-FFC7C4C00692}" type="slidenum">
              <a:rPr lang="en-US" smtClean="0"/>
              <a:t>‹#›</a:t>
            </a:fld>
            <a:endParaRPr lang="en-US"/>
          </a:p>
        </p:txBody>
      </p:sp>
      <p:sp>
        <p:nvSpPr>
          <p:cNvPr id="15" name="Text Placeholder 15"/>
          <p:cNvSpPr>
            <a:spLocks noGrp="1"/>
          </p:cNvSpPr>
          <p:nvPr>
            <p:ph type="body" sz="quarter" idx="14" hasCustomPrompt="1"/>
          </p:nvPr>
        </p:nvSpPr>
        <p:spPr>
          <a:xfrm>
            <a:off x="3581400" y="971550"/>
            <a:ext cx="5105400" cy="1062202"/>
          </a:xfrm>
        </p:spPr>
        <p:txBody>
          <a:bodyPr anchor="b">
            <a:normAutofit/>
          </a:bodyPr>
          <a:lstStyle>
            <a:lvl1pPr algn="r">
              <a:buNone/>
              <a:defRPr lang="en-US" sz="1650" kern="1200" dirty="0" smtClean="0">
                <a:solidFill>
                  <a:schemeClr val="tx1">
                    <a:lumMod val="75000"/>
                    <a:lumOff val="25000"/>
                  </a:schemeClr>
                </a:solidFill>
                <a:latin typeface="Calibri" pitchFamily="34" charset="0"/>
                <a:ea typeface="+mn-ea"/>
                <a:cs typeface="+mn-cs"/>
              </a:defRPr>
            </a:lvl1pPr>
          </a:lstStyle>
          <a:p>
            <a:pPr lvl="0"/>
            <a:r>
              <a:rPr lang="en-US" dirty="0"/>
              <a:t>Click to edit Master subtitle style</a:t>
            </a:r>
          </a:p>
        </p:txBody>
      </p:sp>
      <p:sp>
        <p:nvSpPr>
          <p:cNvPr id="2" name="Title 1"/>
          <p:cNvSpPr>
            <a:spLocks noGrp="1"/>
          </p:cNvSpPr>
          <p:nvPr>
            <p:ph type="title"/>
          </p:nvPr>
        </p:nvSpPr>
        <p:spPr>
          <a:xfrm>
            <a:off x="106344" y="3086100"/>
            <a:ext cx="7315200" cy="685800"/>
          </a:xfrm>
        </p:spPr>
        <p:txBody>
          <a:bodyPr anchor="b" anchorCtr="0">
            <a:normAutofit/>
          </a:bodyPr>
          <a:lstStyle>
            <a:lvl1pPr marL="0" indent="0">
              <a:defRPr lang="en-US" sz="2700" b="1" kern="1200" baseline="0">
                <a:solidFill>
                  <a:schemeClr val="bg1"/>
                </a:solidFill>
                <a:latin typeface="Arial" pitchFamily="34" charset="0"/>
                <a:ea typeface="+mn-ea"/>
                <a:cs typeface="Arial" pitchFamily="34" charset="0"/>
              </a:defRPr>
            </a:lvl1pPr>
          </a:lstStyle>
          <a:p>
            <a:pPr marL="257175" lvl="0" indent="-257175" algn="l" defTabSz="685800" rtl="0" eaLnBrk="1" latinLnBrk="0" hangingPunct="1">
              <a:spcBef>
                <a:spcPct val="20000"/>
              </a:spcBef>
              <a:buFont typeface="Arial" pitchFamily="34" charset="0"/>
              <a:buNone/>
            </a:pPr>
            <a:r>
              <a:rPr lang="en-US"/>
              <a:t>Click to edit Master title style</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0-#ppt_h/2"/>
                                          </p:val>
                                        </p:tav>
                                        <p:tav tm="100000">
                                          <p:val>
                                            <p:strVal val="#ppt_y"/>
                                          </p:val>
                                        </p:tav>
                                      </p:tavLst>
                                    </p:anim>
                                  </p:childTnLst>
                                </p:cTn>
                              </p:par>
                              <p:par>
                                <p:cTn id="9" presetID="2" presetClass="entr" presetSubtype="3"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1+#ppt_w/2"/>
                                          </p:val>
                                        </p:tav>
                                        <p:tav tm="100000">
                                          <p:val>
                                            <p:strVal val="#ppt_x"/>
                                          </p:val>
                                        </p:tav>
                                      </p:tavLst>
                                    </p:anim>
                                    <p:anim calcmode="lin" valueType="num">
                                      <p:cBhvr additive="base">
                                        <p:cTn id="12" dur="500" fill="hold"/>
                                        <p:tgtEl>
                                          <p:spTgt spid="8"/>
                                        </p:tgtEl>
                                        <p:attrNameLst>
                                          <p:attrName>ppt_y</p:attrName>
                                        </p:attrNameLst>
                                      </p:cBhvr>
                                      <p:tavLst>
                                        <p:tav tm="0">
                                          <p:val>
                                            <p:strVal val="0-#ppt_h/2"/>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15">
                                            <p:txEl>
                                              <p:pRg st="0" end="0"/>
                                            </p:txEl>
                                          </p:spTgt>
                                        </p:tgtEl>
                                        <p:attrNameLst>
                                          <p:attrName>style.visibility</p:attrName>
                                        </p:attrNameLst>
                                      </p:cBhvr>
                                      <p:to>
                                        <p:strVal val="visible"/>
                                      </p:to>
                                    </p:set>
                                    <p:anim calcmode="lin" valueType="num">
                                      <p:cBhvr additive="base">
                                        <p:cTn id="15" dur="500" fill="hold"/>
                                        <p:tgtEl>
                                          <p:spTgt spid="15">
                                            <p:txEl>
                                              <p:pRg st="0" end="0"/>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15">
                                            <p:txEl>
                                              <p:pRg st="0" end="0"/>
                                            </p:txEl>
                                          </p:spTgt>
                                        </p:tgtEl>
                                        <p:attrNameLst>
                                          <p:attrName>ppt_y</p:attrName>
                                        </p:attrNameLst>
                                      </p:cBhvr>
                                      <p:tavLst>
                                        <p:tav tm="0">
                                          <p:val>
                                            <p:strVal val="#ppt_y"/>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anim calcmode="lin" valueType="num">
                                      <p:cBhvr>
                                        <p:cTn id="20" dur="500" fill="hold"/>
                                        <p:tgtEl>
                                          <p:spTgt spid="11"/>
                                        </p:tgtEl>
                                        <p:attrNameLst>
                                          <p:attrName>ppt_x</p:attrName>
                                        </p:attrNameLst>
                                      </p:cBhvr>
                                      <p:tavLst>
                                        <p:tav tm="0">
                                          <p:val>
                                            <p:strVal val="#ppt_x"/>
                                          </p:val>
                                        </p:tav>
                                        <p:tav tm="100000">
                                          <p:val>
                                            <p:strVal val="#ppt_x"/>
                                          </p:val>
                                        </p:tav>
                                      </p:tavLst>
                                    </p:anim>
                                    <p:anim calcmode="lin" valueType="num">
                                      <p:cBhvr>
                                        <p:cTn id="21" dur="500" fill="hold"/>
                                        <p:tgtEl>
                                          <p:spTgt spid="11"/>
                                        </p:tgtEl>
                                        <p:attrNameLst>
                                          <p:attrName>ppt_y</p:attrName>
                                        </p:attrNameLst>
                                      </p:cBhvr>
                                      <p:tavLst>
                                        <p:tav tm="0">
                                          <p:val>
                                            <p:strVal val="#ppt_y+.1"/>
                                          </p:val>
                                        </p:tav>
                                        <p:tav tm="100000">
                                          <p:val>
                                            <p:strVal val="#ppt_y"/>
                                          </p:val>
                                        </p:tav>
                                      </p:tavLst>
                                    </p:anim>
                                  </p:childTnLst>
                                </p:cTn>
                              </p:par>
                              <p:par>
                                <p:cTn id="22" presetID="2" presetClass="entr" presetSubtype="8"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additive="base">
                                        <p:cTn id="24" dur="500" fill="hold"/>
                                        <p:tgtEl>
                                          <p:spTgt spid="9"/>
                                        </p:tgtEl>
                                        <p:attrNameLst>
                                          <p:attrName>ppt_x</p:attrName>
                                        </p:attrNameLst>
                                      </p:cBhvr>
                                      <p:tavLst>
                                        <p:tav tm="0">
                                          <p:val>
                                            <p:strVal val="0-#ppt_w/2"/>
                                          </p:val>
                                        </p:tav>
                                        <p:tav tm="100000">
                                          <p:val>
                                            <p:strVal val="#ppt_x"/>
                                          </p:val>
                                        </p:tav>
                                      </p:tavLst>
                                    </p:anim>
                                    <p:anim calcmode="lin" valueType="num">
                                      <p:cBhvr additive="base">
                                        <p:cTn id="25" dur="500" fill="hold"/>
                                        <p:tgtEl>
                                          <p:spTgt spid="9"/>
                                        </p:tgtEl>
                                        <p:attrNameLst>
                                          <p:attrName>ppt_y</p:attrName>
                                        </p:attrNameLst>
                                      </p:cBhvr>
                                      <p:tavLst>
                                        <p:tav tm="0">
                                          <p:val>
                                            <p:strVal val="#ppt_y"/>
                                          </p:val>
                                        </p:tav>
                                        <p:tav tm="100000">
                                          <p:val>
                                            <p:strVal val="#ppt_y"/>
                                          </p:val>
                                        </p:tav>
                                      </p:tavLst>
                                    </p:anim>
                                  </p:childTnLst>
                                </p:cTn>
                              </p:par>
                              <p:par>
                                <p:cTn id="26" presetID="2" presetClass="entr" presetSubtype="2"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additive="base">
                                        <p:cTn id="28" dur="500" fill="hold"/>
                                        <p:tgtEl>
                                          <p:spTgt spid="10"/>
                                        </p:tgtEl>
                                        <p:attrNameLst>
                                          <p:attrName>ppt_x</p:attrName>
                                        </p:attrNameLst>
                                      </p:cBhvr>
                                      <p:tavLst>
                                        <p:tav tm="0">
                                          <p:val>
                                            <p:strVal val="1+#ppt_w/2"/>
                                          </p:val>
                                        </p:tav>
                                        <p:tav tm="100000">
                                          <p:val>
                                            <p:strVal val="#ppt_x"/>
                                          </p:val>
                                        </p:tav>
                                      </p:tavLst>
                                    </p:anim>
                                    <p:anim calcmode="lin" valueType="num">
                                      <p:cBhvr additive="base">
                                        <p:cTn id="29" dur="500" fill="hold"/>
                                        <p:tgtEl>
                                          <p:spTgt spid="10"/>
                                        </p:tgtEl>
                                        <p:attrNameLst>
                                          <p:attrName>ppt_y</p:attrName>
                                        </p:attrNameLst>
                                      </p:cBhvr>
                                      <p:tavLst>
                                        <p:tav tm="0">
                                          <p:val>
                                            <p:strVal val="#ppt_y"/>
                                          </p:val>
                                        </p:tav>
                                        <p:tav tm="100000">
                                          <p:val>
                                            <p:strVal val="#ppt_y"/>
                                          </p:val>
                                        </p:tav>
                                      </p:tavLst>
                                    </p:anim>
                                  </p:childTnLst>
                                </p:cTn>
                              </p:par>
                              <p:par>
                                <p:cTn id="30" presetID="10" presetClass="entr" presetSubtype="0" fill="hold" grpId="0" nodeType="withEffect">
                                  <p:stCondLst>
                                    <p:cond delay="50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7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build="p">
        <p:tmplLst>
          <p:tmpl lvl="1">
            <p:tnLst>
              <p:par>
                <p:cTn presetID="2" presetClass="entr" presetSubtype="2" fill="hold" nodeType="withEffect">
                  <p:stCondLst>
                    <p:cond delay="0"/>
                  </p:stCondLst>
                  <p:childTnLst>
                    <p:set>
                      <p:cBhvr>
                        <p:cTn dur="1" fill="hold">
                          <p:stCondLst>
                            <p:cond delay="0"/>
                          </p:stCondLst>
                        </p:cTn>
                        <p:tgtEl>
                          <p:spTgt spid="15"/>
                        </p:tgtEl>
                        <p:attrNameLst>
                          <p:attrName>style.visibility</p:attrName>
                        </p:attrNameLst>
                      </p:cBhvr>
                      <p:to>
                        <p:strVal val="visible"/>
                      </p:to>
                    </p:set>
                    <p:anim calcmode="lin" valueType="num">
                      <p:cBhvr additive="base">
                        <p:cTn dur="500" fill="hold"/>
                        <p:tgtEl>
                          <p:spTgt spid="15"/>
                        </p:tgtEl>
                        <p:attrNameLst>
                          <p:attrName>ppt_x</p:attrName>
                        </p:attrNameLst>
                      </p:cBhvr>
                      <p:tavLst>
                        <p:tav tm="0">
                          <p:val>
                            <p:strVal val="1+#ppt_w/2"/>
                          </p:val>
                        </p:tav>
                        <p:tav tm="100000">
                          <p:val>
                            <p:strVal val="#ppt_x"/>
                          </p:val>
                        </p:tav>
                      </p:tavLst>
                    </p:anim>
                    <p:anim calcmode="lin" valueType="num">
                      <p:cBhvr additive="base">
                        <p:cTn dur="500" fill="hold"/>
                        <p:tgtEl>
                          <p:spTgt spid="15"/>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971800" y="1494265"/>
            <a:ext cx="5867400" cy="1477535"/>
          </a:xfrm>
        </p:spPr>
        <p:txBody>
          <a:bodyPr anchor="ctr">
            <a:normAutofit/>
          </a:bodyPr>
          <a:lstStyle>
            <a:lvl1pPr algn="l">
              <a:defRPr sz="2250" b="1" cap="all"/>
            </a:lvl1pPr>
          </a:lstStyle>
          <a:p>
            <a:r>
              <a:rPr lang="en-US"/>
              <a:t>Click to edit Master title style</a:t>
            </a:r>
            <a:endParaRPr lang="en-US" dirty="0"/>
          </a:p>
        </p:txBody>
      </p:sp>
      <p:sp>
        <p:nvSpPr>
          <p:cNvPr id="3" name="Text Placeholder 2"/>
          <p:cNvSpPr>
            <a:spLocks noGrp="1"/>
          </p:cNvSpPr>
          <p:nvPr>
            <p:ph type="body" idx="1"/>
          </p:nvPr>
        </p:nvSpPr>
        <p:spPr>
          <a:xfrm>
            <a:off x="381001" y="3829051"/>
            <a:ext cx="8229601" cy="281840"/>
          </a:xfrm>
        </p:spPr>
        <p:txBody>
          <a:bodyPr anchor="b">
            <a:normAutofit/>
          </a:bodyPr>
          <a:lstStyle>
            <a:lvl1pPr marL="0" indent="0" algn="r">
              <a:buNone/>
              <a:defRPr sz="1350">
                <a:solidFill>
                  <a:schemeClr val="tx1">
                    <a:lumMod val="65000"/>
                    <a:lumOff val="3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lvl1pPr>
              <a:defRPr>
                <a:solidFill>
                  <a:schemeClr val="tx1">
                    <a:lumMod val="85000"/>
                    <a:lumOff val="1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85000"/>
                    <a:lumOff val="15000"/>
                  </a:schemeClr>
                </a:solidFill>
              </a:defRPr>
            </a:lvl1pPr>
          </a:lstStyle>
          <a:p>
            <a:fld id="{A36D5C4D-246B-4350-AC47-FFC7C4C00692}" type="slidenum">
              <a:rPr lang="en-US" smtClean="0"/>
              <a:t>‹#›</a:t>
            </a:fld>
            <a:endParaRPr lang="en-US"/>
          </a:p>
        </p:txBody>
      </p:sp>
      <p:sp>
        <p:nvSpPr>
          <p:cNvPr id="7" name="Oval 6"/>
          <p:cNvSpPr/>
          <p:nvPr/>
        </p:nvSpPr>
        <p:spPr>
          <a:xfrm>
            <a:off x="762000" y="1459657"/>
            <a:ext cx="2057400" cy="1543050"/>
          </a:xfrm>
          <a:prstGeom prst="ellipse">
            <a:avLst/>
          </a:prstGeom>
          <a:gradFill flip="none" rotWithShape="1">
            <a:gsLst>
              <a:gs pos="0">
                <a:srgbClr val="F39C29"/>
              </a:gs>
              <a:gs pos="50000">
                <a:srgbClr val="F7931D"/>
              </a:gs>
              <a:gs pos="100000">
                <a:srgbClr val="FF6600"/>
              </a:gs>
            </a:gsLst>
            <a:path path="circle">
              <a:fillToRect l="50000" t="50000" r="50000" b="50000"/>
            </a:path>
            <a:tileRect/>
          </a:gradFill>
          <a:ln w="82550">
            <a:noFill/>
          </a:ln>
          <a:effectLst>
            <a:outerShdw blurRad="152400" dist="165100" dir="5400000" sx="90000" sy="-19000"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             </a:t>
            </a:r>
          </a:p>
        </p:txBody>
      </p:sp>
      <p:sp>
        <p:nvSpPr>
          <p:cNvPr id="8" name="Rectangle 7"/>
          <p:cNvSpPr/>
          <p:nvPr/>
        </p:nvSpPr>
        <p:spPr>
          <a:xfrm>
            <a:off x="8686800" y="3949032"/>
            <a:ext cx="457200" cy="72504"/>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solidFill>
                  <a:srgbClr val="FF6600"/>
                </a:solidFill>
              </a:rPr>
              <a:t>           </a:t>
            </a:r>
          </a:p>
        </p:txBody>
      </p:sp>
      <p:sp>
        <p:nvSpPr>
          <p:cNvPr id="9" name="Oval 8"/>
          <p:cNvSpPr/>
          <p:nvPr/>
        </p:nvSpPr>
        <p:spPr>
          <a:xfrm>
            <a:off x="1007328" y="1494266"/>
            <a:ext cx="1583472" cy="971550"/>
          </a:xfrm>
          <a:prstGeom prst="ellipse">
            <a:avLst/>
          </a:prstGeom>
          <a:gradFill flip="none" rotWithShape="1">
            <a:gsLst>
              <a:gs pos="63000">
                <a:schemeClr val="bg1">
                  <a:alpha val="7000"/>
                </a:schemeClr>
              </a:gs>
              <a:gs pos="72000">
                <a:schemeClr val="bg1">
                  <a:alpha val="15000"/>
                </a:schemeClr>
              </a:gs>
              <a:gs pos="91000">
                <a:schemeClr val="bg1">
                  <a:alpha val="28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       </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3" cstate="print"/>
          <a:srcRect l="2599" r="5874" b="5262"/>
          <a:stretch/>
        </p:blipFill>
        <p:spPr>
          <a:xfrm>
            <a:off x="3530" y="4400550"/>
            <a:ext cx="9144000" cy="790271"/>
          </a:xfrm>
          <a:prstGeom prst="rect">
            <a:avLst/>
          </a:prstGeom>
        </p:spPr>
      </p:pic>
      <p:sp>
        <p:nvSpPr>
          <p:cNvPr id="2" name="Title 1"/>
          <p:cNvSpPr>
            <a:spLocks noGrp="1"/>
          </p:cNvSpPr>
          <p:nvPr>
            <p:ph type="title"/>
          </p:nvPr>
        </p:nvSpPr>
        <p:spPr>
          <a:xfrm>
            <a:off x="436180" y="57150"/>
            <a:ext cx="8403020" cy="514350"/>
          </a:xfrm>
        </p:spPr>
        <p:txBody>
          <a:bodyPr anchor="ctr" anchorCtr="0">
            <a:normAutofit/>
          </a:bodyPr>
          <a:lstStyle>
            <a:lvl1pPr algn="l">
              <a:defRPr sz="2250" b="0">
                <a:solidFill>
                  <a:schemeClr val="tx1">
                    <a:lumMod val="85000"/>
                    <a:lumOff val="15000"/>
                  </a:schemeClr>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chemeClr val="tx1">
                    <a:lumMod val="85000"/>
                    <a:lumOff val="15000"/>
                  </a:schemeClr>
                </a:solidFill>
              </a:defRPr>
            </a:lvl1pPr>
            <a:lvl2pPr>
              <a:defRPr>
                <a:solidFill>
                  <a:schemeClr val="tx1">
                    <a:lumMod val="85000"/>
                    <a:lumOff val="15000"/>
                  </a:schemeClr>
                </a:solidFill>
              </a:defRPr>
            </a:lvl2pPr>
            <a:lvl3pPr>
              <a:defRPr>
                <a:solidFill>
                  <a:schemeClr val="tx1">
                    <a:lumMod val="85000"/>
                    <a:lumOff val="15000"/>
                  </a:schemeClr>
                </a:solidFill>
              </a:defRPr>
            </a:lvl3pPr>
            <a:lvl4pPr>
              <a:defRPr>
                <a:solidFill>
                  <a:schemeClr val="tx1">
                    <a:lumMod val="85000"/>
                    <a:lumOff val="15000"/>
                  </a:schemeClr>
                </a:solidFill>
              </a:defRPr>
            </a:lvl4pPr>
            <a:lvl5pPr>
              <a:defRPr>
                <a:solidFill>
                  <a:schemeClr val="tx1">
                    <a:lumMod val="85000"/>
                    <a:lumOff val="1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1">
                    <a:lumMod val="85000"/>
                    <a:lumOff val="15000"/>
                  </a:schemeClr>
                </a:solidFill>
              </a:defRPr>
            </a:lvl1pPr>
          </a:lstStyle>
          <a:p>
            <a:fld id="{184EB9B7-24A3-4171-BEA9-35C10670E3D6}" type="datetimeFigureOut">
              <a:rPr lang="en-US" smtClean="0"/>
              <a:t>11/9/25</a:t>
            </a:fld>
            <a:endParaRPr lang="en-US"/>
          </a:p>
        </p:txBody>
      </p:sp>
      <p:sp>
        <p:nvSpPr>
          <p:cNvPr id="5" name="Footer Placeholder 4"/>
          <p:cNvSpPr>
            <a:spLocks noGrp="1"/>
          </p:cNvSpPr>
          <p:nvPr>
            <p:ph type="ftr" sz="quarter" idx="11"/>
          </p:nvPr>
        </p:nvSpPr>
        <p:spPr/>
        <p:txBody>
          <a:bodyPr/>
          <a:lstStyle>
            <a:lvl1pPr>
              <a:defRPr>
                <a:solidFill>
                  <a:schemeClr val="tx1">
                    <a:lumMod val="85000"/>
                    <a:lumOff val="1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85000"/>
                    <a:lumOff val="15000"/>
                  </a:schemeClr>
                </a:solidFill>
              </a:defRPr>
            </a:lvl1pPr>
          </a:lstStyle>
          <a:p>
            <a:fld id="{A36D5C4D-246B-4350-AC47-FFC7C4C00692}" type="slidenum">
              <a:rPr lang="en-US" smtClean="0"/>
              <a:t>‹#›</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1000" fill="hold"/>
                                        <p:tgtEl>
                                          <p:spTgt spid="7"/>
                                        </p:tgtEl>
                                        <p:attrNameLst>
                                          <p:attrName>ppt_x</p:attrName>
                                        </p:attrNameLst>
                                      </p:cBhvr>
                                      <p:tavLst>
                                        <p:tav tm="0">
                                          <p:val>
                                            <p:strVal val="#ppt_x"/>
                                          </p:val>
                                        </p:tav>
                                        <p:tav tm="100000">
                                          <p:val>
                                            <p:strVal val="#ppt_x"/>
                                          </p:val>
                                        </p:tav>
                                      </p:tavLst>
                                    </p:anim>
                                    <p:anim calcmode="lin" valueType="num">
                                      <p:cBhvr additive="base">
                                        <p:cTn id="8" dur="10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and Content: Emphasis">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solidFill>
                  <a:schemeClr val="tx1">
                    <a:lumMod val="85000"/>
                    <a:lumOff val="15000"/>
                  </a:schemeClr>
                </a:solidFill>
              </a:defRPr>
            </a:lvl1pPr>
          </a:lstStyle>
          <a:p>
            <a:fld id="{184EB9B7-24A3-4171-BEA9-35C10670E3D6}" type="datetimeFigureOut">
              <a:rPr lang="en-US" smtClean="0"/>
              <a:t>11/9/25</a:t>
            </a:fld>
            <a:endParaRPr lang="en-US"/>
          </a:p>
        </p:txBody>
      </p:sp>
      <p:sp>
        <p:nvSpPr>
          <p:cNvPr id="4" name="Footer Placeholder 3"/>
          <p:cNvSpPr>
            <a:spLocks noGrp="1"/>
          </p:cNvSpPr>
          <p:nvPr>
            <p:ph type="ftr" sz="quarter" idx="11"/>
          </p:nvPr>
        </p:nvSpPr>
        <p:spPr/>
        <p:txBody>
          <a:bodyPr/>
          <a:lstStyle>
            <a:lvl1pPr>
              <a:defRPr>
                <a:solidFill>
                  <a:schemeClr val="tx1">
                    <a:lumMod val="85000"/>
                    <a:lumOff val="15000"/>
                  </a:schemeClr>
                </a:solidFill>
              </a:defRPr>
            </a:lvl1pPr>
          </a:lstStyle>
          <a:p>
            <a:endParaRPr lang="en-US"/>
          </a:p>
        </p:txBody>
      </p:sp>
      <p:sp>
        <p:nvSpPr>
          <p:cNvPr id="5" name="Slide Number Placeholder 4"/>
          <p:cNvSpPr>
            <a:spLocks noGrp="1"/>
          </p:cNvSpPr>
          <p:nvPr>
            <p:ph type="sldNum" sz="quarter" idx="12"/>
          </p:nvPr>
        </p:nvSpPr>
        <p:spPr/>
        <p:txBody>
          <a:bodyPr/>
          <a:lstStyle>
            <a:lvl1pPr>
              <a:defRPr>
                <a:solidFill>
                  <a:schemeClr val="tx1">
                    <a:lumMod val="85000"/>
                    <a:lumOff val="15000"/>
                  </a:schemeClr>
                </a:solidFill>
              </a:defRPr>
            </a:lvl1pPr>
          </a:lstStyle>
          <a:p>
            <a:fld id="{A36D5C4D-246B-4350-AC47-FFC7C4C00692}" type="slidenum">
              <a:rPr lang="en-US" smtClean="0"/>
              <a:t>‹#›</a:t>
            </a:fld>
            <a:endParaRPr lang="en-US"/>
          </a:p>
        </p:txBody>
      </p:sp>
      <p:sp>
        <p:nvSpPr>
          <p:cNvPr id="6" name="Content Placeholder 2"/>
          <p:cNvSpPr>
            <a:spLocks noGrp="1"/>
          </p:cNvSpPr>
          <p:nvPr>
            <p:ph idx="1"/>
          </p:nvPr>
        </p:nvSpPr>
        <p:spPr>
          <a:xfrm>
            <a:off x="457200" y="1200151"/>
            <a:ext cx="8229600" cy="3394472"/>
          </a:xfrm>
        </p:spPr>
        <p:txBody>
          <a:bodyPr/>
          <a:lstStyle>
            <a:lvl1pPr>
              <a:defRPr>
                <a:solidFill>
                  <a:schemeClr val="tx1">
                    <a:lumMod val="85000"/>
                    <a:lumOff val="15000"/>
                  </a:schemeClr>
                </a:solidFill>
              </a:defRPr>
            </a:lvl1pPr>
            <a:lvl2pPr>
              <a:defRPr>
                <a:solidFill>
                  <a:schemeClr val="tx1">
                    <a:lumMod val="85000"/>
                    <a:lumOff val="15000"/>
                  </a:schemeClr>
                </a:solidFill>
              </a:defRPr>
            </a:lvl2pPr>
            <a:lvl3pPr>
              <a:defRPr>
                <a:solidFill>
                  <a:schemeClr val="tx1">
                    <a:lumMod val="85000"/>
                    <a:lumOff val="15000"/>
                  </a:schemeClr>
                </a:solidFill>
              </a:defRPr>
            </a:lvl3pPr>
            <a:lvl4pPr>
              <a:defRPr>
                <a:solidFill>
                  <a:schemeClr val="tx1">
                    <a:lumMod val="85000"/>
                    <a:lumOff val="15000"/>
                  </a:schemeClr>
                </a:solidFill>
              </a:defRPr>
            </a:lvl4pPr>
            <a:lvl5pPr>
              <a:defRPr>
                <a:solidFill>
                  <a:schemeClr val="tx1">
                    <a:lumMod val="85000"/>
                    <a:lumOff val="1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woObj" preserve="1">
  <p:cSld name="Two Conten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1000" y="1"/>
            <a:ext cx="7068015" cy="628650"/>
          </a:xfrm>
        </p:spPr>
        <p:txBody>
          <a:bodyPr anchor="b">
            <a:normAutofit/>
          </a:bodyPr>
          <a:lstStyle>
            <a:lvl1pPr algn="l">
              <a:defRPr sz="2100">
                <a:solidFill>
                  <a:schemeClr val="bg1"/>
                </a:solidFill>
              </a:defRPr>
            </a:lvl1pPr>
          </a:lstStyle>
          <a:p>
            <a:r>
              <a:rPr lang="en-US"/>
              <a:t>Click to edit Master title style</a:t>
            </a:r>
            <a:endParaRPr lang="en-US" dirty="0"/>
          </a:p>
        </p:txBody>
      </p:sp>
      <p:sp>
        <p:nvSpPr>
          <p:cNvPr id="3" name="Content Placeholder 2"/>
          <p:cNvSpPr>
            <a:spLocks noGrp="1"/>
          </p:cNvSpPr>
          <p:nvPr>
            <p:ph sz="half" idx="1"/>
          </p:nvPr>
        </p:nvSpPr>
        <p:spPr>
          <a:xfrm>
            <a:off x="457200" y="1257302"/>
            <a:ext cx="4038600" cy="2978591"/>
          </a:xfrm>
        </p:spPr>
        <p:txBody>
          <a:bodyPr/>
          <a:lstStyle>
            <a:lvl1pPr>
              <a:defRPr sz="2100">
                <a:solidFill>
                  <a:schemeClr val="tx1">
                    <a:lumMod val="85000"/>
                    <a:lumOff val="15000"/>
                  </a:schemeClr>
                </a:solidFill>
              </a:defRPr>
            </a:lvl1pPr>
            <a:lvl2pPr>
              <a:defRPr sz="1800">
                <a:solidFill>
                  <a:schemeClr val="tx1">
                    <a:lumMod val="85000"/>
                    <a:lumOff val="15000"/>
                  </a:schemeClr>
                </a:solidFill>
              </a:defRPr>
            </a:lvl2pPr>
            <a:lvl3pPr>
              <a:defRPr sz="1500">
                <a:solidFill>
                  <a:schemeClr val="tx1">
                    <a:lumMod val="85000"/>
                    <a:lumOff val="15000"/>
                  </a:schemeClr>
                </a:solidFill>
              </a:defRPr>
            </a:lvl3pPr>
            <a:lvl4pPr>
              <a:defRPr sz="1350">
                <a:solidFill>
                  <a:schemeClr val="tx1">
                    <a:lumMod val="85000"/>
                    <a:lumOff val="15000"/>
                  </a:schemeClr>
                </a:solidFill>
              </a:defRPr>
            </a:lvl4pPr>
            <a:lvl5pPr>
              <a:defRPr sz="1350">
                <a:solidFill>
                  <a:schemeClr val="tx1">
                    <a:lumMod val="85000"/>
                    <a:lumOff val="15000"/>
                  </a:schemeClr>
                </a:solidFill>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57300"/>
            <a:ext cx="4038600" cy="2978591"/>
          </a:xfrm>
        </p:spPr>
        <p:txBody>
          <a:bodyPr/>
          <a:lstStyle>
            <a:lvl1pPr>
              <a:defRPr sz="2100">
                <a:solidFill>
                  <a:schemeClr val="tx1">
                    <a:lumMod val="85000"/>
                    <a:lumOff val="15000"/>
                  </a:schemeClr>
                </a:solidFill>
              </a:defRPr>
            </a:lvl1pPr>
            <a:lvl2pPr>
              <a:defRPr sz="1800">
                <a:solidFill>
                  <a:schemeClr val="tx1">
                    <a:lumMod val="85000"/>
                    <a:lumOff val="15000"/>
                  </a:schemeClr>
                </a:solidFill>
              </a:defRPr>
            </a:lvl2pPr>
            <a:lvl3pPr>
              <a:defRPr sz="1500">
                <a:solidFill>
                  <a:schemeClr val="tx1">
                    <a:lumMod val="85000"/>
                    <a:lumOff val="15000"/>
                  </a:schemeClr>
                </a:solidFill>
              </a:defRPr>
            </a:lvl3pPr>
            <a:lvl4pPr>
              <a:defRPr sz="1350">
                <a:solidFill>
                  <a:schemeClr val="tx1">
                    <a:lumMod val="85000"/>
                    <a:lumOff val="15000"/>
                  </a:schemeClr>
                </a:solidFill>
              </a:defRPr>
            </a:lvl4pPr>
            <a:lvl5pPr>
              <a:defRPr sz="1350">
                <a:solidFill>
                  <a:schemeClr val="tx1">
                    <a:lumMod val="85000"/>
                    <a:lumOff val="15000"/>
                  </a:schemeClr>
                </a:solidFill>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84EB9B7-24A3-4171-BEA9-35C10670E3D6}" type="datetimeFigureOut">
              <a:rPr lang="en-US" smtClean="0"/>
              <a:t>11/9/25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36D5C4D-246B-4350-AC47-FFC7C4C00692}" type="slidenum">
              <a:rPr lang="en-US" smtClean="0"/>
              <a:t>‹#›</a:t>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itleOnly" preserve="1">
  <p:cSld name="Title Only">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solidFill>
                  <a:schemeClr val="bg1"/>
                </a:solidFill>
              </a:defRPr>
            </a:lvl1pPr>
          </a:lstStyle>
          <a:p>
            <a:fld id="{184EB9B7-24A3-4171-BEA9-35C10670E3D6}" type="datetimeFigureOut">
              <a:rPr lang="en-US" smtClean="0"/>
              <a:t>11/9/25</a:t>
            </a:fld>
            <a:endParaRPr lang="en-US"/>
          </a:p>
        </p:txBody>
      </p:sp>
      <p:sp>
        <p:nvSpPr>
          <p:cNvPr id="4" name="Footer Placeholder 3"/>
          <p:cNvSpPr>
            <a:spLocks noGrp="1"/>
          </p:cNvSpPr>
          <p:nvPr>
            <p:ph type="ftr" sz="quarter" idx="11"/>
          </p:nvPr>
        </p:nvSpPr>
        <p:spPr/>
        <p:txBody>
          <a:bodyPr/>
          <a:lstStyle>
            <a:lvl1pPr>
              <a:defRPr>
                <a:solidFill>
                  <a:schemeClr val="bg1"/>
                </a:solidFill>
              </a:defRPr>
            </a:lvl1pPr>
          </a:lstStyle>
          <a:p>
            <a:endParaRPr lang="en-US"/>
          </a:p>
        </p:txBody>
      </p:sp>
      <p:sp>
        <p:nvSpPr>
          <p:cNvPr id="5" name="Slide Number Placeholder 4"/>
          <p:cNvSpPr>
            <a:spLocks noGrp="1"/>
          </p:cNvSpPr>
          <p:nvPr>
            <p:ph type="sldNum" sz="quarter" idx="12"/>
          </p:nvPr>
        </p:nvSpPr>
        <p:spPr/>
        <p:txBody>
          <a:bodyPr/>
          <a:lstStyle>
            <a:lvl1pPr>
              <a:defRPr>
                <a:solidFill>
                  <a:schemeClr val="bg1"/>
                </a:solidFill>
              </a:defRPr>
            </a:lvl1pPr>
          </a:lstStyle>
          <a:p>
            <a:fld id="{A36D5C4D-246B-4350-AC47-FFC7C4C00692}" type="slidenum">
              <a:rPr lang="en-US" smtClean="0"/>
              <a:t>‹#›</a:t>
            </a:fld>
            <a:endParaRPr lang="en-US"/>
          </a:p>
        </p:txBody>
      </p:sp>
      <p:pic>
        <p:nvPicPr>
          <p:cNvPr id="6" name="Picture 5"/>
          <p:cNvPicPr>
            <a:picLocks noChangeAspect="1"/>
          </p:cNvPicPr>
          <p:nvPr/>
        </p:nvPicPr>
        <p:blipFill>
          <a:blip r:embed="rId3" cstate="print"/>
          <a:stretch>
            <a:fillRect/>
          </a:stretch>
        </p:blipFill>
        <p:spPr>
          <a:xfrm>
            <a:off x="0" y="571500"/>
            <a:ext cx="2445488" cy="1714500"/>
          </a:xfrm>
          <a:prstGeom prst="rect">
            <a:avLst/>
          </a:prstGeom>
        </p:spPr>
      </p:pic>
      <p:sp>
        <p:nvSpPr>
          <p:cNvPr id="2" name="Title 1"/>
          <p:cNvSpPr>
            <a:spLocks noGrp="1"/>
          </p:cNvSpPr>
          <p:nvPr>
            <p:ph type="title"/>
          </p:nvPr>
        </p:nvSpPr>
        <p:spPr>
          <a:xfrm>
            <a:off x="1124400" y="1557900"/>
            <a:ext cx="7010400" cy="857250"/>
          </a:xfrm>
        </p:spPr>
        <p:txBody>
          <a:bodyPr/>
          <a:lstStyle>
            <a:lvl1pPr algn="l">
              <a:defRPr/>
            </a:lvl1pPr>
          </a:lstStyle>
          <a:p>
            <a:r>
              <a:rPr lang="en-US"/>
              <a:t>Click to edit Master title style</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50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Title Only: Emphasis">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4EB9B7-24A3-4171-BEA9-35C10670E3D6}" type="datetimeFigureOut">
              <a:rPr lang="en-US" smtClean="0"/>
              <a:t>11/9/25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36D5C4D-246B-4350-AC47-FFC7C4C00692}" type="slidenum">
              <a:rPr lang="en-US" smtClean="0"/>
              <a:t>‹#›</a:t>
            </a:fld>
            <a:endParaRPr lang="en-US"/>
          </a:p>
        </p:txBody>
      </p:sp>
      <p:sp>
        <p:nvSpPr>
          <p:cNvPr id="6" name="Title 1"/>
          <p:cNvSpPr>
            <a:spLocks noGrp="1"/>
          </p:cNvSpPr>
          <p:nvPr>
            <p:ph type="title" hasCustomPrompt="1"/>
          </p:nvPr>
        </p:nvSpPr>
        <p:spPr>
          <a:xfrm>
            <a:off x="290400" y="2310750"/>
            <a:ext cx="8686800" cy="821700"/>
          </a:xfrm>
        </p:spPr>
        <p:txBody>
          <a:bodyPr>
            <a:normAutofit/>
          </a:bodyPr>
          <a:lstStyle>
            <a:lvl1pPr algn="ctr">
              <a:defRPr lang="en-US" sz="3450" b="1" kern="1200" spc="-113" baseline="0" dirty="0" smtClean="0">
                <a:ln>
                  <a:gradFill>
                    <a:gsLst>
                      <a:gs pos="0">
                        <a:schemeClr val="bg1"/>
                      </a:gs>
                      <a:gs pos="50000">
                        <a:schemeClr val="bg1">
                          <a:lumMod val="75000"/>
                        </a:schemeClr>
                      </a:gs>
                    </a:gsLst>
                    <a:lin ang="5400000" scaled="0"/>
                  </a:gradFill>
                </a:ln>
                <a:gradFill>
                  <a:gsLst>
                    <a:gs pos="11000">
                      <a:schemeClr val="bg1">
                        <a:lumMod val="75000"/>
                      </a:schemeClr>
                    </a:gs>
                    <a:gs pos="91000">
                      <a:schemeClr val="bg1"/>
                    </a:gs>
                  </a:gsLst>
                  <a:lin ang="16200000" scaled="1"/>
                </a:gradFill>
                <a:effectLst>
                  <a:outerShdw blurRad="38100" algn="ctr" rotWithShape="0">
                    <a:prstClr val="black">
                      <a:alpha val="25000"/>
                    </a:prstClr>
                  </a:outerShdw>
                  <a:reflection blurRad="6350" stA="60000" endA="900" endPos="58000" dir="5400000" sy="-100000" algn="bl" rotWithShape="0"/>
                </a:effectLst>
                <a:latin typeface="+mn-lt"/>
                <a:ea typeface="+mn-ea"/>
                <a:cs typeface="+mn-cs"/>
              </a:defRPr>
            </a:lvl1pPr>
          </a:lstStyle>
          <a:p>
            <a:r>
              <a:rPr lang="en-US" dirty="0"/>
              <a:t>Click to edit Master Title Style</a:t>
            </a:r>
          </a:p>
        </p:txBody>
      </p:sp>
      <p:sp>
        <p:nvSpPr>
          <p:cNvPr id="7" name="Text Placeholder 2"/>
          <p:cNvSpPr>
            <a:spLocks noGrp="1"/>
          </p:cNvSpPr>
          <p:nvPr>
            <p:ph type="body" idx="1"/>
          </p:nvPr>
        </p:nvSpPr>
        <p:spPr>
          <a:xfrm>
            <a:off x="283952" y="1818564"/>
            <a:ext cx="8694000" cy="479822"/>
          </a:xfrm>
        </p:spPr>
        <p:txBody>
          <a:bodyPr anchor="b">
            <a:normAutofit/>
          </a:bodyPr>
          <a:lstStyle>
            <a:lvl1pPr marL="0" indent="0" algn="ctr">
              <a:buNone/>
              <a:defRPr lang="en-US" sz="2100" kern="1200" dirty="0" smtClean="0">
                <a:solidFill>
                  <a:srgbClr val="2E507A">
                    <a:alpha val="81000"/>
                  </a:srgbClr>
                </a:solidFill>
                <a:latin typeface="+mn-lt"/>
                <a:ea typeface="+mn-ea"/>
                <a:cs typeface="+mn-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Tree>
  </p:cSld>
  <p:clrMapOvr>
    <a:masterClrMapping/>
  </p:clrMapOvr>
  <mc:AlternateContent xmlns:mc="http://schemas.openxmlformats.org/markup-compatibility/2006" xmlns:p14="http://schemas.microsoft.com/office/powerpoint/2010/main">
    <mc:Choice Requires="p14">
      <p:transition spd="slow" p14:dur="2000">
        <p:push dir="u"/>
      </p:transition>
    </mc:Choice>
    <mc:Fallback xmlns="">
      <p:transition spd="slow">
        <p:push dir="u"/>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Title with Text ">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solidFill>
                  <a:schemeClr val="bg1"/>
                </a:solidFill>
              </a:defRPr>
            </a:lvl1pPr>
          </a:lstStyle>
          <a:p>
            <a:fld id="{184EB9B7-24A3-4171-BEA9-35C10670E3D6}" type="datetimeFigureOut">
              <a:rPr lang="en-US" smtClean="0"/>
              <a:t>11/9/25</a:t>
            </a:fld>
            <a:endParaRPr lang="en-US"/>
          </a:p>
        </p:txBody>
      </p:sp>
      <p:sp>
        <p:nvSpPr>
          <p:cNvPr id="4" name="Footer Placeholder 3"/>
          <p:cNvSpPr>
            <a:spLocks noGrp="1"/>
          </p:cNvSpPr>
          <p:nvPr>
            <p:ph type="ftr" sz="quarter" idx="11"/>
          </p:nvPr>
        </p:nvSpPr>
        <p:spPr/>
        <p:txBody>
          <a:bodyPr/>
          <a:lstStyle>
            <a:lvl1pPr>
              <a:defRPr>
                <a:solidFill>
                  <a:schemeClr val="bg1"/>
                </a:solidFill>
              </a:defRPr>
            </a:lvl1pPr>
          </a:lstStyle>
          <a:p>
            <a:endParaRPr lang="en-US"/>
          </a:p>
        </p:txBody>
      </p:sp>
      <p:sp>
        <p:nvSpPr>
          <p:cNvPr id="5" name="Slide Number Placeholder 4"/>
          <p:cNvSpPr>
            <a:spLocks noGrp="1"/>
          </p:cNvSpPr>
          <p:nvPr>
            <p:ph type="sldNum" sz="quarter" idx="12"/>
          </p:nvPr>
        </p:nvSpPr>
        <p:spPr/>
        <p:txBody>
          <a:bodyPr/>
          <a:lstStyle>
            <a:lvl1pPr>
              <a:defRPr>
                <a:solidFill>
                  <a:schemeClr val="bg1"/>
                </a:solidFill>
              </a:defRPr>
            </a:lvl1pPr>
          </a:lstStyle>
          <a:p>
            <a:fld id="{A36D5C4D-246B-4350-AC47-FFC7C4C00692}" type="slidenum">
              <a:rPr lang="en-US" smtClean="0"/>
              <a:t>‹#›</a:t>
            </a:fld>
            <a:endParaRPr lang="en-US"/>
          </a:p>
        </p:txBody>
      </p:sp>
      <p:sp>
        <p:nvSpPr>
          <p:cNvPr id="7" name="Rectangle 6"/>
          <p:cNvSpPr/>
          <p:nvPr/>
        </p:nvSpPr>
        <p:spPr>
          <a:xfrm>
            <a:off x="0" y="2171700"/>
            <a:ext cx="7543800" cy="1600200"/>
          </a:xfrm>
          <a:prstGeom prst="rect">
            <a:avLst/>
          </a:prstGeom>
          <a:gradFill flip="none" rotWithShape="1">
            <a:gsLst>
              <a:gs pos="63000">
                <a:schemeClr val="tx1">
                  <a:lumMod val="85000"/>
                  <a:lumOff val="15000"/>
                  <a:alpha val="49000"/>
                </a:schemeClr>
              </a:gs>
              <a:gs pos="100000">
                <a:schemeClr val="tx1">
                  <a:lumMod val="95000"/>
                  <a:lumOff val="5000"/>
                  <a:alpha val="56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9" name="Title 1"/>
          <p:cNvSpPr>
            <a:spLocks noGrp="1"/>
          </p:cNvSpPr>
          <p:nvPr>
            <p:ph type="title"/>
          </p:nvPr>
        </p:nvSpPr>
        <p:spPr>
          <a:xfrm>
            <a:off x="414867" y="2400300"/>
            <a:ext cx="7010400" cy="1257300"/>
          </a:xfrm>
        </p:spPr>
        <p:txBody>
          <a:bodyPr>
            <a:normAutofit/>
          </a:bodyPr>
          <a:lstStyle>
            <a:lvl1pPr marL="0" algn="l" defTabSz="685800" rtl="0" eaLnBrk="1" latinLnBrk="0" hangingPunct="1">
              <a:defRPr lang="en-US" sz="3000" kern="1200" dirty="0">
                <a:solidFill>
                  <a:schemeClr val="bg1"/>
                </a:solidFill>
                <a:latin typeface="+mn-lt"/>
                <a:ea typeface="+mn-ea"/>
                <a:cs typeface="+mn-cs"/>
              </a:defRPr>
            </a:lvl1pPr>
          </a:lstStyle>
          <a:p>
            <a:r>
              <a:rPr lang="en-US"/>
              <a:t>Click to edit Master title style</a:t>
            </a:r>
            <a:endParaRPr lang="en-US" dirty="0"/>
          </a:p>
        </p:txBody>
      </p:sp>
      <p:sp>
        <p:nvSpPr>
          <p:cNvPr id="10" name="Text Placeholder 15"/>
          <p:cNvSpPr>
            <a:spLocks noGrp="1"/>
          </p:cNvSpPr>
          <p:nvPr>
            <p:ph type="body" sz="quarter" idx="14" hasCustomPrompt="1"/>
          </p:nvPr>
        </p:nvSpPr>
        <p:spPr>
          <a:xfrm>
            <a:off x="4648200" y="498585"/>
            <a:ext cx="4191000" cy="285750"/>
          </a:xfrm>
        </p:spPr>
        <p:txBody>
          <a:bodyPr>
            <a:normAutofit/>
          </a:bodyPr>
          <a:lstStyle>
            <a:lvl1pPr algn="r">
              <a:buNone/>
              <a:defRPr lang="en-US" sz="1350" b="1" kern="1200" dirty="0" smtClean="0">
                <a:solidFill>
                  <a:schemeClr val="bg1">
                    <a:lumMod val="65000"/>
                  </a:schemeClr>
                </a:solidFill>
                <a:latin typeface="Calibri" pitchFamily="34" charset="0"/>
                <a:ea typeface="+mn-ea"/>
                <a:cs typeface="+mn-cs"/>
              </a:defRPr>
            </a:lvl1pPr>
          </a:lstStyle>
          <a:p>
            <a:pPr lvl="0"/>
            <a:r>
              <a:rPr lang="en-US" dirty="0"/>
              <a:t>Click to edit Master subtitle style</a:t>
            </a:r>
          </a:p>
        </p:txBody>
      </p:sp>
    </p:spTree>
  </p:cSld>
  <p:clrMapOvr>
    <a:masterClrMapping/>
  </p:clrMapOvr>
  <mc:AlternateContent xmlns:mc="http://schemas.openxmlformats.org/markup-compatibility/2006" xmlns:p14="http://schemas.microsoft.com/office/powerpoint/2010/main">
    <mc:Choice Requires="p14">
      <p:transition spd="slow" p14:dur="2000">
        <p14:vortex/>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75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125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utoUpdateAnimBg="0"/>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28600" y="457200"/>
            <a:ext cx="3008313" cy="619125"/>
          </a:xfrm>
        </p:spPr>
        <p:txBody>
          <a:bodyPr anchor="b"/>
          <a:lstStyle>
            <a:lvl1pPr algn="l">
              <a:defRPr sz="1500" b="1"/>
            </a:lvl1pPr>
          </a:lstStyle>
          <a:p>
            <a:r>
              <a:rPr lang="en-US"/>
              <a:t>Click to edit Master title style</a:t>
            </a:r>
            <a:endParaRPr lang="en-US" dirty="0"/>
          </a:p>
        </p:txBody>
      </p:sp>
      <p:sp>
        <p:nvSpPr>
          <p:cNvPr id="3" name="Content Placeholder 2"/>
          <p:cNvSpPr>
            <a:spLocks noGrp="1"/>
          </p:cNvSpPr>
          <p:nvPr>
            <p:ph idx="1"/>
          </p:nvPr>
        </p:nvSpPr>
        <p:spPr>
          <a:xfrm>
            <a:off x="3803650" y="457200"/>
            <a:ext cx="5111750" cy="4000500"/>
          </a:xfrm>
        </p:spPr>
        <p:txBody>
          <a:bodyPr/>
          <a:lstStyle>
            <a:lvl1pPr>
              <a:defRPr sz="2100">
                <a:solidFill>
                  <a:schemeClr val="bg1"/>
                </a:solidFill>
              </a:defRPr>
            </a:lvl1pPr>
            <a:lvl2pPr>
              <a:defRPr sz="2100">
                <a:solidFill>
                  <a:schemeClr val="bg1"/>
                </a:solidFill>
              </a:defRPr>
            </a:lvl2pPr>
            <a:lvl3pPr>
              <a:defRPr sz="1800">
                <a:solidFill>
                  <a:schemeClr val="bg1"/>
                </a:solidFill>
              </a:defRPr>
            </a:lvl3pPr>
            <a:lvl4pPr>
              <a:defRPr sz="1500">
                <a:solidFill>
                  <a:schemeClr val="bg1"/>
                </a:solidFill>
              </a:defRPr>
            </a:lvl4pPr>
            <a:lvl5pPr>
              <a:defRPr sz="1500">
                <a:solidFill>
                  <a:schemeClr val="bg1"/>
                </a:solidFill>
              </a:defRPr>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28600" y="1076326"/>
            <a:ext cx="3008313" cy="2867024"/>
          </a:xfrm>
        </p:spPr>
        <p:txBody>
          <a:bodyPr/>
          <a:lstStyle>
            <a:lvl1pPr marL="0" indent="0">
              <a:buNone/>
              <a:defRPr sz="1050">
                <a:solidFill>
                  <a:schemeClr val="tx1">
                    <a:lumMod val="75000"/>
                    <a:lumOff val="25000"/>
                  </a:schemeClr>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bg1"/>
                </a:solidFill>
              </a:defRPr>
            </a:lvl1pPr>
          </a:lstStyle>
          <a:p>
            <a:fld id="{184EB9B7-24A3-4171-BEA9-35C10670E3D6}" type="datetimeFigureOut">
              <a:rPr lang="en-US" smtClean="0"/>
              <a:t>11/9/25</a:t>
            </a:fld>
            <a:endParaRPr lang="en-US"/>
          </a:p>
        </p:txBody>
      </p:sp>
      <p:sp>
        <p:nvSpPr>
          <p:cNvPr id="6" name="Footer Placeholder 5"/>
          <p:cNvSpPr>
            <a:spLocks noGrp="1"/>
          </p:cNvSpPr>
          <p:nvPr>
            <p:ph type="ftr" sz="quarter" idx="11"/>
          </p:nvPr>
        </p:nvSpPr>
        <p:spPr/>
        <p:txBody>
          <a:bodyPr/>
          <a:lstStyle>
            <a:lvl1pPr>
              <a:defRPr>
                <a:solidFill>
                  <a:schemeClr val="bg1"/>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bg1"/>
                </a:solidFill>
              </a:defRPr>
            </a:lvl1pPr>
          </a:lstStyle>
          <a:p>
            <a:fld id="{A36D5C4D-246B-4350-AC47-FFC7C4C00692}" type="slidenum">
              <a:rPr lang="en-US" smtClean="0"/>
              <a:t>‹#›</a:t>
            </a:fld>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Media with Caption">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solidFill>
                  <a:schemeClr val="bg1"/>
                </a:solidFill>
              </a:defRPr>
            </a:lvl1pPr>
          </a:lstStyle>
          <a:p>
            <a:fld id="{184EB9B7-24A3-4171-BEA9-35C10670E3D6}" type="datetimeFigureOut">
              <a:rPr lang="en-US" smtClean="0"/>
              <a:t>11/9/25</a:t>
            </a:fld>
            <a:endParaRPr lang="en-US"/>
          </a:p>
        </p:txBody>
      </p:sp>
      <p:sp>
        <p:nvSpPr>
          <p:cNvPr id="4" name="Footer Placeholder 3"/>
          <p:cNvSpPr>
            <a:spLocks noGrp="1"/>
          </p:cNvSpPr>
          <p:nvPr>
            <p:ph type="ftr" sz="quarter" idx="11"/>
          </p:nvPr>
        </p:nvSpPr>
        <p:spPr/>
        <p:txBody>
          <a:bodyPr/>
          <a:lstStyle>
            <a:lvl1pPr>
              <a:defRPr>
                <a:solidFill>
                  <a:schemeClr val="bg1"/>
                </a:solidFill>
              </a:defRPr>
            </a:lvl1pPr>
          </a:lstStyle>
          <a:p>
            <a:endParaRPr lang="en-US"/>
          </a:p>
        </p:txBody>
      </p:sp>
      <p:sp>
        <p:nvSpPr>
          <p:cNvPr id="5" name="Slide Number Placeholder 4"/>
          <p:cNvSpPr>
            <a:spLocks noGrp="1"/>
          </p:cNvSpPr>
          <p:nvPr>
            <p:ph type="sldNum" sz="quarter" idx="12"/>
          </p:nvPr>
        </p:nvSpPr>
        <p:spPr/>
        <p:txBody>
          <a:bodyPr/>
          <a:lstStyle>
            <a:lvl1pPr>
              <a:defRPr>
                <a:solidFill>
                  <a:schemeClr val="bg1"/>
                </a:solidFill>
              </a:defRPr>
            </a:lvl1pPr>
          </a:lstStyle>
          <a:p>
            <a:fld id="{A36D5C4D-246B-4350-AC47-FFC7C4C00692}" type="slidenum">
              <a:rPr lang="en-US" smtClean="0"/>
              <a:t>‹#›</a:t>
            </a:fld>
            <a:endParaRPr lang="en-US"/>
          </a:p>
        </p:txBody>
      </p:sp>
      <p:sp>
        <p:nvSpPr>
          <p:cNvPr id="6" name="Rectangle 5"/>
          <p:cNvSpPr/>
          <p:nvPr/>
        </p:nvSpPr>
        <p:spPr>
          <a:xfrm>
            <a:off x="595263" y="3600450"/>
            <a:ext cx="4873752" cy="514350"/>
          </a:xfrm>
          <a:prstGeom prst="rect">
            <a:avLst/>
          </a:prstGeom>
          <a:solidFill>
            <a:schemeClr val="tx1">
              <a:lumMod val="95000"/>
              <a:lumOff val="5000"/>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1" dirty="0">
              <a:latin typeface="Georgia" pitchFamily="18" charset="0"/>
            </a:endParaRPr>
          </a:p>
        </p:txBody>
      </p:sp>
      <p:sp>
        <p:nvSpPr>
          <p:cNvPr id="7" name="Title 1"/>
          <p:cNvSpPr>
            <a:spLocks noGrp="1"/>
          </p:cNvSpPr>
          <p:nvPr>
            <p:ph type="title"/>
          </p:nvPr>
        </p:nvSpPr>
        <p:spPr>
          <a:xfrm>
            <a:off x="606552" y="3600450"/>
            <a:ext cx="4809244" cy="425054"/>
          </a:xfrm>
        </p:spPr>
        <p:txBody>
          <a:bodyPr anchor="b">
            <a:normAutofit/>
          </a:bodyPr>
          <a:lstStyle>
            <a:lvl1pPr algn="ctr">
              <a:defRPr sz="1350" b="0" i="1">
                <a:solidFill>
                  <a:schemeClr val="bg1">
                    <a:lumMod val="85000"/>
                  </a:schemeClr>
                </a:solidFill>
                <a:latin typeface="Georgia" pitchFamily="18" charset="0"/>
              </a:defRPr>
            </a:lvl1pPr>
          </a:lstStyle>
          <a:p>
            <a:r>
              <a:rPr lang="en-US"/>
              <a:t>Click to edit Master title style</a:t>
            </a:r>
            <a:endParaRPr lang="en-US" dirty="0"/>
          </a:p>
        </p:txBody>
      </p:sp>
      <p:sp>
        <p:nvSpPr>
          <p:cNvPr id="9" name="Media Placeholder 8"/>
          <p:cNvSpPr>
            <a:spLocks noGrp="1"/>
          </p:cNvSpPr>
          <p:nvPr>
            <p:ph type="media" sz="quarter" idx="13"/>
          </p:nvPr>
        </p:nvSpPr>
        <p:spPr>
          <a:xfrm>
            <a:off x="587022" y="628650"/>
            <a:ext cx="4873752" cy="2859617"/>
          </a:xfrm>
        </p:spPr>
        <p:txBody>
          <a:bodyPr/>
          <a:lstStyle>
            <a:lvl1pPr>
              <a:buNone/>
              <a:defRPr/>
            </a:lvl1pPr>
          </a:lstStyle>
          <a:p>
            <a:r>
              <a:rPr lang="en-US"/>
              <a:t>Click icon to add media</a:t>
            </a:r>
            <a:endParaRPr lang="en-US" dirty="0"/>
          </a:p>
        </p:txBody>
      </p:sp>
      <p:sp>
        <p:nvSpPr>
          <p:cNvPr id="11" name="Text Placeholder 10"/>
          <p:cNvSpPr>
            <a:spLocks noGrp="1"/>
          </p:cNvSpPr>
          <p:nvPr>
            <p:ph type="body" sz="quarter" idx="14"/>
          </p:nvPr>
        </p:nvSpPr>
        <p:spPr>
          <a:xfrm>
            <a:off x="5776863" y="628650"/>
            <a:ext cx="2819400" cy="3477683"/>
          </a:xfrm>
        </p:spPr>
        <p:txBody>
          <a:bodyPr>
            <a:normAutofit/>
          </a:bodyPr>
          <a:lstStyle>
            <a:lvl1pPr marL="0" indent="0" algn="l">
              <a:buNone/>
              <a:defRPr sz="1800">
                <a:solidFill>
                  <a:schemeClr val="bg1"/>
                </a:solidFill>
              </a:defRPr>
            </a:lvl1pPr>
          </a:lstStyle>
          <a:p>
            <a:pPr lvl="0"/>
            <a:r>
              <a:rPr lang="en-US"/>
              <a:t>Click to edit Master text styles</a:t>
            </a:r>
          </a:p>
        </p:txBody>
      </p:sp>
    </p:spTree>
  </p:cSld>
  <p:clrMapOvr>
    <a:masterClrMapping/>
  </p:clrMapOvr>
  <mc:AlternateContent xmlns:mc="http://schemas.openxmlformats.org/markup-compatibility/2006" xmlns:p14="http://schemas.microsoft.com/office/powerpoint/2010/main">
    <mc:Choice Requires="p14">
      <p:transition spd="slow" p14:dur="2000">
        <p:wipe/>
      </p:transition>
    </mc:Choice>
    <mc:Fallback xmlns="">
      <p:transition spd="slow">
        <p:wip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8" name="Rectangle 7"/>
          <p:cNvSpPr/>
          <p:nvPr/>
        </p:nvSpPr>
        <p:spPr>
          <a:xfrm>
            <a:off x="1792800" y="3600450"/>
            <a:ext cx="5500800" cy="514350"/>
          </a:xfrm>
          <a:prstGeom prst="rect">
            <a:avLst/>
          </a:prstGeom>
          <a:solidFill>
            <a:schemeClr val="tx1">
              <a:lumMod val="95000"/>
              <a:lumOff val="5000"/>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1" dirty="0">
              <a:latin typeface="Georgia" pitchFamily="18" charset="0"/>
            </a:endParaRPr>
          </a:p>
        </p:txBody>
      </p:sp>
      <p:sp>
        <p:nvSpPr>
          <p:cNvPr id="2" name="Title 1"/>
          <p:cNvSpPr>
            <a:spLocks noGrp="1"/>
          </p:cNvSpPr>
          <p:nvPr>
            <p:ph type="title"/>
          </p:nvPr>
        </p:nvSpPr>
        <p:spPr>
          <a:xfrm>
            <a:off x="1792288" y="3600450"/>
            <a:ext cx="5486400" cy="425054"/>
          </a:xfrm>
        </p:spPr>
        <p:txBody>
          <a:bodyPr anchor="b">
            <a:normAutofit/>
          </a:bodyPr>
          <a:lstStyle>
            <a:lvl1pPr algn="ctr">
              <a:defRPr sz="1350" b="0" i="1">
                <a:solidFill>
                  <a:schemeClr val="bg1">
                    <a:lumMod val="85000"/>
                  </a:schemeClr>
                </a:solidFill>
                <a:latin typeface="Georgia" pitchFamily="18" charset="0"/>
              </a:defRPr>
            </a:lvl1pPr>
          </a:lstStyle>
          <a:p>
            <a:r>
              <a:rPr lang="en-US"/>
              <a:t>Click to edit Master title style</a:t>
            </a:r>
            <a:endParaRPr lang="en-US" dirty="0"/>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792288" y="4171950"/>
            <a:ext cx="5486400" cy="457200"/>
          </a:xfrm>
        </p:spPr>
        <p:txBody>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bg1"/>
                </a:solidFill>
              </a:defRPr>
            </a:lvl1pPr>
          </a:lstStyle>
          <a:p>
            <a:fld id="{184EB9B7-24A3-4171-BEA9-35C10670E3D6}" type="datetimeFigureOut">
              <a:rPr lang="en-US" smtClean="0"/>
              <a:t>11/9/25</a:t>
            </a:fld>
            <a:endParaRPr lang="en-US"/>
          </a:p>
        </p:txBody>
      </p:sp>
      <p:sp>
        <p:nvSpPr>
          <p:cNvPr id="6" name="Footer Placeholder 5"/>
          <p:cNvSpPr>
            <a:spLocks noGrp="1"/>
          </p:cNvSpPr>
          <p:nvPr>
            <p:ph type="ftr" sz="quarter" idx="11"/>
          </p:nvPr>
        </p:nvSpPr>
        <p:spPr/>
        <p:txBody>
          <a:bodyPr/>
          <a:lstStyle>
            <a:lvl1pPr>
              <a:defRPr>
                <a:solidFill>
                  <a:schemeClr val="bg1"/>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bg1"/>
                </a:solidFill>
              </a:defRPr>
            </a:lvl1pPr>
          </a:lstStyle>
          <a:p>
            <a:fld id="{A36D5C4D-246B-4350-AC47-FFC7C4C00692}" type="slidenum">
              <a:rPr lang="en-US" smtClean="0"/>
              <a:t>‹#›</a:t>
            </a:fld>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Title and Vertical Tex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4EB9B7-24A3-4171-BEA9-35C10670E3D6}" type="datetimeFigureOut">
              <a:rPr lang="en-US" smtClean="0"/>
              <a:t>11/9/25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6D5C4D-246B-4350-AC47-FFC7C4C00692}" type="slidenum">
              <a:rPr lang="en-US" smtClean="0"/>
              <a:t>‹#›</a:t>
            </a:fld>
            <a:endParaRPr lang="en-US"/>
          </a:p>
        </p:txBody>
      </p:sp>
      <p:sp>
        <p:nvSpPr>
          <p:cNvPr id="14" name="Title 1"/>
          <p:cNvSpPr>
            <a:spLocks noGrp="1"/>
          </p:cNvSpPr>
          <p:nvPr>
            <p:ph type="title" hasCustomPrompt="1"/>
          </p:nvPr>
        </p:nvSpPr>
        <p:spPr>
          <a:xfrm>
            <a:off x="0" y="311150"/>
            <a:ext cx="5029200" cy="342900"/>
          </a:xfrm>
          <a:solidFill>
            <a:schemeClr val="tx1">
              <a:lumMod val="50000"/>
              <a:lumOff val="50000"/>
            </a:schemeClr>
          </a:solidFill>
        </p:spPr>
        <p:txBody>
          <a:bodyPr>
            <a:normAutofit/>
          </a:bodyPr>
          <a:lstStyle>
            <a:lvl1pPr algn="l">
              <a:defRPr lang="en-US" sz="2100" b="1" kern="1200" baseline="0" dirty="0">
                <a:solidFill>
                  <a:schemeClr val="bg1"/>
                </a:solidFill>
                <a:latin typeface="+mn-lt"/>
                <a:ea typeface="+mn-ea"/>
                <a:cs typeface="+mn-cs"/>
              </a:defRPr>
            </a:lvl1pPr>
          </a:lstStyle>
          <a:p>
            <a:r>
              <a:rPr lang="en-US" dirty="0"/>
              <a:t>    Click to edit Master title style</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715000" y="205979"/>
            <a:ext cx="2057400" cy="43886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7200" y="205979"/>
            <a:ext cx="51054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solidFill>
                  <a:schemeClr val="tx1">
                    <a:lumMod val="85000"/>
                    <a:lumOff val="15000"/>
                  </a:schemeClr>
                </a:solidFill>
              </a:defRPr>
            </a:lvl1pPr>
          </a:lstStyle>
          <a:p>
            <a:fld id="{184EB9B7-24A3-4171-BEA9-35C10670E3D6}" type="datetimeFigureOut">
              <a:rPr lang="en-US" smtClean="0"/>
              <a:t>11/9/25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85000"/>
                    <a:lumOff val="15000"/>
                  </a:schemeClr>
                </a:solidFill>
              </a:defRPr>
            </a:lvl1pPr>
          </a:lstStyle>
          <a:p>
            <a:fld id="{A36D5C4D-246B-4350-AC47-FFC7C4C00692}" type="slidenum">
              <a:rPr lang="en-US" smtClean="0"/>
              <a:t>‹#›</a:t>
            </a:fld>
            <a:endParaRPr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cSld name="Blank">
    <p:bg>
      <p:bgRef idx="1001">
        <a:schemeClr val="bg1"/>
      </p:bgRef>
    </p:bg>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cstate="print"/>
          <a:srcRect l="2599" r="5874" b="5262"/>
          <a:stretch/>
        </p:blipFill>
        <p:spPr>
          <a:xfrm>
            <a:off x="3530" y="4400550"/>
            <a:ext cx="9144000" cy="790271"/>
          </a:xfrm>
          <a:prstGeom prst="rect">
            <a:avLst/>
          </a:prstGeom>
        </p:spPr>
      </p:pic>
      <p:sp>
        <p:nvSpPr>
          <p:cNvPr id="2" name="Date Placeholder 1"/>
          <p:cNvSpPr>
            <a:spLocks noGrp="1"/>
          </p:cNvSpPr>
          <p:nvPr>
            <p:ph type="dt" sz="half" idx="10"/>
          </p:nvPr>
        </p:nvSpPr>
        <p:spPr/>
        <p:txBody>
          <a:bodyPr/>
          <a:lstStyle/>
          <a:p>
            <a:fld id="{EBCD5785-8A43-4CC4-A705-D4AA7E8DB57F}" type="datetimeFigureOut">
              <a:rPr lang="en-US" smtClean="0">
                <a:solidFill>
                  <a:prstClr val="black">
                    <a:tint val="75000"/>
                  </a:prstClr>
                </a:solidFill>
              </a:rPr>
              <a:pPr/>
              <a:t>11/9/25</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FF75B4CE-5129-41CA-A75E-F2AE589D1F47}" type="slidenum">
              <a:rPr lang="en-US" smtClean="0">
                <a:solidFill>
                  <a:prstClr val="black">
                    <a:tint val="75000"/>
                  </a:prstClr>
                </a:solidFill>
              </a:rPr>
              <a:pPr/>
              <a:t>‹#›</a:t>
            </a:fld>
            <a:endParaRPr lang="en-US" dirty="0">
              <a:solidFill>
                <a:prstClr val="black">
                  <a:tint val="75000"/>
                </a:prstClr>
              </a:solidFill>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6" Type="http://schemas.openxmlformats.org/officeDocument/2006/relationships/image" Target="../media/image2.jpeg"/><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theme" Target="../theme/theme2.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6" name="Rectangle 6"/>
          <p:cNvSpPr>
            <a:spLocks noGrp="1"/>
          </p:cNvSpPr>
          <p:nvPr>
            <p:ph type="title"/>
          </p:nvPr>
        </p:nvSpPr>
        <p:spPr>
          <a:xfrm>
            <a:off x="457200" y="205978"/>
            <a:ext cx="8229600" cy="937022"/>
          </a:xfrm>
          <a:prstGeom prst="rect">
            <a:avLst/>
          </a:prstGeom>
        </p:spPr>
        <p:txBody>
          <a:bodyPr anchor="ctr">
            <a:normAutofit/>
          </a:bodyPr>
          <a:lstStyle/>
          <a:p>
            <a:r>
              <a:rPr lang="en-US" noProof="1"/>
              <a:t>Click to edit Master title style</a:t>
            </a:r>
            <a:endParaRPr lang="en-US" dirty="0"/>
          </a:p>
        </p:txBody>
      </p:sp>
      <p:sp>
        <p:nvSpPr>
          <p:cNvPr id="13" name="Rectangle 5"/>
          <p:cNvSpPr>
            <a:spLocks noGrp="1"/>
          </p:cNvSpPr>
          <p:nvPr>
            <p:ph type="body" idx="1"/>
          </p:nvPr>
        </p:nvSpPr>
        <p:spPr>
          <a:xfrm>
            <a:off x="457200" y="1200151"/>
            <a:ext cx="8229600" cy="3394472"/>
          </a:xfrm>
          <a:prstGeom prst="rect">
            <a:avLst/>
          </a:prstGeom>
        </p:spPr>
        <p:txBody>
          <a:bodyPr>
            <a:normAutofit/>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US" dirty="0"/>
          </a:p>
        </p:txBody>
      </p:sp>
      <p:sp>
        <p:nvSpPr>
          <p:cNvPr id="29" name="Rectangle 3"/>
          <p:cNvSpPr>
            <a:spLocks noGrp="1"/>
          </p:cNvSpPr>
          <p:nvPr>
            <p:ph type="dt" sz="half" idx="2"/>
          </p:nvPr>
        </p:nvSpPr>
        <p:spPr>
          <a:xfrm>
            <a:off x="66675" y="4919521"/>
            <a:ext cx="2438400" cy="183356"/>
          </a:xfrm>
          <a:prstGeom prst="rect">
            <a:avLst/>
          </a:prstGeom>
        </p:spPr>
        <p:txBody>
          <a:bodyPr anchor="b"/>
          <a:lstStyle>
            <a:lvl1pPr>
              <a:defRPr sz="900">
                <a:solidFill>
                  <a:schemeClr val="tx2"/>
                </a:solidFill>
              </a:defRPr>
            </a:lvl1pPr>
            <a:extLst/>
          </a:lstStyle>
          <a:p>
            <a:fld id="{184EB9B7-24A3-4171-BEA9-35C10670E3D6}" type="datetimeFigureOut">
              <a:rPr lang="en-US" smtClean="0"/>
              <a:t>11/9/25</a:t>
            </a:fld>
            <a:endParaRPr lang="en-US"/>
          </a:p>
        </p:txBody>
      </p:sp>
      <p:sp>
        <p:nvSpPr>
          <p:cNvPr id="20" name="Rectangle 25"/>
          <p:cNvSpPr>
            <a:spLocks noGrp="1"/>
          </p:cNvSpPr>
          <p:nvPr>
            <p:ph type="ftr" sz="quarter" idx="3"/>
          </p:nvPr>
        </p:nvSpPr>
        <p:spPr>
          <a:xfrm>
            <a:off x="2995653" y="4918615"/>
            <a:ext cx="4648200" cy="185166"/>
          </a:xfrm>
          <a:prstGeom prst="rect">
            <a:avLst/>
          </a:prstGeom>
        </p:spPr>
        <p:txBody>
          <a:bodyPr anchor="b"/>
          <a:lstStyle>
            <a:lvl1pPr algn="ctr">
              <a:defRPr sz="900">
                <a:solidFill>
                  <a:schemeClr val="tx2"/>
                </a:solidFill>
              </a:defRPr>
            </a:lvl1pPr>
            <a:extLst/>
          </a:lstStyle>
          <a:p>
            <a:endParaRPr lang="en-US"/>
          </a:p>
        </p:txBody>
      </p:sp>
      <p:sp>
        <p:nvSpPr>
          <p:cNvPr id="23" name="Rectangle 16"/>
          <p:cNvSpPr>
            <a:spLocks noGrp="1"/>
          </p:cNvSpPr>
          <p:nvPr>
            <p:ph type="sldNum" sz="quarter" idx="4"/>
          </p:nvPr>
        </p:nvSpPr>
        <p:spPr>
          <a:xfrm>
            <a:off x="8172450" y="4919521"/>
            <a:ext cx="914400" cy="183356"/>
          </a:xfrm>
          <a:prstGeom prst="rect">
            <a:avLst/>
          </a:prstGeom>
        </p:spPr>
        <p:txBody>
          <a:bodyPr/>
          <a:lstStyle>
            <a:lvl1pPr algn="r">
              <a:defRPr sz="900">
                <a:solidFill>
                  <a:schemeClr val="tx2"/>
                </a:solidFill>
              </a:defRPr>
            </a:lvl1pPr>
            <a:extLst/>
          </a:lstStyle>
          <a:p>
            <a:fld id="{A36D5C4D-246B-4350-AC47-FFC7C4C00692}" type="slidenum">
              <a:rPr lang="en-US" smtClean="0"/>
              <a:t>‹#›</a:t>
            </a:fld>
            <a:endParaRPr lang="en-US"/>
          </a:p>
        </p:txBody>
      </p:sp>
    </p:spTree>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2" r:id="rId18"/>
    <p:sldLayoutId id="2147483703" r:id="rId19"/>
    <p:sldLayoutId id="2147483704" r:id="rId20"/>
    <p:sldLayoutId id="2147483705" r:id="rId21"/>
    <p:sldLayoutId id="2147483706" r:id="rId22"/>
    <p:sldLayoutId id="2147483707" r:id="rId23"/>
  </p:sldLayoutIdLst>
  <p:transition>
    <p:fade/>
  </p:transition>
  <p:txStyles>
    <p:titleStyle>
      <a:lvl1pPr algn="l" rtl="0" eaLnBrk="1" latinLnBrk="0" hangingPunct="1">
        <a:spcBef>
          <a:spcPct val="0"/>
        </a:spcBef>
        <a:buNone/>
        <a:defRPr sz="2400" cap="all" baseline="0">
          <a:solidFill>
            <a:schemeClr val="tx2"/>
          </a:solidFill>
          <a:effectLst>
            <a:outerShdw blurRad="51000" dist="37000" dir="540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extLst/>
    </p:titleStyle>
    <p:bodyStyle>
      <a:lvl1pPr marL="257175" indent="-257175" algn="l" rtl="0" eaLnBrk="1" latinLnBrk="0" hangingPunct="1">
        <a:spcBef>
          <a:spcPct val="20000"/>
        </a:spcBef>
        <a:buChar char="•"/>
        <a:defRPr sz="1800">
          <a:solidFill>
            <a:schemeClr val="tx1"/>
          </a:solidFill>
          <a:latin typeface="+mn-lt"/>
          <a:ea typeface="+mn-ea"/>
          <a:cs typeface="+mn-cs"/>
        </a:defRPr>
      </a:lvl1pPr>
      <a:lvl2pPr marL="557213" indent="-214313" algn="l" rtl="0" eaLnBrk="1" latinLnBrk="0" hangingPunct="1">
        <a:spcBef>
          <a:spcPct val="20000"/>
        </a:spcBef>
        <a:buChar char="–"/>
        <a:defRPr sz="1800">
          <a:solidFill>
            <a:schemeClr val="tx1"/>
          </a:solidFill>
          <a:latin typeface="+mn-lt"/>
          <a:ea typeface="+mn-ea"/>
          <a:cs typeface="+mn-cs"/>
        </a:defRPr>
      </a:lvl2pPr>
      <a:lvl3pPr marL="857250" indent="-171450" algn="l" rtl="0" eaLnBrk="1" latinLnBrk="0" hangingPunct="1">
        <a:spcBef>
          <a:spcPct val="20000"/>
        </a:spcBef>
        <a:buChar char="•"/>
        <a:defRPr sz="1500">
          <a:solidFill>
            <a:schemeClr val="tx1"/>
          </a:solidFill>
          <a:latin typeface="+mn-lt"/>
          <a:ea typeface="+mn-ea"/>
          <a:cs typeface="+mn-cs"/>
        </a:defRPr>
      </a:lvl3pPr>
      <a:lvl4pPr marL="1200150" indent="-171450" algn="l" rtl="0" eaLnBrk="1" latinLnBrk="0" hangingPunct="1">
        <a:spcBef>
          <a:spcPct val="20000"/>
        </a:spcBef>
        <a:buChar char="–"/>
        <a:defRPr sz="1350">
          <a:solidFill>
            <a:schemeClr val="tx1"/>
          </a:solidFill>
          <a:latin typeface="+mn-lt"/>
          <a:ea typeface="+mn-ea"/>
          <a:cs typeface="+mn-cs"/>
        </a:defRPr>
      </a:lvl4pPr>
      <a:lvl5pPr marL="1543050" indent="-171450" algn="l" rtl="0" eaLnBrk="1" latinLnBrk="0" hangingPunct="1">
        <a:spcBef>
          <a:spcPct val="20000"/>
        </a:spcBef>
        <a:buChar char="»"/>
        <a:defRPr sz="1200">
          <a:solidFill>
            <a:schemeClr val="tx1"/>
          </a:solidFill>
          <a:latin typeface="+mn-lt"/>
          <a:ea typeface="+mn-ea"/>
          <a:cs typeface="+mn-cs"/>
        </a:defRPr>
      </a:lvl5pPr>
      <a:lvl6pPr marL="1885950" indent="-171450" algn="l" rtl="0" eaLnBrk="1" latinLnBrk="0" hangingPunct="1">
        <a:spcBef>
          <a:spcPct val="20000"/>
        </a:spcBef>
        <a:buChar char="•"/>
        <a:defRPr sz="1500">
          <a:solidFill>
            <a:schemeClr val="tx1"/>
          </a:solidFill>
          <a:latin typeface="+mn-lt"/>
          <a:ea typeface="+mn-ea"/>
          <a:cs typeface="+mn-cs"/>
        </a:defRPr>
      </a:lvl6pPr>
      <a:lvl7pPr marL="2228850" indent="-171450" algn="l" rtl="0" eaLnBrk="1" latinLnBrk="0" hangingPunct="1">
        <a:spcBef>
          <a:spcPct val="20000"/>
        </a:spcBef>
        <a:buChar char="•"/>
        <a:defRPr sz="1500">
          <a:solidFill>
            <a:schemeClr val="tx1"/>
          </a:solidFill>
          <a:latin typeface="+mn-lt"/>
          <a:ea typeface="+mn-ea"/>
          <a:cs typeface="+mn-cs"/>
        </a:defRPr>
      </a:lvl7pPr>
      <a:lvl8pPr marL="2571750" indent="-171450" algn="l" rtl="0" eaLnBrk="1" latinLnBrk="0" hangingPunct="1">
        <a:spcBef>
          <a:spcPct val="20000"/>
        </a:spcBef>
        <a:buChar char="•"/>
        <a:defRPr sz="1500">
          <a:solidFill>
            <a:schemeClr val="tx1"/>
          </a:solidFill>
          <a:latin typeface="+mn-lt"/>
          <a:ea typeface="+mn-ea"/>
          <a:cs typeface="+mn-cs"/>
        </a:defRPr>
      </a:lvl8pPr>
      <a:lvl9pPr marL="2914650" indent="-171450" algn="l" rtl="0" eaLnBrk="1" latinLnBrk="0" hangingPunct="1">
        <a:spcBef>
          <a:spcPct val="20000"/>
        </a:spcBef>
        <a:buChar char="•"/>
        <a:defRPr sz="1500">
          <a:solidFill>
            <a:schemeClr val="tx1"/>
          </a:solidFill>
          <a:latin typeface="+mn-lt"/>
          <a:ea typeface="+mn-ea"/>
          <a:cs typeface="+mn-cs"/>
        </a:defRPr>
      </a:lvl9pPr>
      <a:extLst/>
    </p:bodyStyle>
    <p:otherStyle>
      <a:lvl1pPr marL="0" algn="l" rtl="0" eaLnBrk="1" hangingPunct="1">
        <a:defRPr>
          <a:solidFill>
            <a:schemeClr val="tx1"/>
          </a:solidFill>
          <a:latin typeface="+mn-lt"/>
          <a:ea typeface="+mn-ea"/>
          <a:cs typeface="+mn-cs"/>
        </a:defRPr>
      </a:lvl1pPr>
      <a:lvl2pPr marL="342900" algn="l" rtl="0" eaLnBrk="1" hangingPunct="1">
        <a:defRPr>
          <a:solidFill>
            <a:schemeClr val="tx1"/>
          </a:solidFill>
          <a:latin typeface="+mn-lt"/>
          <a:ea typeface="+mn-ea"/>
          <a:cs typeface="+mn-cs"/>
        </a:defRPr>
      </a:lvl2pPr>
      <a:lvl3pPr marL="685800" algn="l" rtl="0" eaLnBrk="1" hangingPunct="1">
        <a:defRPr>
          <a:solidFill>
            <a:schemeClr val="tx1"/>
          </a:solidFill>
          <a:latin typeface="+mn-lt"/>
          <a:ea typeface="+mn-ea"/>
          <a:cs typeface="+mn-cs"/>
        </a:defRPr>
      </a:lvl3pPr>
      <a:lvl4pPr marL="1028700" algn="l" rtl="0" eaLnBrk="1" hangingPunct="1">
        <a:defRPr>
          <a:solidFill>
            <a:schemeClr val="tx1"/>
          </a:solidFill>
          <a:latin typeface="+mn-lt"/>
          <a:ea typeface="+mn-ea"/>
          <a:cs typeface="+mn-cs"/>
        </a:defRPr>
      </a:lvl4pPr>
      <a:lvl5pPr marL="1371600" algn="l" rtl="0" eaLnBrk="1" hangingPunct="1">
        <a:defRPr>
          <a:solidFill>
            <a:schemeClr val="tx1"/>
          </a:solidFill>
          <a:latin typeface="+mn-lt"/>
          <a:ea typeface="+mn-ea"/>
          <a:cs typeface="+mn-cs"/>
        </a:defRPr>
      </a:lvl5pPr>
      <a:lvl6pPr marL="1714500" algn="l" rtl="0" eaLnBrk="1" hangingPunct="1">
        <a:defRPr>
          <a:solidFill>
            <a:schemeClr val="tx1"/>
          </a:solidFill>
          <a:latin typeface="+mn-lt"/>
          <a:ea typeface="+mn-ea"/>
          <a:cs typeface="+mn-cs"/>
        </a:defRPr>
      </a:lvl6pPr>
      <a:lvl7pPr marL="2057400" algn="l" rtl="0" eaLnBrk="1" hangingPunct="1">
        <a:defRPr>
          <a:solidFill>
            <a:schemeClr val="tx1"/>
          </a:solidFill>
          <a:latin typeface="+mn-lt"/>
          <a:ea typeface="+mn-ea"/>
          <a:cs typeface="+mn-cs"/>
        </a:defRPr>
      </a:lvl7pPr>
      <a:lvl8pPr marL="2400300" algn="l" rtl="0" eaLnBrk="1" hangingPunct="1">
        <a:defRPr>
          <a:solidFill>
            <a:schemeClr val="tx1"/>
          </a:solidFill>
          <a:latin typeface="+mn-lt"/>
          <a:ea typeface="+mn-ea"/>
          <a:cs typeface="+mn-cs"/>
        </a:defRPr>
      </a:lvl8pPr>
      <a:lvl9pPr marL="2743200" algn="l" rtl="0" eaLnBrk="1" hangingPunct="1">
        <a:defRPr>
          <a:solidFill>
            <a:schemeClr val="tx1"/>
          </a:solidFill>
          <a:latin typeface="+mn-lt"/>
          <a:ea typeface="+mn-ea"/>
          <a:cs typeface="+mn-cs"/>
        </a:defRPr>
      </a:lvl9pPr>
      <a:extLst/>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16" cstate="print"/>
          <a:srcRect l="2599" r="5874" b="5262"/>
          <a:stretch/>
        </p:blipFill>
        <p:spPr>
          <a:xfrm>
            <a:off x="3530" y="4400550"/>
            <a:ext cx="9144000" cy="790271"/>
          </a:xfrm>
          <a:prstGeom prst="rect">
            <a:avLst/>
          </a:prstGeom>
        </p:spPr>
      </p:pic>
      <p:sp>
        <p:nvSpPr>
          <p:cNvPr id="2" name="Title Placeholder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184EB9B7-24A3-4171-BEA9-35C10670E3D6}" type="datetimeFigureOut">
              <a:rPr lang="en-US" smtClean="0"/>
              <a:t>11/9/25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A36D5C4D-246B-4350-AC47-FFC7C4C00692}" type="slidenum">
              <a:rPr lang="en-US" smtClean="0"/>
              <a:t>‹#›</a:t>
            </a:fld>
            <a:endParaRPr lang="en-US"/>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 id="2147483755" r:id="rId12"/>
    <p:sldLayoutId id="2147483756" r:id="rId13"/>
    <p:sldLayoutId id="2147483757" r:id="rId14"/>
  </p:sldLayoutIdLst>
  <p:transition>
    <p:fade/>
  </p:transition>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body" sz="quarter" idx="14"/>
          </p:nvPr>
        </p:nvSpPr>
        <p:spPr>
          <a:xfrm>
            <a:off x="3829050" y="742950"/>
            <a:ext cx="3829050" cy="1062202"/>
          </a:xfrm>
        </p:spPr>
        <p:txBody>
          <a:bodyPr/>
          <a:lstStyle/>
          <a:p>
            <a:pPr algn="ctr"/>
            <a:r>
              <a:rPr lang="en-US" sz="3000" dirty="0"/>
              <a:t>Review an existing website</a:t>
            </a:r>
          </a:p>
          <a:p>
            <a:endParaRPr lang="en-US" dirty="0"/>
          </a:p>
        </p:txBody>
      </p:sp>
      <p:sp>
        <p:nvSpPr>
          <p:cNvPr id="2" name="Title 1"/>
          <p:cNvSpPr>
            <a:spLocks noGrp="1"/>
          </p:cNvSpPr>
          <p:nvPr>
            <p:ph type="title"/>
          </p:nvPr>
        </p:nvSpPr>
        <p:spPr>
          <a:xfrm>
            <a:off x="1371600" y="2571750"/>
            <a:ext cx="5486400" cy="685800"/>
          </a:xfrm>
        </p:spPr>
        <p:txBody>
          <a:bodyPr/>
          <a:lstStyle/>
          <a:p>
            <a:r>
              <a:rPr lang="en-US" dirty="0"/>
              <a:t>Usability in Design</a:t>
            </a:r>
          </a:p>
        </p:txBody>
      </p:sp>
      <p:sp>
        <p:nvSpPr>
          <p:cNvPr id="4" name="TextBox 3">
            <a:extLst>
              <a:ext uri="{FF2B5EF4-FFF2-40B4-BE49-F238E27FC236}">
                <a16:creationId xmlns:a16="http://schemas.microsoft.com/office/drawing/2014/main" id="{AC9B129D-0B06-5141-96F8-FFF1C1C64C2D}"/>
              </a:ext>
            </a:extLst>
          </p:cNvPr>
          <p:cNvSpPr txBox="1"/>
          <p:nvPr/>
        </p:nvSpPr>
        <p:spPr>
          <a:xfrm>
            <a:off x="4743450" y="1714500"/>
            <a:ext cx="2457450" cy="415498"/>
          </a:xfrm>
          <a:prstGeom prst="rect">
            <a:avLst/>
          </a:prstGeom>
          <a:noFill/>
        </p:spPr>
        <p:txBody>
          <a:bodyPr wrap="square" rtlCol="0">
            <a:spAutoFit/>
          </a:bodyPr>
          <a:lstStyle/>
          <a:p>
            <a:r>
              <a:rPr lang="en-US" sz="2100" i="1" dirty="0"/>
              <a:t>http://</a:t>
            </a:r>
            <a:r>
              <a:rPr lang="en-US" sz="2100" i="1" dirty="0" err="1"/>
              <a:t>usability.gov</a:t>
            </a:r>
            <a:endParaRPr lang="en-US" sz="2100" i="1" dirty="0"/>
          </a:p>
        </p:txBody>
      </p:sp>
    </p:spTree>
    <p:extLst>
      <p:ext uri="{BB962C8B-B14F-4D97-AF65-F5344CB8AC3E}">
        <p14:creationId xmlns:p14="http://schemas.microsoft.com/office/powerpoint/2010/main" val="22391882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dirty="0"/>
              <a:t>to begin with..</a:t>
            </a:r>
          </a:p>
        </p:txBody>
      </p:sp>
      <p:sp>
        <p:nvSpPr>
          <p:cNvPr id="3" name="Content Placeholder 2"/>
          <p:cNvSpPr>
            <a:spLocks noGrp="1"/>
          </p:cNvSpPr>
          <p:nvPr>
            <p:ph idx="1"/>
          </p:nvPr>
        </p:nvSpPr>
        <p:spPr/>
        <p:txBody>
          <a:bodyPr/>
          <a:lstStyle/>
          <a:p>
            <a:r>
              <a:rPr lang="en-US" dirty="0"/>
              <a:t>Meeting </a:t>
            </a:r>
            <a:r>
              <a:rPr lang="en-US" b="1" i="1" dirty="0"/>
              <a:t>Organization’s objectives</a:t>
            </a:r>
            <a:r>
              <a:rPr lang="en-US" dirty="0"/>
              <a:t> and your </a:t>
            </a:r>
            <a:r>
              <a:rPr lang="en-US" b="1" i="1" dirty="0"/>
              <a:t>Usability goals</a:t>
            </a:r>
          </a:p>
          <a:p>
            <a:endParaRPr lang="en-US" dirty="0"/>
          </a:p>
          <a:p>
            <a:r>
              <a:rPr lang="en-US" dirty="0"/>
              <a:t>Meeting </a:t>
            </a:r>
            <a:r>
              <a:rPr lang="en-US" b="1" i="1" dirty="0"/>
              <a:t>User’s Needs</a:t>
            </a:r>
          </a:p>
          <a:p>
            <a:endParaRPr lang="en-US" dirty="0"/>
          </a:p>
          <a:p>
            <a:r>
              <a:rPr lang="en-US" dirty="0"/>
              <a:t>Complying with </a:t>
            </a:r>
            <a:r>
              <a:rPr lang="en-US" b="1" i="1" dirty="0"/>
              <a:t>Basic Web Guidelines</a:t>
            </a:r>
          </a:p>
        </p:txBody>
      </p:sp>
    </p:spTree>
    <p:extLst>
      <p:ext uri="{BB962C8B-B14F-4D97-AF65-F5344CB8AC3E}">
        <p14:creationId xmlns:p14="http://schemas.microsoft.com/office/powerpoint/2010/main" val="41346911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Meeting Organization’s objectives and your Usability goals</a:t>
            </a:r>
            <a:br>
              <a:rPr lang="en-US" dirty="0"/>
            </a:br>
            <a:endParaRPr lang="en-US" dirty="0"/>
          </a:p>
        </p:txBody>
      </p:sp>
      <p:sp>
        <p:nvSpPr>
          <p:cNvPr id="5" name="Text Placeholder 4"/>
          <p:cNvSpPr>
            <a:spLocks noGrp="1"/>
          </p:cNvSpPr>
          <p:nvPr>
            <p:ph type="body" idx="1"/>
          </p:nvPr>
        </p:nvSpPr>
        <p:spPr/>
        <p:txBody>
          <a:bodyPr>
            <a:normAutofit lnSpcReduction="10000"/>
          </a:bodyPr>
          <a:lstStyle/>
          <a:p>
            <a:endParaRPr lang="en-US"/>
          </a:p>
        </p:txBody>
      </p:sp>
    </p:spTree>
    <p:extLst>
      <p:ext uri="{BB962C8B-B14F-4D97-AF65-F5344CB8AC3E}">
        <p14:creationId xmlns:p14="http://schemas.microsoft.com/office/powerpoint/2010/main" val="25565302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Meeting Organization’s Objectives &amp; Your Usability Goals</a:t>
            </a:r>
          </a:p>
        </p:txBody>
      </p:sp>
      <p:sp>
        <p:nvSpPr>
          <p:cNvPr id="3" name="Content Placeholder 2"/>
          <p:cNvSpPr>
            <a:spLocks noGrp="1"/>
          </p:cNvSpPr>
          <p:nvPr>
            <p:ph idx="1"/>
          </p:nvPr>
        </p:nvSpPr>
        <p:spPr/>
        <p:txBody>
          <a:bodyPr/>
          <a:lstStyle/>
          <a:p>
            <a:r>
              <a:rPr lang="en-US" dirty="0"/>
              <a:t>Review the site to see how well the site is currently meeting your organization's objectives and the usability goals you have set for the site.</a:t>
            </a:r>
          </a:p>
          <a:p>
            <a:pPr lvl="1"/>
            <a:r>
              <a:rPr lang="en-US" b="1" dirty="0"/>
              <a:t>Kickoff meetings</a:t>
            </a:r>
          </a:p>
          <a:p>
            <a:pPr lvl="1"/>
            <a:r>
              <a:rPr lang="en-US" b="1" dirty="0"/>
              <a:t>Set Measureable Usability Goals</a:t>
            </a:r>
          </a:p>
        </p:txBody>
      </p:sp>
    </p:spTree>
    <p:extLst>
      <p:ext uri="{BB962C8B-B14F-4D97-AF65-F5344CB8AC3E}">
        <p14:creationId xmlns:p14="http://schemas.microsoft.com/office/powerpoint/2010/main" val="5837196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Kickoff Meetings</a:t>
            </a:r>
          </a:p>
        </p:txBody>
      </p:sp>
    </p:spTree>
    <p:extLst>
      <p:ext uri="{BB962C8B-B14F-4D97-AF65-F5344CB8AC3E}">
        <p14:creationId xmlns:p14="http://schemas.microsoft.com/office/powerpoint/2010/main" val="1970725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Measureable Usability Goals</a:t>
            </a:r>
          </a:p>
        </p:txBody>
      </p:sp>
      <p:sp>
        <p:nvSpPr>
          <p:cNvPr id="3" name="Content Placeholder 2"/>
          <p:cNvSpPr>
            <a:spLocks noGrp="1"/>
          </p:cNvSpPr>
          <p:nvPr>
            <p:ph idx="1"/>
          </p:nvPr>
        </p:nvSpPr>
        <p:spPr/>
        <p:txBody>
          <a:bodyPr/>
          <a:lstStyle/>
          <a:p>
            <a:r>
              <a:rPr lang="en-US" dirty="0"/>
              <a:t>A measurable usability goal is the definition of successful usability on your site for a specific set of users doing a specific task.</a:t>
            </a:r>
          </a:p>
          <a:p>
            <a:endParaRPr lang="en-US" dirty="0"/>
          </a:p>
        </p:txBody>
      </p:sp>
    </p:spTree>
    <p:extLst>
      <p:ext uri="{BB962C8B-B14F-4D97-AF65-F5344CB8AC3E}">
        <p14:creationId xmlns:p14="http://schemas.microsoft.com/office/powerpoint/2010/main" val="25271202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(measure usability goals)</a:t>
            </a:r>
          </a:p>
        </p:txBody>
      </p:sp>
      <p:sp>
        <p:nvSpPr>
          <p:cNvPr id="3" name="Content Placeholder 2"/>
          <p:cNvSpPr>
            <a:spLocks noGrp="1"/>
          </p:cNvSpPr>
          <p:nvPr>
            <p:ph idx="1"/>
          </p:nvPr>
        </p:nvSpPr>
        <p:spPr/>
        <p:txBody>
          <a:bodyPr>
            <a:normAutofit lnSpcReduction="10000"/>
          </a:bodyPr>
          <a:lstStyle/>
          <a:p>
            <a:pPr marL="342900" lvl="1" indent="0">
              <a:buNone/>
            </a:pPr>
            <a:r>
              <a:rPr lang="en-US" dirty="0"/>
              <a:t>You are building a Mobile application for small business owners to pay state withholding taxes online. This will allow a business owner who has been paying withholding tax by mailing in a check and slip every month will now pay that tax online. On the first attempt, the business owner will:</a:t>
            </a:r>
          </a:p>
          <a:p>
            <a:pPr lvl="2"/>
            <a:r>
              <a:rPr lang="en-US" dirty="0"/>
              <a:t>successfully complete the transaction in five minutes or less</a:t>
            </a:r>
          </a:p>
          <a:p>
            <a:pPr lvl="2"/>
            <a:r>
              <a:rPr lang="en-US" dirty="0"/>
              <a:t>submit the right amount from the right bank and bank account</a:t>
            </a:r>
          </a:p>
          <a:p>
            <a:pPr lvl="2"/>
            <a:r>
              <a:rPr lang="en-US" dirty="0"/>
              <a:t>make no more than one error while using the application and recover from any error in one minute or less</a:t>
            </a:r>
          </a:p>
          <a:p>
            <a:pPr lvl="2"/>
            <a:r>
              <a:rPr lang="en-US" dirty="0"/>
              <a:t>rate the experience a four or five on a one to five scale where five is the best</a:t>
            </a:r>
          </a:p>
          <a:p>
            <a:pPr lvl="2"/>
            <a:r>
              <a:rPr lang="en-US" dirty="0"/>
              <a:t>indicate a desire to use the application for future tax payments</a:t>
            </a:r>
          </a:p>
        </p:txBody>
      </p:sp>
    </p:spTree>
    <p:extLst>
      <p:ext uri="{BB962C8B-B14F-4D97-AF65-F5344CB8AC3E}">
        <p14:creationId xmlns:p14="http://schemas.microsoft.com/office/powerpoint/2010/main" val="3498963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Measure Usability Goals……(1)</a:t>
            </a:r>
          </a:p>
        </p:txBody>
      </p:sp>
      <p:sp>
        <p:nvSpPr>
          <p:cNvPr id="3" name="Content Placeholder 2"/>
          <p:cNvSpPr>
            <a:spLocks noGrp="1"/>
          </p:cNvSpPr>
          <p:nvPr>
            <p:ph idx="1"/>
          </p:nvPr>
        </p:nvSpPr>
        <p:spPr/>
        <p:txBody>
          <a:bodyPr>
            <a:normAutofit/>
          </a:bodyPr>
          <a:lstStyle/>
          <a:p>
            <a:r>
              <a:rPr lang="en-US" dirty="0"/>
              <a:t>Typical usability goals include time, accuracy, overall success, and satisfaction measures.</a:t>
            </a:r>
          </a:p>
          <a:p>
            <a:r>
              <a:rPr lang="en-US" dirty="0"/>
              <a:t>Time</a:t>
            </a:r>
          </a:p>
          <a:p>
            <a:pPr lvl="1"/>
            <a:r>
              <a:rPr lang="en-US" dirty="0"/>
              <a:t>You can set a usability goal for the overall time the user will take to carry out a task (scenario) on the site. You can also break down that time and set measurable usability goals for:</a:t>
            </a:r>
          </a:p>
          <a:p>
            <a:pPr lvl="2"/>
            <a:r>
              <a:rPr lang="en-US" dirty="0"/>
              <a:t>time to get to the application or to the right information portion</a:t>
            </a:r>
          </a:p>
          <a:p>
            <a:pPr lvl="2"/>
            <a:r>
              <a:rPr lang="en-US" dirty="0"/>
              <a:t>time to use the application or to understand the information</a:t>
            </a:r>
          </a:p>
          <a:p>
            <a:pPr lvl="2"/>
            <a:r>
              <a:rPr lang="en-US" dirty="0"/>
              <a:t>time to recover from an error</a:t>
            </a:r>
          </a:p>
        </p:txBody>
      </p:sp>
    </p:spTree>
    <p:extLst>
      <p:ext uri="{BB962C8B-B14F-4D97-AF65-F5344CB8AC3E}">
        <p14:creationId xmlns:p14="http://schemas.microsoft.com/office/powerpoint/2010/main" val="308139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Measure Usability Goals……(2)</a:t>
            </a:r>
          </a:p>
        </p:txBody>
      </p:sp>
      <p:sp>
        <p:nvSpPr>
          <p:cNvPr id="3" name="Content Placeholder 2"/>
          <p:cNvSpPr>
            <a:spLocks noGrp="1"/>
          </p:cNvSpPr>
          <p:nvPr>
            <p:ph idx="1"/>
          </p:nvPr>
        </p:nvSpPr>
        <p:spPr/>
        <p:txBody>
          <a:bodyPr>
            <a:normAutofit/>
          </a:bodyPr>
          <a:lstStyle/>
          <a:p>
            <a:r>
              <a:rPr lang="en-US" dirty="0"/>
              <a:t>Accuracy</a:t>
            </a:r>
          </a:p>
          <a:p>
            <a:pPr lvl="1"/>
            <a:r>
              <a:rPr lang="en-US" dirty="0"/>
              <a:t>Similarly, you can set a usability goal for the accuracy with which the user carries out the task (scenario) or you can break it down into separate goals for:</a:t>
            </a:r>
          </a:p>
          <a:p>
            <a:pPr lvl="2"/>
            <a:r>
              <a:rPr lang="en-US" dirty="0"/>
              <a:t>number of unproductive navigation choices</a:t>
            </a:r>
          </a:p>
          <a:p>
            <a:pPr lvl="2"/>
            <a:r>
              <a:rPr lang="en-US" dirty="0"/>
              <a:t>number of unproductive searches</a:t>
            </a:r>
          </a:p>
          <a:p>
            <a:pPr lvl="2"/>
            <a:r>
              <a:rPr lang="en-US" dirty="0"/>
              <a:t>number of errors in using an application</a:t>
            </a:r>
          </a:p>
          <a:p>
            <a:pPr lvl="2"/>
            <a:r>
              <a:rPr lang="en-US" dirty="0"/>
              <a:t>number of misunderstandings of information</a:t>
            </a:r>
          </a:p>
        </p:txBody>
      </p:sp>
    </p:spTree>
    <p:extLst>
      <p:ext uri="{BB962C8B-B14F-4D97-AF65-F5344CB8AC3E}">
        <p14:creationId xmlns:p14="http://schemas.microsoft.com/office/powerpoint/2010/main" val="31916725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Measure Usability Goals……(3)</a:t>
            </a:r>
          </a:p>
        </p:txBody>
      </p:sp>
      <p:sp>
        <p:nvSpPr>
          <p:cNvPr id="3" name="Content Placeholder 2"/>
          <p:cNvSpPr>
            <a:spLocks noGrp="1"/>
          </p:cNvSpPr>
          <p:nvPr>
            <p:ph idx="1"/>
          </p:nvPr>
        </p:nvSpPr>
        <p:spPr/>
        <p:txBody>
          <a:bodyPr>
            <a:normAutofit fontScale="92500" lnSpcReduction="20000"/>
          </a:bodyPr>
          <a:lstStyle/>
          <a:p>
            <a:r>
              <a:rPr lang="en-US" dirty="0"/>
              <a:t>Overall success</a:t>
            </a:r>
          </a:p>
          <a:p>
            <a:pPr lvl="1"/>
            <a:r>
              <a:rPr lang="en-US" dirty="0"/>
              <a:t>Obviously, the usability goal must be that users will be successful. If users </a:t>
            </a:r>
            <a:r>
              <a:rPr lang="en-US" b="1" i="1" dirty="0"/>
              <a:t>cannot do their tasks</a:t>
            </a:r>
            <a:r>
              <a:rPr lang="en-US" dirty="0"/>
              <a:t> or </a:t>
            </a:r>
            <a:r>
              <a:rPr lang="en-US" b="1" i="1" dirty="0"/>
              <a:t>cannot get answers to their questions</a:t>
            </a:r>
            <a:r>
              <a:rPr lang="en-US" dirty="0"/>
              <a:t> on your app, your app is failing those specific users for those specific tasks and questions.</a:t>
            </a:r>
          </a:p>
          <a:p>
            <a:endParaRPr lang="en-US" dirty="0"/>
          </a:p>
          <a:p>
            <a:pPr lvl="1"/>
            <a:r>
              <a:rPr lang="en-US" dirty="0"/>
              <a:t>You may also set measurable usability goals for how users will get to that </a:t>
            </a:r>
            <a:r>
              <a:rPr lang="en-US" b="1" i="1" dirty="0"/>
              <a:t>success</a:t>
            </a:r>
            <a:r>
              <a:rPr lang="en-US" dirty="0"/>
              <a:t>. For example, you might set a measurable usability goal for an application that new users will go to the help if they need it, will find what they need in the help, and will be back doing their original task within two minutes. You might set a measurable usability goal that a user who has done the task in your application before will do it successfully a second time without using the help.</a:t>
            </a:r>
          </a:p>
        </p:txBody>
      </p:sp>
    </p:spTree>
    <p:extLst>
      <p:ext uri="{BB962C8B-B14F-4D97-AF65-F5344CB8AC3E}">
        <p14:creationId xmlns:p14="http://schemas.microsoft.com/office/powerpoint/2010/main" val="16131220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Measure Usability Goals……(4)</a:t>
            </a:r>
          </a:p>
        </p:txBody>
      </p:sp>
      <p:sp>
        <p:nvSpPr>
          <p:cNvPr id="3" name="Content Placeholder 2"/>
          <p:cNvSpPr>
            <a:spLocks noGrp="1"/>
          </p:cNvSpPr>
          <p:nvPr>
            <p:ph idx="1"/>
          </p:nvPr>
        </p:nvSpPr>
        <p:spPr/>
        <p:txBody>
          <a:bodyPr>
            <a:normAutofit/>
          </a:bodyPr>
          <a:lstStyle/>
          <a:p>
            <a:r>
              <a:rPr lang="en-US" sz="1650" dirty="0"/>
              <a:t>Satisfaction</a:t>
            </a:r>
          </a:p>
          <a:p>
            <a:pPr lvl="1"/>
            <a:r>
              <a:rPr lang="en-US" sz="1650" dirty="0"/>
              <a:t>Your measurable usability goal must be that users are happy. You can measure overall satisfaction. You can also break down satisfaction and set separate measurable usability goals for </a:t>
            </a:r>
            <a:r>
              <a:rPr lang="en-US" sz="1650" b="1" i="1" dirty="0"/>
              <a:t>navigation, search, level of detail in the content, language of the content, and other specific factors</a:t>
            </a:r>
            <a:r>
              <a:rPr lang="en-US" sz="1650" dirty="0"/>
              <a:t>.</a:t>
            </a:r>
          </a:p>
        </p:txBody>
      </p:sp>
    </p:spTree>
    <p:extLst>
      <p:ext uri="{BB962C8B-B14F-4D97-AF65-F5344CB8AC3E}">
        <p14:creationId xmlns:p14="http://schemas.microsoft.com/office/powerpoint/2010/main" val="13572392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Measure Usability Goals……(5)</a:t>
            </a:r>
          </a:p>
        </p:txBody>
      </p:sp>
      <p:sp>
        <p:nvSpPr>
          <p:cNvPr id="3" name="Content Placeholder 2"/>
          <p:cNvSpPr>
            <a:spLocks noGrp="1"/>
          </p:cNvSpPr>
          <p:nvPr>
            <p:ph idx="1"/>
          </p:nvPr>
        </p:nvSpPr>
        <p:spPr/>
        <p:txBody>
          <a:bodyPr>
            <a:normAutofit/>
          </a:bodyPr>
          <a:lstStyle/>
          <a:p>
            <a:r>
              <a:rPr lang="en-US" sz="1650" dirty="0"/>
              <a:t>Relying on Measures</a:t>
            </a:r>
          </a:p>
          <a:p>
            <a:pPr lvl="1"/>
            <a:r>
              <a:rPr lang="en-US" sz="1350" dirty="0"/>
              <a:t>When you test the Web site against your measurable usability goals, </a:t>
            </a:r>
            <a:r>
              <a:rPr lang="en-US" sz="1350" b="1" i="1" dirty="0"/>
              <a:t>consider performance (time, accuracy, success) as more important than satisfaction ratings</a:t>
            </a:r>
            <a:r>
              <a:rPr lang="en-US" sz="1350" dirty="0"/>
              <a:t>. If users give the site low ratings, the site needs to be fixed. If users give the site high ratings, you may not be getting a true picture. In usability testing, we often find that users give high satisfaction ratings even when they have had serious performance problems. They may be blaming themselves for the problems. They may not want to hurt your feelings. They may be being polite rather than saying what they really think.</a:t>
            </a:r>
          </a:p>
          <a:p>
            <a:endParaRPr lang="en-US" dirty="0"/>
          </a:p>
        </p:txBody>
      </p:sp>
    </p:spTree>
    <p:extLst>
      <p:ext uri="{BB962C8B-B14F-4D97-AF65-F5344CB8AC3E}">
        <p14:creationId xmlns:p14="http://schemas.microsoft.com/office/powerpoint/2010/main" val="35912907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Measure Usability Goals……(6)</a:t>
            </a:r>
          </a:p>
        </p:txBody>
      </p:sp>
      <p:sp>
        <p:nvSpPr>
          <p:cNvPr id="3" name="Content Placeholder 2"/>
          <p:cNvSpPr>
            <a:spLocks noGrp="1"/>
          </p:cNvSpPr>
          <p:nvPr>
            <p:ph idx="1"/>
          </p:nvPr>
        </p:nvSpPr>
        <p:spPr/>
        <p:txBody>
          <a:bodyPr>
            <a:normAutofit/>
          </a:bodyPr>
          <a:lstStyle/>
          <a:p>
            <a:r>
              <a:rPr lang="en-US" dirty="0"/>
              <a:t>Examples of Measuring Usability Testing</a:t>
            </a:r>
          </a:p>
          <a:p>
            <a:pPr lvl="1"/>
            <a:r>
              <a:rPr lang="en-US" dirty="0"/>
              <a:t>Website level</a:t>
            </a:r>
          </a:p>
          <a:p>
            <a:pPr lvl="2"/>
            <a:r>
              <a:rPr lang="en-US" dirty="0"/>
              <a:t>95% of customers will be able to find and order a product.</a:t>
            </a:r>
          </a:p>
          <a:p>
            <a:pPr lvl="2"/>
            <a:r>
              <a:rPr lang="en-US" dirty="0"/>
              <a:t>95% of physicians will be able to find, read, and understand the latest information on lung cancer treatments.</a:t>
            </a:r>
          </a:p>
          <a:p>
            <a:pPr lvl="2"/>
            <a:r>
              <a:rPr lang="en-US" dirty="0"/>
              <a:t>95% of travelers will be able to make their own airline reservations.</a:t>
            </a:r>
          </a:p>
          <a:p>
            <a:pPr lvl="2"/>
            <a:r>
              <a:rPr lang="en-US" dirty="0"/>
              <a:t>All trained "service representatives" will be able to handle an average of 25 customer calls per hour.</a:t>
            </a:r>
          </a:p>
        </p:txBody>
      </p:sp>
    </p:spTree>
    <p:extLst>
      <p:ext uri="{BB962C8B-B14F-4D97-AF65-F5344CB8AC3E}">
        <p14:creationId xmlns:p14="http://schemas.microsoft.com/office/powerpoint/2010/main" val="3245337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Measure Usability Goals……(7)</a:t>
            </a:r>
          </a:p>
        </p:txBody>
      </p:sp>
      <p:sp>
        <p:nvSpPr>
          <p:cNvPr id="3" name="Content Placeholder 2"/>
          <p:cNvSpPr>
            <a:spLocks noGrp="1"/>
          </p:cNvSpPr>
          <p:nvPr>
            <p:ph idx="1"/>
          </p:nvPr>
        </p:nvSpPr>
        <p:spPr>
          <a:xfrm>
            <a:off x="1485900" y="857250"/>
            <a:ext cx="6172200" cy="4057650"/>
          </a:xfrm>
        </p:spPr>
        <p:txBody>
          <a:bodyPr>
            <a:normAutofit fontScale="70000" lnSpcReduction="20000"/>
          </a:bodyPr>
          <a:lstStyle/>
          <a:p>
            <a:r>
              <a:rPr lang="en-US" dirty="0"/>
              <a:t>Scenario level</a:t>
            </a:r>
          </a:p>
          <a:p>
            <a:pPr lvl="1"/>
            <a:r>
              <a:rPr lang="en-US" dirty="0"/>
              <a:t>Scenario level usually refers to two or more page and addresses issues related to one major type of user interaction). For example:</a:t>
            </a:r>
          </a:p>
          <a:p>
            <a:pPr lvl="1"/>
            <a:r>
              <a:rPr lang="en-US" dirty="0"/>
              <a:t>90% of users will be able to find a specific article on thyroid cancer within three minutes.</a:t>
            </a:r>
          </a:p>
          <a:p>
            <a:pPr lvl="1"/>
            <a:r>
              <a:rPr lang="en-US" dirty="0"/>
              <a:t>90% of users will be able to read an "update" article on skin cancer in less than five minutes.</a:t>
            </a:r>
          </a:p>
          <a:p>
            <a:pPr lvl="1"/>
            <a:r>
              <a:rPr lang="en-US" dirty="0"/>
              <a:t>90% of users will be able to make an airline reservation in less than five minutes.</a:t>
            </a:r>
          </a:p>
          <a:p>
            <a:r>
              <a:rPr lang="en-US" dirty="0"/>
              <a:t>Page level</a:t>
            </a:r>
          </a:p>
          <a:p>
            <a:pPr lvl="1"/>
            <a:r>
              <a:rPr lang="en-US" dirty="0"/>
              <a:t>Page level is always within a page and is usually the homepage. For example:</a:t>
            </a:r>
          </a:p>
          <a:p>
            <a:pPr lvl="1"/>
            <a:r>
              <a:rPr lang="en-US" dirty="0"/>
              <a:t>90% of users will be able to find and click on a specified link within 15 seconds.</a:t>
            </a:r>
          </a:p>
          <a:p>
            <a:pPr lvl="1"/>
            <a:r>
              <a:rPr lang="en-US" dirty="0"/>
              <a:t>90% of users will be able to find and click on a specified graphic within two seconds.</a:t>
            </a:r>
          </a:p>
          <a:p>
            <a:pPr lvl="1"/>
            <a:r>
              <a:rPr lang="en-US" dirty="0"/>
              <a:t>The page will download in five seconds or less on systems using a broadband connection.</a:t>
            </a:r>
          </a:p>
        </p:txBody>
      </p:sp>
    </p:spTree>
    <p:extLst>
      <p:ext uri="{BB962C8B-B14F-4D97-AF65-F5344CB8AC3E}">
        <p14:creationId xmlns:p14="http://schemas.microsoft.com/office/powerpoint/2010/main" val="4008727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Meeting User’s Needs</a:t>
            </a:r>
          </a:p>
        </p:txBody>
      </p:sp>
      <p:sp>
        <p:nvSpPr>
          <p:cNvPr id="5" name="Text Placeholder 4"/>
          <p:cNvSpPr>
            <a:spLocks noGrp="1"/>
          </p:cNvSpPr>
          <p:nvPr>
            <p:ph type="body" idx="1"/>
          </p:nvPr>
        </p:nvSpPr>
        <p:spPr/>
        <p:txBody>
          <a:bodyPr>
            <a:normAutofit lnSpcReduction="10000"/>
          </a:bodyPr>
          <a:lstStyle/>
          <a:p>
            <a:endParaRPr lang="en-US"/>
          </a:p>
        </p:txBody>
      </p:sp>
    </p:spTree>
    <p:extLst>
      <p:ext uri="{BB962C8B-B14F-4D97-AF65-F5344CB8AC3E}">
        <p14:creationId xmlns:p14="http://schemas.microsoft.com/office/powerpoint/2010/main" val="24802741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Meeting User’s Needs</a:t>
            </a:r>
          </a:p>
        </p:txBody>
      </p:sp>
      <p:sp>
        <p:nvSpPr>
          <p:cNvPr id="3" name="Content Placeholder 2"/>
          <p:cNvSpPr>
            <a:spLocks noGrp="1"/>
          </p:cNvSpPr>
          <p:nvPr>
            <p:ph idx="1"/>
          </p:nvPr>
        </p:nvSpPr>
        <p:spPr/>
        <p:txBody>
          <a:bodyPr/>
          <a:lstStyle/>
          <a:p>
            <a:r>
              <a:rPr lang="en-US" dirty="0"/>
              <a:t>Consider how well the site is fulfilling users' goals by reviewing the types of users who visit your site and the reasons they come to the Web site.</a:t>
            </a:r>
          </a:p>
          <a:p>
            <a:pPr lvl="1"/>
            <a:r>
              <a:rPr lang="en-US" dirty="0"/>
              <a:t>Review users’ email and phone calls (feedback)</a:t>
            </a:r>
          </a:p>
          <a:p>
            <a:pPr lvl="1"/>
            <a:r>
              <a:rPr lang="en-US" dirty="0"/>
              <a:t>Evaluate Web logs and search logs</a:t>
            </a:r>
          </a:p>
          <a:p>
            <a:pPr lvl="1"/>
            <a:r>
              <a:rPr lang="en-US" dirty="0"/>
              <a:t>Conduct an online survey</a:t>
            </a:r>
          </a:p>
          <a:p>
            <a:pPr lvl="1"/>
            <a:r>
              <a:rPr lang="en-US" dirty="0"/>
              <a:t>Conduct a usability test</a:t>
            </a:r>
          </a:p>
        </p:txBody>
      </p:sp>
    </p:spTree>
    <p:extLst>
      <p:ext uri="{BB962C8B-B14F-4D97-AF65-F5344CB8AC3E}">
        <p14:creationId xmlns:p14="http://schemas.microsoft.com/office/powerpoint/2010/main" val="1673765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Tips for Usability test</a:t>
            </a:r>
          </a:p>
        </p:txBody>
      </p:sp>
      <p:sp>
        <p:nvSpPr>
          <p:cNvPr id="3" name="Content Placeholder 2"/>
          <p:cNvSpPr>
            <a:spLocks noGrp="1"/>
          </p:cNvSpPr>
          <p:nvPr>
            <p:ph idx="1"/>
          </p:nvPr>
        </p:nvSpPr>
        <p:spPr/>
        <p:txBody>
          <a:bodyPr/>
          <a:lstStyle/>
          <a:p>
            <a:r>
              <a:rPr lang="en-US" dirty="0"/>
              <a:t>Testing the Site </a:t>
            </a:r>
            <a:r>
              <a:rPr lang="en-US" b="1" i="1" dirty="0"/>
              <a:t>NOT</a:t>
            </a:r>
            <a:r>
              <a:rPr lang="en-US" dirty="0"/>
              <a:t> the Users</a:t>
            </a:r>
          </a:p>
          <a:p>
            <a:r>
              <a:rPr lang="en-US" dirty="0"/>
              <a:t>Performance vs. Subjective Measures</a:t>
            </a:r>
          </a:p>
          <a:p>
            <a:r>
              <a:rPr lang="en-US" dirty="0"/>
              <a:t>Make Use of What You Learn</a:t>
            </a:r>
          </a:p>
          <a:p>
            <a:r>
              <a:rPr lang="en-US" dirty="0"/>
              <a:t>Find the Best Solution</a:t>
            </a:r>
          </a:p>
        </p:txBody>
      </p:sp>
    </p:spTree>
    <p:extLst>
      <p:ext uri="{BB962C8B-B14F-4D97-AF65-F5344CB8AC3E}">
        <p14:creationId xmlns:p14="http://schemas.microsoft.com/office/powerpoint/2010/main" val="2929039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Complying with Basic Web Guidelines</a:t>
            </a:r>
          </a:p>
        </p:txBody>
      </p:sp>
      <p:sp>
        <p:nvSpPr>
          <p:cNvPr id="5" name="Text Placeholder 4"/>
          <p:cNvSpPr>
            <a:spLocks noGrp="1"/>
          </p:cNvSpPr>
          <p:nvPr>
            <p:ph type="body" idx="1"/>
          </p:nvPr>
        </p:nvSpPr>
        <p:spPr/>
        <p:txBody>
          <a:bodyPr>
            <a:normAutofit lnSpcReduction="10000"/>
          </a:bodyPr>
          <a:lstStyle/>
          <a:p>
            <a:endParaRPr lang="en-US"/>
          </a:p>
        </p:txBody>
      </p:sp>
    </p:spTree>
    <p:extLst>
      <p:ext uri="{BB962C8B-B14F-4D97-AF65-F5344CB8AC3E}">
        <p14:creationId xmlns:p14="http://schemas.microsoft.com/office/powerpoint/2010/main" val="2987891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Complying with Basic Web Guidelines</a:t>
            </a:r>
          </a:p>
        </p:txBody>
      </p:sp>
      <p:sp>
        <p:nvSpPr>
          <p:cNvPr id="3" name="Content Placeholder 2"/>
          <p:cNvSpPr>
            <a:spLocks noGrp="1"/>
          </p:cNvSpPr>
          <p:nvPr>
            <p:ph idx="1"/>
          </p:nvPr>
        </p:nvSpPr>
        <p:spPr/>
        <p:txBody>
          <a:bodyPr/>
          <a:lstStyle/>
          <a:p>
            <a:r>
              <a:rPr lang="en-US" dirty="0"/>
              <a:t>Conduct a heuristic evaluation</a:t>
            </a:r>
          </a:p>
          <a:p>
            <a:endParaRPr lang="en-US" dirty="0"/>
          </a:p>
          <a:p>
            <a:r>
              <a:rPr lang="en-US" dirty="0"/>
              <a:t>Review the research based usability and web design guidelines</a:t>
            </a:r>
          </a:p>
          <a:p>
            <a:endParaRPr lang="en-US" dirty="0"/>
          </a:p>
          <a:p>
            <a:r>
              <a:rPr lang="en-US" dirty="0"/>
              <a:t>Examine organization’s internal policies</a:t>
            </a:r>
          </a:p>
        </p:txBody>
      </p:sp>
    </p:spTree>
    <p:extLst>
      <p:ext uri="{BB962C8B-B14F-4D97-AF65-F5344CB8AC3E}">
        <p14:creationId xmlns:p14="http://schemas.microsoft.com/office/powerpoint/2010/main" val="6649392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Heuristic Evaluation</a:t>
            </a:r>
          </a:p>
        </p:txBody>
      </p:sp>
      <p:sp>
        <p:nvSpPr>
          <p:cNvPr id="3" name="Content Placeholder 2"/>
          <p:cNvSpPr>
            <a:spLocks noGrp="1"/>
          </p:cNvSpPr>
          <p:nvPr>
            <p:ph idx="1"/>
          </p:nvPr>
        </p:nvSpPr>
        <p:spPr/>
        <p:txBody>
          <a:bodyPr>
            <a:normAutofit/>
          </a:bodyPr>
          <a:lstStyle/>
          <a:p>
            <a:r>
              <a:rPr lang="en-US" sz="1650" dirty="0"/>
              <a:t>A usability inspection method for computer software that helps to identify usability problems in the user interface (UI) design.</a:t>
            </a:r>
          </a:p>
          <a:p>
            <a:endParaRPr lang="en-US" sz="1650" dirty="0"/>
          </a:p>
          <a:p>
            <a:r>
              <a:rPr lang="en-US" sz="1650" dirty="0"/>
              <a:t>Heuristic evaluations usually are conducted by a small set (one to three) of evaluators. The evaluators independently examine a user interface and judge its compliance with a set of usability principles. The result of this analysis is a list of potential usability issues or problems.</a:t>
            </a:r>
          </a:p>
          <a:p>
            <a:endParaRPr lang="en-US" sz="1650" dirty="0"/>
          </a:p>
        </p:txBody>
      </p:sp>
    </p:spTree>
    <p:extLst>
      <p:ext uri="{BB962C8B-B14F-4D97-AF65-F5344CB8AC3E}">
        <p14:creationId xmlns:p14="http://schemas.microsoft.com/office/powerpoint/2010/main" val="26851823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Nielsen’s Heuristics</a:t>
            </a:r>
          </a:p>
        </p:txBody>
      </p:sp>
      <p:sp>
        <p:nvSpPr>
          <p:cNvPr id="3" name="Content Placeholder 2"/>
          <p:cNvSpPr>
            <a:spLocks noGrp="1"/>
          </p:cNvSpPr>
          <p:nvPr>
            <p:ph idx="1"/>
          </p:nvPr>
        </p:nvSpPr>
        <p:spPr/>
        <p:txBody>
          <a:bodyPr>
            <a:normAutofit fontScale="92500" lnSpcReduction="20000"/>
          </a:bodyPr>
          <a:lstStyle/>
          <a:p>
            <a:r>
              <a:rPr lang="en-US" dirty="0"/>
              <a:t>Visibility of system status</a:t>
            </a:r>
          </a:p>
          <a:p>
            <a:r>
              <a:rPr lang="en-US" dirty="0"/>
              <a:t>Match between system and the real world</a:t>
            </a:r>
          </a:p>
          <a:p>
            <a:r>
              <a:rPr lang="en-US" dirty="0"/>
              <a:t>User control and freedom</a:t>
            </a:r>
          </a:p>
          <a:p>
            <a:r>
              <a:rPr lang="en-US" dirty="0"/>
              <a:t>Consistency and standards</a:t>
            </a:r>
          </a:p>
          <a:p>
            <a:r>
              <a:rPr lang="en-US" dirty="0"/>
              <a:t>Error prevention</a:t>
            </a:r>
          </a:p>
          <a:p>
            <a:r>
              <a:rPr lang="en-US" dirty="0"/>
              <a:t>Recognition rather than recall</a:t>
            </a:r>
          </a:p>
          <a:p>
            <a:r>
              <a:rPr lang="en-US" dirty="0"/>
              <a:t>Flexibility and efficiency of use</a:t>
            </a:r>
          </a:p>
          <a:p>
            <a:r>
              <a:rPr lang="en-US" dirty="0"/>
              <a:t>Aesthetic and minimalist design</a:t>
            </a:r>
          </a:p>
          <a:p>
            <a:r>
              <a:rPr lang="en-US" dirty="0"/>
              <a:t>Help users recognize, diagnose, and recover from errors</a:t>
            </a:r>
          </a:p>
          <a:p>
            <a:r>
              <a:rPr lang="en-US" dirty="0"/>
              <a:t>Help and documentation</a:t>
            </a:r>
          </a:p>
          <a:p>
            <a:endParaRPr lang="en-US" dirty="0"/>
          </a:p>
          <a:p>
            <a:endParaRPr lang="en-US" dirty="0"/>
          </a:p>
        </p:txBody>
      </p:sp>
    </p:spTree>
    <p:extLst>
      <p:ext uri="{BB962C8B-B14F-4D97-AF65-F5344CB8AC3E}">
        <p14:creationId xmlns:p14="http://schemas.microsoft.com/office/powerpoint/2010/main" val="556615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Gerhardt-</a:t>
            </a:r>
            <a:r>
              <a:rPr lang="en-US" dirty="0" err="1"/>
              <a:t>Powals</a:t>
            </a:r>
            <a:r>
              <a:rPr lang="en-US" dirty="0"/>
              <a:t> Heuristics….(1)</a:t>
            </a:r>
          </a:p>
        </p:txBody>
      </p:sp>
      <p:sp>
        <p:nvSpPr>
          <p:cNvPr id="3" name="Content Placeholder 2"/>
          <p:cNvSpPr>
            <a:spLocks noGrp="1"/>
          </p:cNvSpPr>
          <p:nvPr>
            <p:ph idx="1"/>
          </p:nvPr>
        </p:nvSpPr>
        <p:spPr/>
        <p:txBody>
          <a:bodyPr>
            <a:normAutofit fontScale="85000" lnSpcReduction="10000"/>
          </a:bodyPr>
          <a:lstStyle/>
          <a:p>
            <a:r>
              <a:rPr lang="en-US" dirty="0"/>
              <a:t>Automate unwanted workload</a:t>
            </a:r>
          </a:p>
          <a:p>
            <a:r>
              <a:rPr lang="en-US" dirty="0"/>
              <a:t>Reduce uncertainty; display data in a manner that is clear and obvious.</a:t>
            </a:r>
          </a:p>
          <a:p>
            <a:r>
              <a:rPr lang="en-US" dirty="0"/>
              <a:t>Fuse data; reduce cognitive load by bringing together lower level data into a higher-level summation.</a:t>
            </a:r>
          </a:p>
          <a:p>
            <a:r>
              <a:rPr lang="en-US" dirty="0"/>
              <a:t>Present new information with meaningful aids to interpretation:</a:t>
            </a:r>
          </a:p>
          <a:p>
            <a:pPr lvl="1"/>
            <a:r>
              <a:rPr lang="en-US" dirty="0"/>
              <a:t>Use a familiar framework, making it easier to absorb.</a:t>
            </a:r>
          </a:p>
          <a:p>
            <a:pPr lvl="1"/>
            <a:r>
              <a:rPr lang="en-US" dirty="0"/>
              <a:t>Use everyday terms, metaphors, etc.</a:t>
            </a:r>
          </a:p>
          <a:p>
            <a:r>
              <a:rPr lang="en-US" dirty="0"/>
              <a:t>Use names that are conceptually related to function.</a:t>
            </a:r>
          </a:p>
          <a:p>
            <a:pPr lvl="1"/>
            <a:r>
              <a:rPr lang="en-US" dirty="0"/>
              <a:t>Context-dependent.</a:t>
            </a:r>
          </a:p>
          <a:p>
            <a:pPr lvl="1"/>
            <a:r>
              <a:rPr lang="en-US" dirty="0"/>
              <a:t>Attempt to improve recall and recognition.</a:t>
            </a:r>
          </a:p>
        </p:txBody>
      </p:sp>
    </p:spTree>
    <p:extLst>
      <p:ext uri="{BB962C8B-B14F-4D97-AF65-F5344CB8AC3E}">
        <p14:creationId xmlns:p14="http://schemas.microsoft.com/office/powerpoint/2010/main" val="121910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Gerhardt-</a:t>
            </a:r>
            <a:r>
              <a:rPr lang="en-US" dirty="0" err="1"/>
              <a:t>Powals</a:t>
            </a:r>
            <a:r>
              <a:rPr lang="en-US" dirty="0"/>
              <a:t> Heuristics….(2)</a:t>
            </a:r>
          </a:p>
        </p:txBody>
      </p:sp>
      <p:sp>
        <p:nvSpPr>
          <p:cNvPr id="3" name="Content Placeholder 2"/>
          <p:cNvSpPr>
            <a:spLocks noGrp="1"/>
          </p:cNvSpPr>
          <p:nvPr>
            <p:ph idx="1"/>
          </p:nvPr>
        </p:nvSpPr>
        <p:spPr/>
        <p:txBody>
          <a:bodyPr>
            <a:normAutofit lnSpcReduction="10000"/>
          </a:bodyPr>
          <a:lstStyle/>
          <a:p>
            <a:r>
              <a:rPr lang="en-US" dirty="0"/>
              <a:t>Group data in consistently meaningful ways to decrease search time.</a:t>
            </a:r>
          </a:p>
          <a:p>
            <a:r>
              <a:rPr lang="en-US" dirty="0"/>
              <a:t>Limit data-driven tasks:</a:t>
            </a:r>
          </a:p>
          <a:p>
            <a:pPr lvl="1"/>
            <a:r>
              <a:rPr lang="en-US" dirty="0"/>
              <a:t>Reduce the time spent assimilating raw data.</a:t>
            </a:r>
          </a:p>
          <a:p>
            <a:pPr lvl="1"/>
            <a:r>
              <a:rPr lang="en-US" dirty="0"/>
              <a:t>Make appropriate use of color and graphics.</a:t>
            </a:r>
          </a:p>
          <a:p>
            <a:r>
              <a:rPr lang="en-US" dirty="0"/>
              <a:t>Include in the displays only that information needed by the user at a given time.</a:t>
            </a:r>
          </a:p>
          <a:p>
            <a:r>
              <a:rPr lang="en-US" dirty="0"/>
              <a:t>Provide multiple coding of data when appropriate.</a:t>
            </a:r>
          </a:p>
          <a:p>
            <a:r>
              <a:rPr lang="en-US" dirty="0"/>
              <a:t>Practice judicious redundancy.</a:t>
            </a:r>
          </a:p>
        </p:txBody>
      </p:sp>
    </p:spTree>
    <p:extLst>
      <p:ext uri="{BB962C8B-B14F-4D97-AF65-F5344CB8AC3E}">
        <p14:creationId xmlns:p14="http://schemas.microsoft.com/office/powerpoint/2010/main" val="4262930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Accessibility </a:t>
            </a:r>
          </a:p>
        </p:txBody>
      </p:sp>
      <p:sp>
        <p:nvSpPr>
          <p:cNvPr id="3" name="Content Placeholder 2"/>
          <p:cNvSpPr>
            <a:spLocks noGrp="1"/>
          </p:cNvSpPr>
          <p:nvPr>
            <p:ph idx="1"/>
          </p:nvPr>
        </p:nvSpPr>
        <p:spPr/>
        <p:txBody>
          <a:bodyPr/>
          <a:lstStyle/>
          <a:p>
            <a:r>
              <a:rPr lang="en-US" dirty="0"/>
              <a:t>W3C initiative (WAI) http://w3.org/WAI</a:t>
            </a:r>
          </a:p>
        </p:txBody>
      </p:sp>
    </p:spTree>
    <p:extLst>
      <p:ext uri="{BB962C8B-B14F-4D97-AF65-F5344CB8AC3E}">
        <p14:creationId xmlns:p14="http://schemas.microsoft.com/office/powerpoint/2010/main" val="366087989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ssicPhotoAlbum">
  <a:themeElements>
    <a:clrScheme name="Technic">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Trek">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st="50800" dir="5400000" rotWithShape="0">
              <a:srgbClr val="4E3B30">
                <a:alpha val="60000"/>
              </a:srgbClr>
            </a:outerShdw>
          </a:effectLst>
        </a:effectStyle>
        <a:effectStyle>
          <a:effectLst>
            <a:outerShdw blurRad="76200" dist="50800" dir="5400000" rotWithShape="0">
              <a:srgbClr val="4E3B30">
                <a:alpha val="60000"/>
              </a:srgbClr>
            </a:outerShdw>
          </a:effectLst>
          <a:scene3d>
            <a:camera prst="orthographicFront">
              <a:rot lat="0" lon="0" rev="0"/>
            </a:camera>
            <a:lightRig rig="threePt" dir="tl">
              <a:rot lat="0" lon="0" rev="0"/>
            </a:lightRig>
          </a:scene3d>
          <a:sp3d prstMaterial="metal">
            <a:bevelT w="10000" h="10000"/>
          </a:sp3d>
        </a:effectStyle>
        <a:effectStyle>
          <a:effectLst>
            <a:outerShdw blurRad="76200" dist="50800" dir="5400000" rotWithShape="0">
              <a:srgbClr val="4E3B30">
                <a:alpha val="60000"/>
              </a:srgbClr>
            </a:outerShdw>
          </a:effectLst>
          <a:scene3d>
            <a:camera prst="obliqueTopLeft" fov="600000">
              <a:rot lat="0" lon="0" rev="0"/>
            </a:camera>
            <a:lightRig rig="balanced" dir="t">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70000"/>
                <a:satMod val="350000"/>
              </a:schemeClr>
            </a:gs>
          </a:gsLst>
          <a:path path="circle">
            <a:fillToRect l="51000" t="-20000" r="200000" b="100000"/>
          </a:path>
        </a:gradFill>
        <a:blipFill>
          <a:blip xmlns:r="http://schemas.openxmlformats.org/officeDocument/2006/relationships" r:embed="rId1">
            <a:duotone>
              <a:schemeClr val="phClr">
                <a:shade val="25000"/>
                <a:satMod val="350000"/>
              </a:schemeClr>
              <a:schemeClr val="phClr">
                <a:tint val="83000"/>
                <a:satMod val="115000"/>
              </a:schemeClr>
            </a:duotone>
          </a:blip>
          <a:tile tx="0" ty="0" sx="120000" sy="120000" flip="xy" algn="t"/>
        </a:blipFill>
      </a:bgFillStyleLst>
    </a:fmtScheme>
  </a:themeElements>
  <a:objectDefaults/>
  <a:extraClrSchemeLst/>
</a:theme>
</file>

<file path=ppt/theme/theme2.xml><?xml version="1.0" encoding="utf-8"?>
<a:theme xmlns:a="http://schemas.openxmlformats.org/drawingml/2006/main" name="Introducing PowerPoint 2010">
  <a:themeElements>
    <a:clrScheme name="Fresh">
      <a:dk1>
        <a:srgbClr val="262626"/>
      </a:dk1>
      <a:lt1>
        <a:sysClr val="window" lastClr="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ClassicPhotoAlbum</Template>
  <TotalTime>4924</TotalTime>
  <Words>1358</Words>
  <Application>Microsoft Macintosh PowerPoint</Application>
  <PresentationFormat>On-screen Show (16:9)</PresentationFormat>
  <Paragraphs>121</Paragraphs>
  <Slides>24</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24</vt:i4>
      </vt:variant>
    </vt:vector>
  </HeadingPairs>
  <TitlesOfParts>
    <vt:vector size="30" baseType="lpstr">
      <vt:lpstr>Arial</vt:lpstr>
      <vt:lpstr>Calibri</vt:lpstr>
      <vt:lpstr>Century Schoolbook</vt:lpstr>
      <vt:lpstr>Georgia</vt:lpstr>
      <vt:lpstr>ClassicPhotoAlbum</vt:lpstr>
      <vt:lpstr>Introducing PowerPoint 2010</vt:lpstr>
      <vt:lpstr>Usability in Design</vt:lpstr>
      <vt:lpstr>to begin with..</vt:lpstr>
      <vt:lpstr>Meeting Organization’s objectives and your Usability goals </vt:lpstr>
      <vt:lpstr>Meeting Organization’s Objectives &amp; Your Usability Goals</vt:lpstr>
      <vt:lpstr>PowerPoint Presentation</vt:lpstr>
      <vt:lpstr>Measureable Usability Goals</vt:lpstr>
      <vt:lpstr>Example (measure usability goals)</vt:lpstr>
      <vt:lpstr>Measure Usability Goals……(1)</vt:lpstr>
      <vt:lpstr>Measure Usability Goals……(2)</vt:lpstr>
      <vt:lpstr>Measure Usability Goals……(3)</vt:lpstr>
      <vt:lpstr>Measure Usability Goals……(4)</vt:lpstr>
      <vt:lpstr>Measure Usability Goals……(5)</vt:lpstr>
      <vt:lpstr>Measure Usability Goals……(6)</vt:lpstr>
      <vt:lpstr>Measure Usability Goals……(7)</vt:lpstr>
      <vt:lpstr>Meeting User’s Needs</vt:lpstr>
      <vt:lpstr>Meeting User’s Needs</vt:lpstr>
      <vt:lpstr>Tips for Usability test</vt:lpstr>
      <vt:lpstr>Complying with Basic Web Guidelines</vt:lpstr>
      <vt:lpstr>Complying with Basic Web Guidelines</vt:lpstr>
      <vt:lpstr>Heuristic Evaluation</vt:lpstr>
      <vt:lpstr>Nielsen’s Heuristics</vt:lpstr>
      <vt:lpstr>Gerhardt-Powals Heuristics….(1)</vt:lpstr>
      <vt:lpstr>Gerhardt-Powals Heuristics….(2)</vt:lpstr>
      <vt:lpstr>Web Accessibility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Usability in Design</dc:title>
  <dc:creator>Dr. Shakeel Ahmed Khoja</dc:creator>
  <cp:lastModifiedBy>Dr. Shakeel Ahmed Khoja / Professor and Dean School of Mathematics and Computer Science</cp:lastModifiedBy>
  <cp:revision>14</cp:revision>
  <dcterms:created xsi:type="dcterms:W3CDTF">2011-11-17T06:49:08Z</dcterms:created>
  <dcterms:modified xsi:type="dcterms:W3CDTF">2025-11-09T19:36:29Z</dcterms:modified>
</cp:coreProperties>
</file>