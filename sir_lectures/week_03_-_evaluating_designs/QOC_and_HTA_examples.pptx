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41"/>
    <p:restoredTop sz="94658"/>
  </p:normalViewPr>
  <p:slideViewPr>
    <p:cSldViewPr snapToGrid="0">
      <p:cViewPr>
        <p:scale>
          <a:sx n="100" d="100"/>
          <a:sy n="100" d="100"/>
        </p:scale>
        <p:origin x="-54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B7B074-1D95-5245-A722-71488A618F50}" type="doc">
      <dgm:prSet loTypeId="urn:microsoft.com/office/officeart/2005/8/layout/hierarchy1" loCatId="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446551-187A-3A49-992E-BE3536E02A72}">
      <dgm:prSet phldrT="[Text]"/>
      <dgm:spPr/>
      <dgm:t>
        <a:bodyPr/>
        <a:lstStyle/>
        <a:p>
          <a:r>
            <a:rPr lang="en-US" dirty="0"/>
            <a:t>Buy a product online</a:t>
          </a:r>
        </a:p>
      </dgm:t>
    </dgm:pt>
    <dgm:pt modelId="{324AF4C4-8836-FE46-964D-AE0C4B51E31D}" type="parTrans" cxnId="{177C103D-1CAE-B24F-BC85-B13161AB404C}">
      <dgm:prSet/>
      <dgm:spPr/>
      <dgm:t>
        <a:bodyPr/>
        <a:lstStyle/>
        <a:p>
          <a:endParaRPr lang="en-US"/>
        </a:p>
      </dgm:t>
    </dgm:pt>
    <dgm:pt modelId="{1879FCD4-1C5D-1440-93DE-E0C19A8E02EB}" type="sibTrans" cxnId="{177C103D-1CAE-B24F-BC85-B13161AB404C}">
      <dgm:prSet/>
      <dgm:spPr/>
      <dgm:t>
        <a:bodyPr/>
        <a:lstStyle/>
        <a:p>
          <a:endParaRPr lang="en-US"/>
        </a:p>
      </dgm:t>
    </dgm:pt>
    <dgm:pt modelId="{88DD5AE3-E988-F84C-AFDE-4933E91D45C7}" type="asst">
      <dgm:prSet phldrT="[Text]"/>
      <dgm:spPr/>
      <dgm:t>
        <a:bodyPr/>
        <a:lstStyle/>
        <a:p>
          <a:r>
            <a:rPr lang="en-US" dirty="0"/>
            <a:t>1. Search for product</a:t>
          </a:r>
        </a:p>
      </dgm:t>
    </dgm:pt>
    <dgm:pt modelId="{FA44488F-EE7A-D041-AD82-643C96107B5B}" type="parTrans" cxnId="{C673C984-E7BE-EA4B-893A-F57FE4C3FF5B}">
      <dgm:prSet/>
      <dgm:spPr/>
      <dgm:t>
        <a:bodyPr/>
        <a:lstStyle/>
        <a:p>
          <a:endParaRPr lang="en-US"/>
        </a:p>
      </dgm:t>
    </dgm:pt>
    <dgm:pt modelId="{F82C607A-590A-E64E-9329-C439EBAB218D}" type="sibTrans" cxnId="{C673C984-E7BE-EA4B-893A-F57FE4C3FF5B}">
      <dgm:prSet/>
      <dgm:spPr/>
      <dgm:t>
        <a:bodyPr/>
        <a:lstStyle/>
        <a:p>
          <a:endParaRPr lang="en-US"/>
        </a:p>
      </dgm:t>
    </dgm:pt>
    <dgm:pt modelId="{DF1EFF0F-0D8C-7245-8091-5B22A6D7AC98}">
      <dgm:prSet phldrT="[Text]"/>
      <dgm:spPr/>
      <dgm:t>
        <a:bodyPr/>
        <a:lstStyle/>
        <a:p>
          <a:r>
            <a:rPr lang="en-US" dirty="0"/>
            <a:t>2.0 Add product to cart</a:t>
          </a:r>
        </a:p>
      </dgm:t>
    </dgm:pt>
    <dgm:pt modelId="{E59BE06F-5CAF-7843-8059-2B8CBE179B8E}" type="parTrans" cxnId="{FF8F8CC6-606D-BA4C-ABFA-94EF0C9B6EB3}">
      <dgm:prSet/>
      <dgm:spPr/>
      <dgm:t>
        <a:bodyPr/>
        <a:lstStyle/>
        <a:p>
          <a:endParaRPr lang="en-US"/>
        </a:p>
      </dgm:t>
    </dgm:pt>
    <dgm:pt modelId="{044ABB15-F7E7-8E4B-93F3-2C39C1E8B42E}" type="sibTrans" cxnId="{FF8F8CC6-606D-BA4C-ABFA-94EF0C9B6EB3}">
      <dgm:prSet/>
      <dgm:spPr/>
      <dgm:t>
        <a:bodyPr/>
        <a:lstStyle/>
        <a:p>
          <a:endParaRPr lang="en-US"/>
        </a:p>
      </dgm:t>
    </dgm:pt>
    <dgm:pt modelId="{BB7919A3-D666-BE48-A6E1-C863325B6699}">
      <dgm:prSet phldrT="[Text]"/>
      <dgm:spPr/>
      <dgm:t>
        <a:bodyPr/>
        <a:lstStyle/>
        <a:p>
          <a:r>
            <a:rPr lang="en-US" dirty="0"/>
            <a:t>3.0 Proceed to checkout</a:t>
          </a:r>
        </a:p>
      </dgm:t>
    </dgm:pt>
    <dgm:pt modelId="{D5DC941D-43DD-F04E-8D17-B03DEB32D5F1}" type="parTrans" cxnId="{65EB40AA-4264-174E-A3C4-2809C696708A}">
      <dgm:prSet/>
      <dgm:spPr/>
      <dgm:t>
        <a:bodyPr/>
        <a:lstStyle/>
        <a:p>
          <a:endParaRPr lang="en-US"/>
        </a:p>
      </dgm:t>
    </dgm:pt>
    <dgm:pt modelId="{726A3D5B-BB51-7D4B-837E-909E793A06CA}" type="sibTrans" cxnId="{65EB40AA-4264-174E-A3C4-2809C696708A}">
      <dgm:prSet/>
      <dgm:spPr/>
      <dgm:t>
        <a:bodyPr/>
        <a:lstStyle/>
        <a:p>
          <a:endParaRPr lang="en-US"/>
        </a:p>
      </dgm:t>
    </dgm:pt>
    <dgm:pt modelId="{91508F88-C45C-E745-8009-400889BB7F23}">
      <dgm:prSet phldrT="[Text]"/>
      <dgm:spPr/>
      <dgm:t>
        <a:bodyPr/>
        <a:lstStyle/>
        <a:p>
          <a:r>
            <a:rPr lang="en-US" dirty="0"/>
            <a:t>3.1 Enter shipping details</a:t>
          </a:r>
        </a:p>
      </dgm:t>
    </dgm:pt>
    <dgm:pt modelId="{9DC7EB62-A9CC-1A42-86D0-0DEB3F0481EA}" type="parTrans" cxnId="{586E8F4F-25B8-244B-A941-94C280AE4C5E}">
      <dgm:prSet/>
      <dgm:spPr/>
      <dgm:t>
        <a:bodyPr/>
        <a:lstStyle/>
        <a:p>
          <a:endParaRPr lang="en-US"/>
        </a:p>
      </dgm:t>
    </dgm:pt>
    <dgm:pt modelId="{E50CBE23-6ED9-5147-A6FC-9B85A0806872}" type="sibTrans" cxnId="{586E8F4F-25B8-244B-A941-94C280AE4C5E}">
      <dgm:prSet/>
      <dgm:spPr/>
      <dgm:t>
        <a:bodyPr/>
        <a:lstStyle/>
        <a:p>
          <a:endParaRPr lang="en-US"/>
        </a:p>
      </dgm:t>
    </dgm:pt>
    <dgm:pt modelId="{F6A20D94-D7AA-6F45-8852-64F2E905DF47}" type="asst">
      <dgm:prSet/>
      <dgm:spPr/>
      <dgm:t>
        <a:bodyPr/>
        <a:lstStyle/>
        <a:p>
          <a:r>
            <a:rPr lang="en-US" dirty="0"/>
            <a:t>1.1 Enter keywords in search bar</a:t>
          </a:r>
        </a:p>
      </dgm:t>
    </dgm:pt>
    <dgm:pt modelId="{D1B72FCA-6900-2F47-9BD5-4564ED54FFCE}" type="parTrans" cxnId="{CFD45087-0E45-724B-816E-14C5F2520890}">
      <dgm:prSet/>
      <dgm:spPr/>
      <dgm:t>
        <a:bodyPr/>
        <a:lstStyle/>
        <a:p>
          <a:endParaRPr lang="en-US"/>
        </a:p>
      </dgm:t>
    </dgm:pt>
    <dgm:pt modelId="{6C247286-F3F6-9148-BFE4-9D88BCF16897}" type="sibTrans" cxnId="{CFD45087-0E45-724B-816E-14C5F2520890}">
      <dgm:prSet/>
      <dgm:spPr/>
      <dgm:t>
        <a:bodyPr/>
        <a:lstStyle/>
        <a:p>
          <a:endParaRPr lang="en-US"/>
        </a:p>
      </dgm:t>
    </dgm:pt>
    <dgm:pt modelId="{41B7967B-2568-2E4C-ABB4-12E37888571D}" type="asst">
      <dgm:prSet phldrT="[Text]"/>
      <dgm:spPr/>
      <dgm:t>
        <a:bodyPr/>
        <a:lstStyle/>
        <a:p>
          <a:r>
            <a:rPr lang="en-US" dirty="0"/>
            <a:t>1.3 Select desired item</a:t>
          </a:r>
        </a:p>
      </dgm:t>
    </dgm:pt>
    <dgm:pt modelId="{1D9BA48D-5102-CA40-A3A5-583D028841A7}" type="parTrans" cxnId="{CA197646-7A03-DF42-9B3D-02EF1E67C9A8}">
      <dgm:prSet/>
      <dgm:spPr/>
      <dgm:t>
        <a:bodyPr/>
        <a:lstStyle/>
        <a:p>
          <a:endParaRPr lang="en-US"/>
        </a:p>
      </dgm:t>
    </dgm:pt>
    <dgm:pt modelId="{79E0B86B-9460-984F-9A7B-CE33B92CEE04}" type="sibTrans" cxnId="{CA197646-7A03-DF42-9B3D-02EF1E67C9A8}">
      <dgm:prSet/>
      <dgm:spPr/>
      <dgm:t>
        <a:bodyPr/>
        <a:lstStyle/>
        <a:p>
          <a:endParaRPr lang="en-US"/>
        </a:p>
      </dgm:t>
    </dgm:pt>
    <dgm:pt modelId="{011B79C1-54C2-874C-B827-94894EC1C403}" type="asst">
      <dgm:prSet phldrT="[Text]"/>
      <dgm:spPr/>
      <dgm:t>
        <a:bodyPr/>
        <a:lstStyle/>
        <a:p>
          <a:r>
            <a:rPr lang="en-US"/>
            <a:t>1.2 Browse results</a:t>
          </a:r>
        </a:p>
      </dgm:t>
    </dgm:pt>
    <dgm:pt modelId="{D2BA88BE-2DD5-BA40-8F9F-D004CA19C2AF}" type="parTrans" cxnId="{53A64AA0-00ED-404A-AD7F-7B49B62246D2}">
      <dgm:prSet/>
      <dgm:spPr/>
      <dgm:t>
        <a:bodyPr/>
        <a:lstStyle/>
        <a:p>
          <a:endParaRPr lang="en-US"/>
        </a:p>
      </dgm:t>
    </dgm:pt>
    <dgm:pt modelId="{26E880CA-AC77-C245-971E-D2DC1B5DD484}" type="sibTrans" cxnId="{53A64AA0-00ED-404A-AD7F-7B49B62246D2}">
      <dgm:prSet/>
      <dgm:spPr/>
      <dgm:t>
        <a:bodyPr/>
        <a:lstStyle/>
        <a:p>
          <a:endParaRPr lang="en-US"/>
        </a:p>
      </dgm:t>
    </dgm:pt>
    <dgm:pt modelId="{94C8CBDD-E810-424C-A91D-6C2F9E6172CF}">
      <dgm:prSet/>
      <dgm:spPr/>
      <dgm:t>
        <a:bodyPr/>
        <a:lstStyle/>
        <a:p>
          <a:r>
            <a:rPr lang="en-US"/>
            <a:t>3.2 Select payment method</a:t>
          </a:r>
          <a:endParaRPr lang="en-US" dirty="0"/>
        </a:p>
      </dgm:t>
    </dgm:pt>
    <dgm:pt modelId="{C929DB3A-5BAC-AA42-AD3F-753A2561F889}" type="parTrans" cxnId="{1846149C-644B-5243-A880-A52217FF805F}">
      <dgm:prSet/>
      <dgm:spPr/>
      <dgm:t>
        <a:bodyPr/>
        <a:lstStyle/>
        <a:p>
          <a:endParaRPr lang="en-US"/>
        </a:p>
      </dgm:t>
    </dgm:pt>
    <dgm:pt modelId="{0BF79DC4-B94D-CE4A-8F9A-518AD38B0E34}" type="sibTrans" cxnId="{1846149C-644B-5243-A880-A52217FF805F}">
      <dgm:prSet/>
      <dgm:spPr/>
      <dgm:t>
        <a:bodyPr/>
        <a:lstStyle/>
        <a:p>
          <a:endParaRPr lang="en-US"/>
        </a:p>
      </dgm:t>
    </dgm:pt>
    <dgm:pt modelId="{892A207D-A65A-1A4D-9789-C11D3A87A021}">
      <dgm:prSet/>
      <dgm:spPr/>
      <dgm:t>
        <a:bodyPr/>
        <a:lstStyle/>
        <a:p>
          <a:r>
            <a:rPr lang="en-US" dirty="0"/>
            <a:t>3.3 Confirm Order</a:t>
          </a:r>
        </a:p>
      </dgm:t>
    </dgm:pt>
    <dgm:pt modelId="{C494E583-CDB5-654C-8EA1-1E6653761E4E}" type="parTrans" cxnId="{A5213D8C-9B7E-D84B-A20C-5853011C184B}">
      <dgm:prSet/>
      <dgm:spPr/>
      <dgm:t>
        <a:bodyPr/>
        <a:lstStyle/>
        <a:p>
          <a:endParaRPr lang="en-US"/>
        </a:p>
      </dgm:t>
    </dgm:pt>
    <dgm:pt modelId="{1110D298-AF7F-8947-9140-150690EDFA81}" type="sibTrans" cxnId="{A5213D8C-9B7E-D84B-A20C-5853011C184B}">
      <dgm:prSet/>
      <dgm:spPr/>
      <dgm:t>
        <a:bodyPr/>
        <a:lstStyle/>
        <a:p>
          <a:endParaRPr lang="en-US"/>
        </a:p>
      </dgm:t>
    </dgm:pt>
    <dgm:pt modelId="{950722C7-C5FD-1944-912E-E510DFB7BD8C}">
      <dgm:prSet/>
      <dgm:spPr/>
      <dgm:t>
        <a:bodyPr/>
        <a:lstStyle/>
        <a:p>
          <a:r>
            <a:rPr lang="en-US" dirty="0"/>
            <a:t>4.0 Receive Confirmation</a:t>
          </a:r>
        </a:p>
      </dgm:t>
    </dgm:pt>
    <dgm:pt modelId="{2C95FF18-9895-B248-904B-DC8214BA5921}" type="parTrans" cxnId="{826EB84B-20AD-CB45-A980-A37E52F15A23}">
      <dgm:prSet/>
      <dgm:spPr/>
      <dgm:t>
        <a:bodyPr/>
        <a:lstStyle/>
        <a:p>
          <a:endParaRPr lang="en-US"/>
        </a:p>
      </dgm:t>
    </dgm:pt>
    <dgm:pt modelId="{718E33F6-2C70-7C41-A21E-BBF036DA2B3F}" type="sibTrans" cxnId="{826EB84B-20AD-CB45-A980-A37E52F15A23}">
      <dgm:prSet/>
      <dgm:spPr/>
      <dgm:t>
        <a:bodyPr/>
        <a:lstStyle/>
        <a:p>
          <a:endParaRPr lang="en-US"/>
        </a:p>
      </dgm:t>
    </dgm:pt>
    <dgm:pt modelId="{5B7D816E-C9FE-B944-BE8B-CF00AE388A35}" type="pres">
      <dgm:prSet presAssocID="{72B7B074-1D95-5245-A722-71488A618F5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47B52D9-CDE3-C645-91BF-EABEDE657CA4}" type="pres">
      <dgm:prSet presAssocID="{4F446551-187A-3A49-992E-BE3536E02A72}" presName="hierRoot1" presStyleCnt="0"/>
      <dgm:spPr/>
    </dgm:pt>
    <dgm:pt modelId="{491EBF1F-F6B3-BB4A-B051-3133FBF50C21}" type="pres">
      <dgm:prSet presAssocID="{4F446551-187A-3A49-992E-BE3536E02A72}" presName="composite" presStyleCnt="0"/>
      <dgm:spPr/>
    </dgm:pt>
    <dgm:pt modelId="{7D9FAD77-BC41-1E4A-83B2-C4EBE7C37125}" type="pres">
      <dgm:prSet presAssocID="{4F446551-187A-3A49-992E-BE3536E02A72}" presName="background" presStyleLbl="node0" presStyleIdx="0" presStyleCnt="1"/>
      <dgm:spPr/>
    </dgm:pt>
    <dgm:pt modelId="{E1C5FF0B-C3EE-9D44-A0D0-65D13AF4FC83}" type="pres">
      <dgm:prSet presAssocID="{4F446551-187A-3A49-992E-BE3536E02A72}" presName="text" presStyleLbl="fgAcc0" presStyleIdx="0" presStyleCnt="1">
        <dgm:presLayoutVars>
          <dgm:chPref val="3"/>
        </dgm:presLayoutVars>
      </dgm:prSet>
      <dgm:spPr/>
    </dgm:pt>
    <dgm:pt modelId="{49031DBC-D34F-B44A-AD91-4A99ADC8D60D}" type="pres">
      <dgm:prSet presAssocID="{4F446551-187A-3A49-992E-BE3536E02A72}" presName="hierChild2" presStyleCnt="0"/>
      <dgm:spPr/>
    </dgm:pt>
    <dgm:pt modelId="{06E92C72-A27F-2646-8944-3011E34BAFE6}" type="pres">
      <dgm:prSet presAssocID="{FA44488F-EE7A-D041-AD82-643C96107B5B}" presName="Name10" presStyleLbl="parChTrans1D2" presStyleIdx="0" presStyleCnt="4"/>
      <dgm:spPr/>
    </dgm:pt>
    <dgm:pt modelId="{C658D3DF-D6CC-F04A-ADDB-2100999A18D7}" type="pres">
      <dgm:prSet presAssocID="{88DD5AE3-E988-F84C-AFDE-4933E91D45C7}" presName="hierRoot2" presStyleCnt="0"/>
      <dgm:spPr/>
    </dgm:pt>
    <dgm:pt modelId="{C25F3AFB-26A4-9D44-B256-F9B4ADCA9411}" type="pres">
      <dgm:prSet presAssocID="{88DD5AE3-E988-F84C-AFDE-4933E91D45C7}" presName="composite2" presStyleCnt="0"/>
      <dgm:spPr/>
    </dgm:pt>
    <dgm:pt modelId="{E334CF19-3FDD-054F-A77A-5AFD7E423507}" type="pres">
      <dgm:prSet presAssocID="{88DD5AE3-E988-F84C-AFDE-4933E91D45C7}" presName="background2" presStyleLbl="asst1" presStyleIdx="0" presStyleCnt="4"/>
      <dgm:spPr/>
    </dgm:pt>
    <dgm:pt modelId="{69F567C5-AE0C-A846-B664-2DAA8D602172}" type="pres">
      <dgm:prSet presAssocID="{88DD5AE3-E988-F84C-AFDE-4933E91D45C7}" presName="text2" presStyleLbl="fgAcc2" presStyleIdx="0" presStyleCnt="4">
        <dgm:presLayoutVars>
          <dgm:chPref val="3"/>
        </dgm:presLayoutVars>
      </dgm:prSet>
      <dgm:spPr/>
    </dgm:pt>
    <dgm:pt modelId="{401AB0EE-20F4-5F4D-B356-546294C37A5B}" type="pres">
      <dgm:prSet presAssocID="{88DD5AE3-E988-F84C-AFDE-4933E91D45C7}" presName="hierChild3" presStyleCnt="0"/>
      <dgm:spPr/>
    </dgm:pt>
    <dgm:pt modelId="{E88D07B3-C8E5-F64C-B08D-CAF2369B9E4C}" type="pres">
      <dgm:prSet presAssocID="{D1B72FCA-6900-2F47-9BD5-4564ED54FFCE}" presName="Name17" presStyleLbl="parChTrans1D3" presStyleIdx="0" presStyleCnt="6"/>
      <dgm:spPr/>
    </dgm:pt>
    <dgm:pt modelId="{593CE809-53B5-3B44-891D-10D8097B6864}" type="pres">
      <dgm:prSet presAssocID="{F6A20D94-D7AA-6F45-8852-64F2E905DF47}" presName="hierRoot3" presStyleCnt="0"/>
      <dgm:spPr/>
    </dgm:pt>
    <dgm:pt modelId="{C46BD756-A549-5C4F-87A7-B5C25D664B52}" type="pres">
      <dgm:prSet presAssocID="{F6A20D94-D7AA-6F45-8852-64F2E905DF47}" presName="composite3" presStyleCnt="0"/>
      <dgm:spPr/>
    </dgm:pt>
    <dgm:pt modelId="{0D245AAC-F199-2548-8E7A-3D63B41C728F}" type="pres">
      <dgm:prSet presAssocID="{F6A20D94-D7AA-6F45-8852-64F2E905DF47}" presName="background3" presStyleLbl="asst1" presStyleIdx="1" presStyleCnt="4"/>
      <dgm:spPr/>
    </dgm:pt>
    <dgm:pt modelId="{9FA1ECC2-203D-EC4C-849D-AA1712DB4268}" type="pres">
      <dgm:prSet presAssocID="{F6A20D94-D7AA-6F45-8852-64F2E905DF47}" presName="text3" presStyleLbl="fgAcc3" presStyleIdx="0" presStyleCnt="6" custLinFactNeighborX="856" custLinFactNeighborY="-28320">
        <dgm:presLayoutVars>
          <dgm:chPref val="3"/>
        </dgm:presLayoutVars>
      </dgm:prSet>
      <dgm:spPr/>
    </dgm:pt>
    <dgm:pt modelId="{7D0EA697-88BA-234D-8231-FF4B37AC3597}" type="pres">
      <dgm:prSet presAssocID="{F6A20D94-D7AA-6F45-8852-64F2E905DF47}" presName="hierChild4" presStyleCnt="0"/>
      <dgm:spPr/>
    </dgm:pt>
    <dgm:pt modelId="{4110E4D2-EA21-674B-807E-C569BC911A09}" type="pres">
      <dgm:prSet presAssocID="{D2BA88BE-2DD5-BA40-8F9F-D004CA19C2AF}" presName="Name17" presStyleLbl="parChTrans1D3" presStyleIdx="1" presStyleCnt="6"/>
      <dgm:spPr/>
    </dgm:pt>
    <dgm:pt modelId="{1197A5A1-E6F8-D244-889B-9DAF591DFC36}" type="pres">
      <dgm:prSet presAssocID="{011B79C1-54C2-874C-B827-94894EC1C403}" presName="hierRoot3" presStyleCnt="0"/>
      <dgm:spPr/>
    </dgm:pt>
    <dgm:pt modelId="{8A7A77C4-D0FE-E448-94C0-96C7964AD3B9}" type="pres">
      <dgm:prSet presAssocID="{011B79C1-54C2-874C-B827-94894EC1C403}" presName="composite3" presStyleCnt="0"/>
      <dgm:spPr/>
    </dgm:pt>
    <dgm:pt modelId="{F63CFF81-B1FE-6D40-B6A1-30ABEF0C2EF0}" type="pres">
      <dgm:prSet presAssocID="{011B79C1-54C2-874C-B827-94894EC1C403}" presName="background3" presStyleLbl="asst1" presStyleIdx="2" presStyleCnt="4"/>
      <dgm:spPr/>
    </dgm:pt>
    <dgm:pt modelId="{5D99F7FB-EEA1-1640-B49E-87D0CD12669F}" type="pres">
      <dgm:prSet presAssocID="{011B79C1-54C2-874C-B827-94894EC1C403}" presName="text3" presStyleLbl="fgAcc3" presStyleIdx="1" presStyleCnt="6" custLinFactX="-21601" custLinFactY="19546" custLinFactNeighborX="-100000" custLinFactNeighborY="100000">
        <dgm:presLayoutVars>
          <dgm:chPref val="3"/>
        </dgm:presLayoutVars>
      </dgm:prSet>
      <dgm:spPr/>
    </dgm:pt>
    <dgm:pt modelId="{09B49DB9-14FA-FB49-A28D-856ADE2E0FEB}" type="pres">
      <dgm:prSet presAssocID="{011B79C1-54C2-874C-B827-94894EC1C403}" presName="hierChild4" presStyleCnt="0"/>
      <dgm:spPr/>
    </dgm:pt>
    <dgm:pt modelId="{12769580-DDB9-B44C-A660-3120A7B6E5FD}" type="pres">
      <dgm:prSet presAssocID="{1D9BA48D-5102-CA40-A3A5-583D028841A7}" presName="Name17" presStyleLbl="parChTrans1D3" presStyleIdx="2" presStyleCnt="6"/>
      <dgm:spPr/>
    </dgm:pt>
    <dgm:pt modelId="{734EFD21-AB7B-284C-8760-4CB3AFA18B94}" type="pres">
      <dgm:prSet presAssocID="{41B7967B-2568-2E4C-ABB4-12E37888571D}" presName="hierRoot3" presStyleCnt="0"/>
      <dgm:spPr/>
    </dgm:pt>
    <dgm:pt modelId="{AEE68DFA-18DA-A545-A02B-6DE20A58D9E9}" type="pres">
      <dgm:prSet presAssocID="{41B7967B-2568-2E4C-ABB4-12E37888571D}" presName="composite3" presStyleCnt="0"/>
      <dgm:spPr/>
    </dgm:pt>
    <dgm:pt modelId="{487C4D3F-BFDE-0941-85B4-862B5F4A6A33}" type="pres">
      <dgm:prSet presAssocID="{41B7967B-2568-2E4C-ABB4-12E37888571D}" presName="background3" presStyleLbl="asst1" presStyleIdx="3" presStyleCnt="4"/>
      <dgm:spPr/>
    </dgm:pt>
    <dgm:pt modelId="{CEB89E39-FB8F-0048-936B-139975809FC6}" type="pres">
      <dgm:prSet presAssocID="{41B7967B-2568-2E4C-ABB4-12E37888571D}" presName="text3" presStyleLbl="fgAcc3" presStyleIdx="2" presStyleCnt="6" custLinFactX="-100000" custLinFactY="100000" custLinFactNeighborX="-142820" custLinFactNeighborY="185728">
        <dgm:presLayoutVars>
          <dgm:chPref val="3"/>
        </dgm:presLayoutVars>
      </dgm:prSet>
      <dgm:spPr/>
    </dgm:pt>
    <dgm:pt modelId="{3E34A85D-62AB-524C-9BC3-32D579FF9A58}" type="pres">
      <dgm:prSet presAssocID="{41B7967B-2568-2E4C-ABB4-12E37888571D}" presName="hierChild4" presStyleCnt="0"/>
      <dgm:spPr/>
    </dgm:pt>
    <dgm:pt modelId="{FF649819-18E9-5F4F-8B0A-26744C80D8AF}" type="pres">
      <dgm:prSet presAssocID="{E59BE06F-5CAF-7843-8059-2B8CBE179B8E}" presName="Name10" presStyleLbl="parChTrans1D2" presStyleIdx="1" presStyleCnt="4"/>
      <dgm:spPr/>
    </dgm:pt>
    <dgm:pt modelId="{10C62F62-394B-A043-94E6-E04E8ECF35A6}" type="pres">
      <dgm:prSet presAssocID="{DF1EFF0F-0D8C-7245-8091-5B22A6D7AC98}" presName="hierRoot2" presStyleCnt="0"/>
      <dgm:spPr/>
    </dgm:pt>
    <dgm:pt modelId="{9BBAF80F-493A-9946-95C7-DD280E1FAA88}" type="pres">
      <dgm:prSet presAssocID="{DF1EFF0F-0D8C-7245-8091-5B22A6D7AC98}" presName="composite2" presStyleCnt="0"/>
      <dgm:spPr/>
    </dgm:pt>
    <dgm:pt modelId="{D728ED57-2FE7-F147-B746-39C07C1337D3}" type="pres">
      <dgm:prSet presAssocID="{DF1EFF0F-0D8C-7245-8091-5B22A6D7AC98}" presName="background2" presStyleLbl="node2" presStyleIdx="0" presStyleCnt="3"/>
      <dgm:spPr/>
    </dgm:pt>
    <dgm:pt modelId="{06BB849E-242E-A54A-BDF6-3D9EE9D0A625}" type="pres">
      <dgm:prSet presAssocID="{DF1EFF0F-0D8C-7245-8091-5B22A6D7AC98}" presName="text2" presStyleLbl="fgAcc2" presStyleIdx="1" presStyleCnt="4">
        <dgm:presLayoutVars>
          <dgm:chPref val="3"/>
        </dgm:presLayoutVars>
      </dgm:prSet>
      <dgm:spPr/>
    </dgm:pt>
    <dgm:pt modelId="{4B090363-C56E-5942-91EC-16403045C799}" type="pres">
      <dgm:prSet presAssocID="{DF1EFF0F-0D8C-7245-8091-5B22A6D7AC98}" presName="hierChild3" presStyleCnt="0"/>
      <dgm:spPr/>
    </dgm:pt>
    <dgm:pt modelId="{0C1DDD4B-29FE-B145-8FCC-D4E915F709C0}" type="pres">
      <dgm:prSet presAssocID="{D5DC941D-43DD-F04E-8D17-B03DEB32D5F1}" presName="Name10" presStyleLbl="parChTrans1D2" presStyleIdx="2" presStyleCnt="4"/>
      <dgm:spPr/>
    </dgm:pt>
    <dgm:pt modelId="{A21608E1-BAE6-274E-AC9F-BB07D8CA2788}" type="pres">
      <dgm:prSet presAssocID="{BB7919A3-D666-BE48-A6E1-C863325B6699}" presName="hierRoot2" presStyleCnt="0"/>
      <dgm:spPr/>
    </dgm:pt>
    <dgm:pt modelId="{FAA7E265-D925-4040-B651-ACF0EC9C773D}" type="pres">
      <dgm:prSet presAssocID="{BB7919A3-D666-BE48-A6E1-C863325B6699}" presName="composite2" presStyleCnt="0"/>
      <dgm:spPr/>
    </dgm:pt>
    <dgm:pt modelId="{20E3F212-CADB-994D-AA66-267C53000C5D}" type="pres">
      <dgm:prSet presAssocID="{BB7919A3-D666-BE48-A6E1-C863325B6699}" presName="background2" presStyleLbl="node2" presStyleIdx="1" presStyleCnt="3"/>
      <dgm:spPr/>
    </dgm:pt>
    <dgm:pt modelId="{DB0D8265-C19D-2E45-915A-80A867E4BCC6}" type="pres">
      <dgm:prSet presAssocID="{BB7919A3-D666-BE48-A6E1-C863325B6699}" presName="text2" presStyleLbl="fgAcc2" presStyleIdx="2" presStyleCnt="4">
        <dgm:presLayoutVars>
          <dgm:chPref val="3"/>
        </dgm:presLayoutVars>
      </dgm:prSet>
      <dgm:spPr/>
    </dgm:pt>
    <dgm:pt modelId="{7162D464-F6DC-6841-B5BD-C7821F93116D}" type="pres">
      <dgm:prSet presAssocID="{BB7919A3-D666-BE48-A6E1-C863325B6699}" presName="hierChild3" presStyleCnt="0"/>
      <dgm:spPr/>
    </dgm:pt>
    <dgm:pt modelId="{59F8DC97-BAF1-9049-A9FC-E635A39C3FFC}" type="pres">
      <dgm:prSet presAssocID="{9DC7EB62-A9CC-1A42-86D0-0DEB3F0481EA}" presName="Name17" presStyleLbl="parChTrans1D3" presStyleIdx="3" presStyleCnt="6"/>
      <dgm:spPr/>
    </dgm:pt>
    <dgm:pt modelId="{C61405D1-F3E4-844E-89AE-E0A13FC67CE7}" type="pres">
      <dgm:prSet presAssocID="{91508F88-C45C-E745-8009-400889BB7F23}" presName="hierRoot3" presStyleCnt="0"/>
      <dgm:spPr/>
    </dgm:pt>
    <dgm:pt modelId="{55E74F6A-B26B-4D4B-B13E-91E467A70EFB}" type="pres">
      <dgm:prSet presAssocID="{91508F88-C45C-E745-8009-400889BB7F23}" presName="composite3" presStyleCnt="0"/>
      <dgm:spPr/>
    </dgm:pt>
    <dgm:pt modelId="{F9AF29B0-B6F9-F046-A6C4-32225B9E026D}" type="pres">
      <dgm:prSet presAssocID="{91508F88-C45C-E745-8009-400889BB7F23}" presName="background3" presStyleLbl="node3" presStyleIdx="0" presStyleCnt="3"/>
      <dgm:spPr/>
    </dgm:pt>
    <dgm:pt modelId="{607613B3-7254-504F-A38E-757CE1A6D373}" type="pres">
      <dgm:prSet presAssocID="{91508F88-C45C-E745-8009-400889BB7F23}" presName="text3" presStyleLbl="fgAcc3" presStyleIdx="3" presStyleCnt="6" custLinFactNeighborX="5138" custLinFactNeighborY="-33714">
        <dgm:presLayoutVars>
          <dgm:chPref val="3"/>
        </dgm:presLayoutVars>
      </dgm:prSet>
      <dgm:spPr/>
    </dgm:pt>
    <dgm:pt modelId="{0D7E00A7-6404-9A4F-9357-EFA4C8CD4EB0}" type="pres">
      <dgm:prSet presAssocID="{91508F88-C45C-E745-8009-400889BB7F23}" presName="hierChild4" presStyleCnt="0"/>
      <dgm:spPr/>
    </dgm:pt>
    <dgm:pt modelId="{9E61E292-F81C-634A-AB45-BE2A8D4E5249}" type="pres">
      <dgm:prSet presAssocID="{C929DB3A-5BAC-AA42-AD3F-753A2561F889}" presName="Name17" presStyleLbl="parChTrans1D3" presStyleIdx="4" presStyleCnt="6"/>
      <dgm:spPr/>
    </dgm:pt>
    <dgm:pt modelId="{5ED95B10-CBEE-9C4A-9D4D-26AFE8801E41}" type="pres">
      <dgm:prSet presAssocID="{94C8CBDD-E810-424C-A91D-6C2F9E6172CF}" presName="hierRoot3" presStyleCnt="0"/>
      <dgm:spPr/>
    </dgm:pt>
    <dgm:pt modelId="{D56709CE-2EF0-E44B-97B5-806D364EA885}" type="pres">
      <dgm:prSet presAssocID="{94C8CBDD-E810-424C-A91D-6C2F9E6172CF}" presName="composite3" presStyleCnt="0"/>
      <dgm:spPr/>
    </dgm:pt>
    <dgm:pt modelId="{80D3E8B8-610F-3441-BD26-B03E1D4ABBB2}" type="pres">
      <dgm:prSet presAssocID="{94C8CBDD-E810-424C-A91D-6C2F9E6172CF}" presName="background3" presStyleLbl="node3" presStyleIdx="1" presStyleCnt="3"/>
      <dgm:spPr/>
    </dgm:pt>
    <dgm:pt modelId="{1ECF147E-647A-1E4D-BCEA-06A40990BCAD}" type="pres">
      <dgm:prSet presAssocID="{94C8CBDD-E810-424C-A91D-6C2F9E6172CF}" presName="text3" presStyleLbl="fgAcc3" presStyleIdx="4" presStyleCnt="6" custLinFactX="-19032" custLinFactY="7887" custLinFactNeighborX="-100000" custLinFactNeighborY="100000">
        <dgm:presLayoutVars>
          <dgm:chPref val="3"/>
        </dgm:presLayoutVars>
      </dgm:prSet>
      <dgm:spPr/>
    </dgm:pt>
    <dgm:pt modelId="{F7226964-5020-0546-A06C-B2BE0A33B485}" type="pres">
      <dgm:prSet presAssocID="{94C8CBDD-E810-424C-A91D-6C2F9E6172CF}" presName="hierChild4" presStyleCnt="0"/>
      <dgm:spPr/>
    </dgm:pt>
    <dgm:pt modelId="{6E684E2C-DC3A-E94C-BFB4-B968A4E6DEE1}" type="pres">
      <dgm:prSet presAssocID="{C494E583-CDB5-654C-8EA1-1E6653761E4E}" presName="Name17" presStyleLbl="parChTrans1D3" presStyleIdx="5" presStyleCnt="6"/>
      <dgm:spPr/>
    </dgm:pt>
    <dgm:pt modelId="{133A0F82-90C6-164B-B15C-81829996CDC6}" type="pres">
      <dgm:prSet presAssocID="{892A207D-A65A-1A4D-9789-C11D3A87A021}" presName="hierRoot3" presStyleCnt="0"/>
      <dgm:spPr/>
    </dgm:pt>
    <dgm:pt modelId="{E482EBDC-87F4-5641-9D21-54073D7692FB}" type="pres">
      <dgm:prSet presAssocID="{892A207D-A65A-1A4D-9789-C11D3A87A021}" presName="composite3" presStyleCnt="0"/>
      <dgm:spPr/>
    </dgm:pt>
    <dgm:pt modelId="{17BE8B3D-61A2-D746-8CBA-8A3AD953E12B}" type="pres">
      <dgm:prSet presAssocID="{892A207D-A65A-1A4D-9789-C11D3A87A021}" presName="background3" presStyleLbl="node3" presStyleIdx="2" presStyleCnt="3"/>
      <dgm:spPr/>
    </dgm:pt>
    <dgm:pt modelId="{585FE30C-A9AC-8148-ABCD-894E931898FF}" type="pres">
      <dgm:prSet presAssocID="{892A207D-A65A-1A4D-9789-C11D3A87A021}" presName="text3" presStyleLbl="fgAcc3" presStyleIdx="5" presStyleCnt="6" custLinFactX="-100000" custLinFactY="100000" custLinFactNeighborX="-135495" custLinFactNeighborY="153532">
        <dgm:presLayoutVars>
          <dgm:chPref val="3"/>
        </dgm:presLayoutVars>
      </dgm:prSet>
      <dgm:spPr/>
    </dgm:pt>
    <dgm:pt modelId="{C441D14F-9E68-094A-A833-A1B9C842C129}" type="pres">
      <dgm:prSet presAssocID="{892A207D-A65A-1A4D-9789-C11D3A87A021}" presName="hierChild4" presStyleCnt="0"/>
      <dgm:spPr/>
    </dgm:pt>
    <dgm:pt modelId="{58A4A3AF-A582-8B40-9B72-D207BF0EECB3}" type="pres">
      <dgm:prSet presAssocID="{2C95FF18-9895-B248-904B-DC8214BA5921}" presName="Name10" presStyleLbl="parChTrans1D2" presStyleIdx="3" presStyleCnt="4"/>
      <dgm:spPr/>
    </dgm:pt>
    <dgm:pt modelId="{35D11370-9586-5441-8402-55916A910867}" type="pres">
      <dgm:prSet presAssocID="{950722C7-C5FD-1944-912E-E510DFB7BD8C}" presName="hierRoot2" presStyleCnt="0"/>
      <dgm:spPr/>
    </dgm:pt>
    <dgm:pt modelId="{5E969F68-8B2E-194D-B6A4-E2771DCD03AE}" type="pres">
      <dgm:prSet presAssocID="{950722C7-C5FD-1944-912E-E510DFB7BD8C}" presName="composite2" presStyleCnt="0"/>
      <dgm:spPr/>
    </dgm:pt>
    <dgm:pt modelId="{00CFC085-3571-C841-BAE7-65A326AB4E05}" type="pres">
      <dgm:prSet presAssocID="{950722C7-C5FD-1944-912E-E510DFB7BD8C}" presName="background2" presStyleLbl="node2" presStyleIdx="2" presStyleCnt="3"/>
      <dgm:spPr/>
    </dgm:pt>
    <dgm:pt modelId="{72626C63-6CA1-A94B-B1AF-2652AD0C4FE4}" type="pres">
      <dgm:prSet presAssocID="{950722C7-C5FD-1944-912E-E510DFB7BD8C}" presName="text2" presStyleLbl="fgAcc2" presStyleIdx="3" presStyleCnt="4">
        <dgm:presLayoutVars>
          <dgm:chPref val="3"/>
        </dgm:presLayoutVars>
      </dgm:prSet>
      <dgm:spPr/>
    </dgm:pt>
    <dgm:pt modelId="{7371A332-FC7F-BB47-8952-9569A9830437}" type="pres">
      <dgm:prSet presAssocID="{950722C7-C5FD-1944-912E-E510DFB7BD8C}" presName="hierChild3" presStyleCnt="0"/>
      <dgm:spPr/>
    </dgm:pt>
  </dgm:ptLst>
  <dgm:cxnLst>
    <dgm:cxn modelId="{C06BB605-0163-0B4B-AD7B-68371F9F1714}" type="presOf" srcId="{F6A20D94-D7AA-6F45-8852-64F2E905DF47}" destId="{9FA1ECC2-203D-EC4C-849D-AA1712DB4268}" srcOrd="0" destOrd="0" presId="urn:microsoft.com/office/officeart/2005/8/layout/hierarchy1"/>
    <dgm:cxn modelId="{89A24A07-F49B-D548-8C23-5156C179DA71}" type="presOf" srcId="{9DC7EB62-A9CC-1A42-86D0-0DEB3F0481EA}" destId="{59F8DC97-BAF1-9049-A9FC-E635A39C3FFC}" srcOrd="0" destOrd="0" presId="urn:microsoft.com/office/officeart/2005/8/layout/hierarchy1"/>
    <dgm:cxn modelId="{7E51180E-D5A9-0441-9447-0DFAC01A8713}" type="presOf" srcId="{2C95FF18-9895-B248-904B-DC8214BA5921}" destId="{58A4A3AF-A582-8B40-9B72-D207BF0EECB3}" srcOrd="0" destOrd="0" presId="urn:microsoft.com/office/officeart/2005/8/layout/hierarchy1"/>
    <dgm:cxn modelId="{98304D1B-A0D1-B544-9D01-5259327C5223}" type="presOf" srcId="{D5DC941D-43DD-F04E-8D17-B03DEB32D5F1}" destId="{0C1DDD4B-29FE-B145-8FCC-D4E915F709C0}" srcOrd="0" destOrd="0" presId="urn:microsoft.com/office/officeart/2005/8/layout/hierarchy1"/>
    <dgm:cxn modelId="{3610FE23-509A-AE47-BD4E-A42BD0E17EC6}" type="presOf" srcId="{41B7967B-2568-2E4C-ABB4-12E37888571D}" destId="{CEB89E39-FB8F-0048-936B-139975809FC6}" srcOrd="0" destOrd="0" presId="urn:microsoft.com/office/officeart/2005/8/layout/hierarchy1"/>
    <dgm:cxn modelId="{2F87EA2A-BFC1-B744-B6A1-CA5CF82C4AE9}" type="presOf" srcId="{E59BE06F-5CAF-7843-8059-2B8CBE179B8E}" destId="{FF649819-18E9-5F4F-8B0A-26744C80D8AF}" srcOrd="0" destOrd="0" presId="urn:microsoft.com/office/officeart/2005/8/layout/hierarchy1"/>
    <dgm:cxn modelId="{177C103D-1CAE-B24F-BC85-B13161AB404C}" srcId="{72B7B074-1D95-5245-A722-71488A618F50}" destId="{4F446551-187A-3A49-992E-BE3536E02A72}" srcOrd="0" destOrd="0" parTransId="{324AF4C4-8836-FE46-964D-AE0C4B51E31D}" sibTransId="{1879FCD4-1C5D-1440-93DE-E0C19A8E02EB}"/>
    <dgm:cxn modelId="{CA197646-7A03-DF42-9B3D-02EF1E67C9A8}" srcId="{88DD5AE3-E988-F84C-AFDE-4933E91D45C7}" destId="{41B7967B-2568-2E4C-ABB4-12E37888571D}" srcOrd="2" destOrd="0" parTransId="{1D9BA48D-5102-CA40-A3A5-583D028841A7}" sibTransId="{79E0B86B-9460-984F-9A7B-CE33B92CEE04}"/>
    <dgm:cxn modelId="{BEAE4848-4396-C24A-9F88-00B0CA5D7AE5}" type="presOf" srcId="{91508F88-C45C-E745-8009-400889BB7F23}" destId="{607613B3-7254-504F-A38E-757CE1A6D373}" srcOrd="0" destOrd="0" presId="urn:microsoft.com/office/officeart/2005/8/layout/hierarchy1"/>
    <dgm:cxn modelId="{FAA9AC48-5574-6940-A289-FF9A6F8FED21}" type="presOf" srcId="{C494E583-CDB5-654C-8EA1-1E6653761E4E}" destId="{6E684E2C-DC3A-E94C-BFB4-B968A4E6DEE1}" srcOrd="0" destOrd="0" presId="urn:microsoft.com/office/officeart/2005/8/layout/hierarchy1"/>
    <dgm:cxn modelId="{826EB84B-20AD-CB45-A980-A37E52F15A23}" srcId="{4F446551-187A-3A49-992E-BE3536E02A72}" destId="{950722C7-C5FD-1944-912E-E510DFB7BD8C}" srcOrd="3" destOrd="0" parTransId="{2C95FF18-9895-B248-904B-DC8214BA5921}" sibTransId="{718E33F6-2C70-7C41-A21E-BBF036DA2B3F}"/>
    <dgm:cxn modelId="{586E8F4F-25B8-244B-A941-94C280AE4C5E}" srcId="{BB7919A3-D666-BE48-A6E1-C863325B6699}" destId="{91508F88-C45C-E745-8009-400889BB7F23}" srcOrd="0" destOrd="0" parTransId="{9DC7EB62-A9CC-1A42-86D0-0DEB3F0481EA}" sibTransId="{E50CBE23-6ED9-5147-A6FC-9B85A0806872}"/>
    <dgm:cxn modelId="{32C8FC60-D254-F440-98CF-2F26570E4C10}" type="presOf" srcId="{D1B72FCA-6900-2F47-9BD5-4564ED54FFCE}" destId="{E88D07B3-C8E5-F64C-B08D-CAF2369B9E4C}" srcOrd="0" destOrd="0" presId="urn:microsoft.com/office/officeart/2005/8/layout/hierarchy1"/>
    <dgm:cxn modelId="{77CC3A63-01FA-DB40-985F-65CCC7B0210F}" type="presOf" srcId="{94C8CBDD-E810-424C-A91D-6C2F9E6172CF}" destId="{1ECF147E-647A-1E4D-BCEA-06A40990BCAD}" srcOrd="0" destOrd="0" presId="urn:microsoft.com/office/officeart/2005/8/layout/hierarchy1"/>
    <dgm:cxn modelId="{3C07F06F-D802-C049-B6CA-CDDD1C06E6C3}" type="presOf" srcId="{72B7B074-1D95-5245-A722-71488A618F50}" destId="{5B7D816E-C9FE-B944-BE8B-CF00AE388A35}" srcOrd="0" destOrd="0" presId="urn:microsoft.com/office/officeart/2005/8/layout/hierarchy1"/>
    <dgm:cxn modelId="{C673C984-E7BE-EA4B-893A-F57FE4C3FF5B}" srcId="{4F446551-187A-3A49-992E-BE3536E02A72}" destId="{88DD5AE3-E988-F84C-AFDE-4933E91D45C7}" srcOrd="0" destOrd="0" parTransId="{FA44488F-EE7A-D041-AD82-643C96107B5B}" sibTransId="{F82C607A-590A-E64E-9329-C439EBAB218D}"/>
    <dgm:cxn modelId="{CFD45087-0E45-724B-816E-14C5F2520890}" srcId="{88DD5AE3-E988-F84C-AFDE-4933E91D45C7}" destId="{F6A20D94-D7AA-6F45-8852-64F2E905DF47}" srcOrd="0" destOrd="0" parTransId="{D1B72FCA-6900-2F47-9BD5-4564ED54FFCE}" sibTransId="{6C247286-F3F6-9148-BFE4-9D88BCF16897}"/>
    <dgm:cxn modelId="{A5213D8C-9B7E-D84B-A20C-5853011C184B}" srcId="{BB7919A3-D666-BE48-A6E1-C863325B6699}" destId="{892A207D-A65A-1A4D-9789-C11D3A87A021}" srcOrd="2" destOrd="0" parTransId="{C494E583-CDB5-654C-8EA1-1E6653761E4E}" sibTransId="{1110D298-AF7F-8947-9140-150690EDFA81}"/>
    <dgm:cxn modelId="{1846149C-644B-5243-A880-A52217FF805F}" srcId="{BB7919A3-D666-BE48-A6E1-C863325B6699}" destId="{94C8CBDD-E810-424C-A91D-6C2F9E6172CF}" srcOrd="1" destOrd="0" parTransId="{C929DB3A-5BAC-AA42-AD3F-753A2561F889}" sibTransId="{0BF79DC4-B94D-CE4A-8F9A-518AD38B0E34}"/>
    <dgm:cxn modelId="{39879F9C-F122-DD49-B35D-1C66276EB811}" type="presOf" srcId="{950722C7-C5FD-1944-912E-E510DFB7BD8C}" destId="{72626C63-6CA1-A94B-B1AF-2652AD0C4FE4}" srcOrd="0" destOrd="0" presId="urn:microsoft.com/office/officeart/2005/8/layout/hierarchy1"/>
    <dgm:cxn modelId="{A41BC59C-7EDF-B34E-9C14-F9FFAF2B04B8}" type="presOf" srcId="{1D9BA48D-5102-CA40-A3A5-583D028841A7}" destId="{12769580-DDB9-B44C-A660-3120A7B6E5FD}" srcOrd="0" destOrd="0" presId="urn:microsoft.com/office/officeart/2005/8/layout/hierarchy1"/>
    <dgm:cxn modelId="{53A64AA0-00ED-404A-AD7F-7B49B62246D2}" srcId="{88DD5AE3-E988-F84C-AFDE-4933E91D45C7}" destId="{011B79C1-54C2-874C-B827-94894EC1C403}" srcOrd="1" destOrd="0" parTransId="{D2BA88BE-2DD5-BA40-8F9F-D004CA19C2AF}" sibTransId="{26E880CA-AC77-C245-971E-D2DC1B5DD484}"/>
    <dgm:cxn modelId="{81DF72A8-51CC-C344-AFE9-9DB305521D0D}" type="presOf" srcId="{D2BA88BE-2DD5-BA40-8F9F-D004CA19C2AF}" destId="{4110E4D2-EA21-674B-807E-C569BC911A09}" srcOrd="0" destOrd="0" presId="urn:microsoft.com/office/officeart/2005/8/layout/hierarchy1"/>
    <dgm:cxn modelId="{65EB40AA-4264-174E-A3C4-2809C696708A}" srcId="{4F446551-187A-3A49-992E-BE3536E02A72}" destId="{BB7919A3-D666-BE48-A6E1-C863325B6699}" srcOrd="2" destOrd="0" parTransId="{D5DC941D-43DD-F04E-8D17-B03DEB32D5F1}" sibTransId="{726A3D5B-BB51-7D4B-837E-909E793A06CA}"/>
    <dgm:cxn modelId="{EE4EFFBC-0EAC-F14A-A810-739F5FA2E67A}" type="presOf" srcId="{88DD5AE3-E988-F84C-AFDE-4933E91D45C7}" destId="{69F567C5-AE0C-A846-B664-2DAA8D602172}" srcOrd="0" destOrd="0" presId="urn:microsoft.com/office/officeart/2005/8/layout/hierarchy1"/>
    <dgm:cxn modelId="{94394CC0-C8D7-1F41-9115-02F7E11FE2D5}" type="presOf" srcId="{011B79C1-54C2-874C-B827-94894EC1C403}" destId="{5D99F7FB-EEA1-1640-B49E-87D0CD12669F}" srcOrd="0" destOrd="0" presId="urn:microsoft.com/office/officeart/2005/8/layout/hierarchy1"/>
    <dgm:cxn modelId="{FF8F8CC6-606D-BA4C-ABFA-94EF0C9B6EB3}" srcId="{4F446551-187A-3A49-992E-BE3536E02A72}" destId="{DF1EFF0F-0D8C-7245-8091-5B22A6D7AC98}" srcOrd="1" destOrd="0" parTransId="{E59BE06F-5CAF-7843-8059-2B8CBE179B8E}" sibTransId="{044ABB15-F7E7-8E4B-93F3-2C39C1E8B42E}"/>
    <dgm:cxn modelId="{7B9AABC8-33EE-E44A-890C-B9A3D7F01FEA}" type="presOf" srcId="{DF1EFF0F-0D8C-7245-8091-5B22A6D7AC98}" destId="{06BB849E-242E-A54A-BDF6-3D9EE9D0A625}" srcOrd="0" destOrd="0" presId="urn:microsoft.com/office/officeart/2005/8/layout/hierarchy1"/>
    <dgm:cxn modelId="{8A6358D0-F9B2-C244-A254-EF84E96C6DA6}" type="presOf" srcId="{4F446551-187A-3A49-992E-BE3536E02A72}" destId="{E1C5FF0B-C3EE-9D44-A0D0-65D13AF4FC83}" srcOrd="0" destOrd="0" presId="urn:microsoft.com/office/officeart/2005/8/layout/hierarchy1"/>
    <dgm:cxn modelId="{AF7A70D2-5830-8E4B-98CF-930E3BB63885}" type="presOf" srcId="{C929DB3A-5BAC-AA42-AD3F-753A2561F889}" destId="{9E61E292-F81C-634A-AB45-BE2A8D4E5249}" srcOrd="0" destOrd="0" presId="urn:microsoft.com/office/officeart/2005/8/layout/hierarchy1"/>
    <dgm:cxn modelId="{6CFB79E4-8B07-8F4F-901F-603543D36D59}" type="presOf" srcId="{BB7919A3-D666-BE48-A6E1-C863325B6699}" destId="{DB0D8265-C19D-2E45-915A-80A867E4BCC6}" srcOrd="0" destOrd="0" presId="urn:microsoft.com/office/officeart/2005/8/layout/hierarchy1"/>
    <dgm:cxn modelId="{CD6C25EC-EA77-3848-8EFF-A08A471AF141}" type="presOf" srcId="{892A207D-A65A-1A4D-9789-C11D3A87A021}" destId="{585FE30C-A9AC-8148-ABCD-894E931898FF}" srcOrd="0" destOrd="0" presId="urn:microsoft.com/office/officeart/2005/8/layout/hierarchy1"/>
    <dgm:cxn modelId="{82431AFB-26BD-8D4F-B80F-053AD8C5110C}" type="presOf" srcId="{FA44488F-EE7A-D041-AD82-643C96107B5B}" destId="{06E92C72-A27F-2646-8944-3011E34BAFE6}" srcOrd="0" destOrd="0" presId="urn:microsoft.com/office/officeart/2005/8/layout/hierarchy1"/>
    <dgm:cxn modelId="{37F3F366-3817-4C4D-937D-3FD3D0C7999A}" type="presParOf" srcId="{5B7D816E-C9FE-B944-BE8B-CF00AE388A35}" destId="{447B52D9-CDE3-C645-91BF-EABEDE657CA4}" srcOrd="0" destOrd="0" presId="urn:microsoft.com/office/officeart/2005/8/layout/hierarchy1"/>
    <dgm:cxn modelId="{63D18208-72A9-9649-A784-E1CDBFF9A94A}" type="presParOf" srcId="{447B52D9-CDE3-C645-91BF-EABEDE657CA4}" destId="{491EBF1F-F6B3-BB4A-B051-3133FBF50C21}" srcOrd="0" destOrd="0" presId="urn:microsoft.com/office/officeart/2005/8/layout/hierarchy1"/>
    <dgm:cxn modelId="{9C19A8D8-6656-3B48-943F-A48F24AD8A9D}" type="presParOf" srcId="{491EBF1F-F6B3-BB4A-B051-3133FBF50C21}" destId="{7D9FAD77-BC41-1E4A-83B2-C4EBE7C37125}" srcOrd="0" destOrd="0" presId="urn:microsoft.com/office/officeart/2005/8/layout/hierarchy1"/>
    <dgm:cxn modelId="{2D942DCD-FDD9-E841-83D0-984B06628B8F}" type="presParOf" srcId="{491EBF1F-F6B3-BB4A-B051-3133FBF50C21}" destId="{E1C5FF0B-C3EE-9D44-A0D0-65D13AF4FC83}" srcOrd="1" destOrd="0" presId="urn:microsoft.com/office/officeart/2005/8/layout/hierarchy1"/>
    <dgm:cxn modelId="{E4DCB010-3E1A-4040-B003-42AB64FA9EB8}" type="presParOf" srcId="{447B52D9-CDE3-C645-91BF-EABEDE657CA4}" destId="{49031DBC-D34F-B44A-AD91-4A99ADC8D60D}" srcOrd="1" destOrd="0" presId="urn:microsoft.com/office/officeart/2005/8/layout/hierarchy1"/>
    <dgm:cxn modelId="{E1140B38-DD06-1C41-B333-F17DE38ED36B}" type="presParOf" srcId="{49031DBC-D34F-B44A-AD91-4A99ADC8D60D}" destId="{06E92C72-A27F-2646-8944-3011E34BAFE6}" srcOrd="0" destOrd="0" presId="urn:microsoft.com/office/officeart/2005/8/layout/hierarchy1"/>
    <dgm:cxn modelId="{5332024B-5AA8-0645-9118-49AC3C461C9F}" type="presParOf" srcId="{49031DBC-D34F-B44A-AD91-4A99ADC8D60D}" destId="{C658D3DF-D6CC-F04A-ADDB-2100999A18D7}" srcOrd="1" destOrd="0" presId="urn:microsoft.com/office/officeart/2005/8/layout/hierarchy1"/>
    <dgm:cxn modelId="{04068083-27B0-6248-903F-B713B22A665D}" type="presParOf" srcId="{C658D3DF-D6CC-F04A-ADDB-2100999A18D7}" destId="{C25F3AFB-26A4-9D44-B256-F9B4ADCA9411}" srcOrd="0" destOrd="0" presId="urn:microsoft.com/office/officeart/2005/8/layout/hierarchy1"/>
    <dgm:cxn modelId="{E801D443-129E-5746-A017-C3D1C767088D}" type="presParOf" srcId="{C25F3AFB-26A4-9D44-B256-F9B4ADCA9411}" destId="{E334CF19-3FDD-054F-A77A-5AFD7E423507}" srcOrd="0" destOrd="0" presId="urn:microsoft.com/office/officeart/2005/8/layout/hierarchy1"/>
    <dgm:cxn modelId="{637F8993-FA7D-F24B-878F-E57369909331}" type="presParOf" srcId="{C25F3AFB-26A4-9D44-B256-F9B4ADCA9411}" destId="{69F567C5-AE0C-A846-B664-2DAA8D602172}" srcOrd="1" destOrd="0" presId="urn:microsoft.com/office/officeart/2005/8/layout/hierarchy1"/>
    <dgm:cxn modelId="{14C7A390-855F-3341-A216-8F122BA2AEC5}" type="presParOf" srcId="{C658D3DF-D6CC-F04A-ADDB-2100999A18D7}" destId="{401AB0EE-20F4-5F4D-B356-546294C37A5B}" srcOrd="1" destOrd="0" presId="urn:microsoft.com/office/officeart/2005/8/layout/hierarchy1"/>
    <dgm:cxn modelId="{5FE30F33-80E5-334C-8FDD-FD47290B8AD4}" type="presParOf" srcId="{401AB0EE-20F4-5F4D-B356-546294C37A5B}" destId="{E88D07B3-C8E5-F64C-B08D-CAF2369B9E4C}" srcOrd="0" destOrd="0" presId="urn:microsoft.com/office/officeart/2005/8/layout/hierarchy1"/>
    <dgm:cxn modelId="{2C64E956-1D4E-654E-85BF-D67465919F46}" type="presParOf" srcId="{401AB0EE-20F4-5F4D-B356-546294C37A5B}" destId="{593CE809-53B5-3B44-891D-10D8097B6864}" srcOrd="1" destOrd="0" presId="urn:microsoft.com/office/officeart/2005/8/layout/hierarchy1"/>
    <dgm:cxn modelId="{DAEC15CC-DC92-964F-906F-9675A4A8FA0A}" type="presParOf" srcId="{593CE809-53B5-3B44-891D-10D8097B6864}" destId="{C46BD756-A549-5C4F-87A7-B5C25D664B52}" srcOrd="0" destOrd="0" presId="urn:microsoft.com/office/officeart/2005/8/layout/hierarchy1"/>
    <dgm:cxn modelId="{E754C204-4BAF-BA40-BB98-A60C6EA4A90F}" type="presParOf" srcId="{C46BD756-A549-5C4F-87A7-B5C25D664B52}" destId="{0D245AAC-F199-2548-8E7A-3D63B41C728F}" srcOrd="0" destOrd="0" presId="urn:microsoft.com/office/officeart/2005/8/layout/hierarchy1"/>
    <dgm:cxn modelId="{61075F56-3C2F-3340-85AA-728BC891A448}" type="presParOf" srcId="{C46BD756-A549-5C4F-87A7-B5C25D664B52}" destId="{9FA1ECC2-203D-EC4C-849D-AA1712DB4268}" srcOrd="1" destOrd="0" presId="urn:microsoft.com/office/officeart/2005/8/layout/hierarchy1"/>
    <dgm:cxn modelId="{D53DA1FB-A131-0947-A1DE-5773D018E96C}" type="presParOf" srcId="{593CE809-53B5-3B44-891D-10D8097B6864}" destId="{7D0EA697-88BA-234D-8231-FF4B37AC3597}" srcOrd="1" destOrd="0" presId="urn:microsoft.com/office/officeart/2005/8/layout/hierarchy1"/>
    <dgm:cxn modelId="{253E4769-1F6E-D44D-AB54-403B6FCAEA45}" type="presParOf" srcId="{401AB0EE-20F4-5F4D-B356-546294C37A5B}" destId="{4110E4D2-EA21-674B-807E-C569BC911A09}" srcOrd="2" destOrd="0" presId="urn:microsoft.com/office/officeart/2005/8/layout/hierarchy1"/>
    <dgm:cxn modelId="{577DF461-75E7-524C-A020-11FE3E3934CD}" type="presParOf" srcId="{401AB0EE-20F4-5F4D-B356-546294C37A5B}" destId="{1197A5A1-E6F8-D244-889B-9DAF591DFC36}" srcOrd="3" destOrd="0" presId="urn:microsoft.com/office/officeart/2005/8/layout/hierarchy1"/>
    <dgm:cxn modelId="{3EB1A149-3FCC-1B46-9EC6-175184CBEEE9}" type="presParOf" srcId="{1197A5A1-E6F8-D244-889B-9DAF591DFC36}" destId="{8A7A77C4-D0FE-E448-94C0-96C7964AD3B9}" srcOrd="0" destOrd="0" presId="urn:microsoft.com/office/officeart/2005/8/layout/hierarchy1"/>
    <dgm:cxn modelId="{193FC098-DEBF-F84D-ADC1-C19DE2D5F0D6}" type="presParOf" srcId="{8A7A77C4-D0FE-E448-94C0-96C7964AD3B9}" destId="{F63CFF81-B1FE-6D40-B6A1-30ABEF0C2EF0}" srcOrd="0" destOrd="0" presId="urn:microsoft.com/office/officeart/2005/8/layout/hierarchy1"/>
    <dgm:cxn modelId="{5E21FA85-C038-8F42-8744-8F90054399D8}" type="presParOf" srcId="{8A7A77C4-D0FE-E448-94C0-96C7964AD3B9}" destId="{5D99F7FB-EEA1-1640-B49E-87D0CD12669F}" srcOrd="1" destOrd="0" presId="urn:microsoft.com/office/officeart/2005/8/layout/hierarchy1"/>
    <dgm:cxn modelId="{D0E5F6F5-0AC5-8340-80EC-0B2F879F2258}" type="presParOf" srcId="{1197A5A1-E6F8-D244-889B-9DAF591DFC36}" destId="{09B49DB9-14FA-FB49-A28D-856ADE2E0FEB}" srcOrd="1" destOrd="0" presId="urn:microsoft.com/office/officeart/2005/8/layout/hierarchy1"/>
    <dgm:cxn modelId="{53C8E9E4-69D6-6F40-B622-3B376E27D02F}" type="presParOf" srcId="{401AB0EE-20F4-5F4D-B356-546294C37A5B}" destId="{12769580-DDB9-B44C-A660-3120A7B6E5FD}" srcOrd="4" destOrd="0" presId="urn:microsoft.com/office/officeart/2005/8/layout/hierarchy1"/>
    <dgm:cxn modelId="{8EDC7BEB-F794-1745-9E23-2E998989F261}" type="presParOf" srcId="{401AB0EE-20F4-5F4D-B356-546294C37A5B}" destId="{734EFD21-AB7B-284C-8760-4CB3AFA18B94}" srcOrd="5" destOrd="0" presId="urn:microsoft.com/office/officeart/2005/8/layout/hierarchy1"/>
    <dgm:cxn modelId="{5B8B86DA-8121-6F48-9B92-DDC603F10C1B}" type="presParOf" srcId="{734EFD21-AB7B-284C-8760-4CB3AFA18B94}" destId="{AEE68DFA-18DA-A545-A02B-6DE20A58D9E9}" srcOrd="0" destOrd="0" presId="urn:microsoft.com/office/officeart/2005/8/layout/hierarchy1"/>
    <dgm:cxn modelId="{35707271-D01C-F04B-901E-4859BE6245FC}" type="presParOf" srcId="{AEE68DFA-18DA-A545-A02B-6DE20A58D9E9}" destId="{487C4D3F-BFDE-0941-85B4-862B5F4A6A33}" srcOrd="0" destOrd="0" presId="urn:microsoft.com/office/officeart/2005/8/layout/hierarchy1"/>
    <dgm:cxn modelId="{D441FD89-DE7F-5542-B018-089CDD1299D3}" type="presParOf" srcId="{AEE68DFA-18DA-A545-A02B-6DE20A58D9E9}" destId="{CEB89E39-FB8F-0048-936B-139975809FC6}" srcOrd="1" destOrd="0" presId="urn:microsoft.com/office/officeart/2005/8/layout/hierarchy1"/>
    <dgm:cxn modelId="{F8F0BCE7-C449-0143-B9CC-3443F3008E61}" type="presParOf" srcId="{734EFD21-AB7B-284C-8760-4CB3AFA18B94}" destId="{3E34A85D-62AB-524C-9BC3-32D579FF9A58}" srcOrd="1" destOrd="0" presId="urn:microsoft.com/office/officeart/2005/8/layout/hierarchy1"/>
    <dgm:cxn modelId="{82009170-4F44-A343-A22E-362A2F3617D5}" type="presParOf" srcId="{49031DBC-D34F-B44A-AD91-4A99ADC8D60D}" destId="{FF649819-18E9-5F4F-8B0A-26744C80D8AF}" srcOrd="2" destOrd="0" presId="urn:microsoft.com/office/officeart/2005/8/layout/hierarchy1"/>
    <dgm:cxn modelId="{9F4544F7-C6CB-9E46-9EEC-4F1C46B57182}" type="presParOf" srcId="{49031DBC-D34F-B44A-AD91-4A99ADC8D60D}" destId="{10C62F62-394B-A043-94E6-E04E8ECF35A6}" srcOrd="3" destOrd="0" presId="urn:microsoft.com/office/officeart/2005/8/layout/hierarchy1"/>
    <dgm:cxn modelId="{9DAEFB0B-68F8-AB49-8F2B-0180AF038F55}" type="presParOf" srcId="{10C62F62-394B-A043-94E6-E04E8ECF35A6}" destId="{9BBAF80F-493A-9946-95C7-DD280E1FAA88}" srcOrd="0" destOrd="0" presId="urn:microsoft.com/office/officeart/2005/8/layout/hierarchy1"/>
    <dgm:cxn modelId="{913891F0-FDDA-1247-A90A-4D53FB985DA7}" type="presParOf" srcId="{9BBAF80F-493A-9946-95C7-DD280E1FAA88}" destId="{D728ED57-2FE7-F147-B746-39C07C1337D3}" srcOrd="0" destOrd="0" presId="urn:microsoft.com/office/officeart/2005/8/layout/hierarchy1"/>
    <dgm:cxn modelId="{0EC5BB30-AAD9-A642-ACBC-63A4BEBC3396}" type="presParOf" srcId="{9BBAF80F-493A-9946-95C7-DD280E1FAA88}" destId="{06BB849E-242E-A54A-BDF6-3D9EE9D0A625}" srcOrd="1" destOrd="0" presId="urn:microsoft.com/office/officeart/2005/8/layout/hierarchy1"/>
    <dgm:cxn modelId="{6E8E4928-6DAF-EB41-BD92-6F99007F4CD3}" type="presParOf" srcId="{10C62F62-394B-A043-94E6-E04E8ECF35A6}" destId="{4B090363-C56E-5942-91EC-16403045C799}" srcOrd="1" destOrd="0" presId="urn:microsoft.com/office/officeart/2005/8/layout/hierarchy1"/>
    <dgm:cxn modelId="{EA5DA6A1-B122-494C-9E1C-674520DB607B}" type="presParOf" srcId="{49031DBC-D34F-B44A-AD91-4A99ADC8D60D}" destId="{0C1DDD4B-29FE-B145-8FCC-D4E915F709C0}" srcOrd="4" destOrd="0" presId="urn:microsoft.com/office/officeart/2005/8/layout/hierarchy1"/>
    <dgm:cxn modelId="{0C06FF44-4FC9-1E41-994F-9CE7F4B66867}" type="presParOf" srcId="{49031DBC-D34F-B44A-AD91-4A99ADC8D60D}" destId="{A21608E1-BAE6-274E-AC9F-BB07D8CA2788}" srcOrd="5" destOrd="0" presId="urn:microsoft.com/office/officeart/2005/8/layout/hierarchy1"/>
    <dgm:cxn modelId="{CF54B47D-9A94-E841-88B2-27739A2D7429}" type="presParOf" srcId="{A21608E1-BAE6-274E-AC9F-BB07D8CA2788}" destId="{FAA7E265-D925-4040-B651-ACF0EC9C773D}" srcOrd="0" destOrd="0" presId="urn:microsoft.com/office/officeart/2005/8/layout/hierarchy1"/>
    <dgm:cxn modelId="{96053E7E-ADC3-A74A-8F9C-F1A3B0277B76}" type="presParOf" srcId="{FAA7E265-D925-4040-B651-ACF0EC9C773D}" destId="{20E3F212-CADB-994D-AA66-267C53000C5D}" srcOrd="0" destOrd="0" presId="urn:microsoft.com/office/officeart/2005/8/layout/hierarchy1"/>
    <dgm:cxn modelId="{72E3B38E-A9ED-354B-9BFB-ED5A079F07D9}" type="presParOf" srcId="{FAA7E265-D925-4040-B651-ACF0EC9C773D}" destId="{DB0D8265-C19D-2E45-915A-80A867E4BCC6}" srcOrd="1" destOrd="0" presId="urn:microsoft.com/office/officeart/2005/8/layout/hierarchy1"/>
    <dgm:cxn modelId="{0C3E2E93-890C-7D48-BDA1-57FF1FD78D2F}" type="presParOf" srcId="{A21608E1-BAE6-274E-AC9F-BB07D8CA2788}" destId="{7162D464-F6DC-6841-B5BD-C7821F93116D}" srcOrd="1" destOrd="0" presId="urn:microsoft.com/office/officeart/2005/8/layout/hierarchy1"/>
    <dgm:cxn modelId="{4BA30A36-200B-E944-BED6-07BEA4E1D26D}" type="presParOf" srcId="{7162D464-F6DC-6841-B5BD-C7821F93116D}" destId="{59F8DC97-BAF1-9049-A9FC-E635A39C3FFC}" srcOrd="0" destOrd="0" presId="urn:microsoft.com/office/officeart/2005/8/layout/hierarchy1"/>
    <dgm:cxn modelId="{E81D9CEC-DC20-BD46-99A4-2AAAF4722003}" type="presParOf" srcId="{7162D464-F6DC-6841-B5BD-C7821F93116D}" destId="{C61405D1-F3E4-844E-89AE-E0A13FC67CE7}" srcOrd="1" destOrd="0" presId="urn:microsoft.com/office/officeart/2005/8/layout/hierarchy1"/>
    <dgm:cxn modelId="{4A8C91B5-FF3D-5643-BBFB-EA1579561AFC}" type="presParOf" srcId="{C61405D1-F3E4-844E-89AE-E0A13FC67CE7}" destId="{55E74F6A-B26B-4D4B-B13E-91E467A70EFB}" srcOrd="0" destOrd="0" presId="urn:microsoft.com/office/officeart/2005/8/layout/hierarchy1"/>
    <dgm:cxn modelId="{939E0E90-EB27-A146-802A-84F81605E6FB}" type="presParOf" srcId="{55E74F6A-B26B-4D4B-B13E-91E467A70EFB}" destId="{F9AF29B0-B6F9-F046-A6C4-32225B9E026D}" srcOrd="0" destOrd="0" presId="urn:microsoft.com/office/officeart/2005/8/layout/hierarchy1"/>
    <dgm:cxn modelId="{AF52DADD-8131-2840-B97C-C6721FBAED64}" type="presParOf" srcId="{55E74F6A-B26B-4D4B-B13E-91E467A70EFB}" destId="{607613B3-7254-504F-A38E-757CE1A6D373}" srcOrd="1" destOrd="0" presId="urn:microsoft.com/office/officeart/2005/8/layout/hierarchy1"/>
    <dgm:cxn modelId="{0B8E0E08-F36C-0849-9652-34FD8DD61465}" type="presParOf" srcId="{C61405D1-F3E4-844E-89AE-E0A13FC67CE7}" destId="{0D7E00A7-6404-9A4F-9357-EFA4C8CD4EB0}" srcOrd="1" destOrd="0" presId="urn:microsoft.com/office/officeart/2005/8/layout/hierarchy1"/>
    <dgm:cxn modelId="{D7EDA561-BB54-1A47-B428-9196BC4CF5C2}" type="presParOf" srcId="{7162D464-F6DC-6841-B5BD-C7821F93116D}" destId="{9E61E292-F81C-634A-AB45-BE2A8D4E5249}" srcOrd="2" destOrd="0" presId="urn:microsoft.com/office/officeart/2005/8/layout/hierarchy1"/>
    <dgm:cxn modelId="{CB7A0BA3-5D0A-B145-A506-BF33DBB110E5}" type="presParOf" srcId="{7162D464-F6DC-6841-B5BD-C7821F93116D}" destId="{5ED95B10-CBEE-9C4A-9D4D-26AFE8801E41}" srcOrd="3" destOrd="0" presId="urn:microsoft.com/office/officeart/2005/8/layout/hierarchy1"/>
    <dgm:cxn modelId="{CE409A95-F344-794C-AA5E-1718D7396A08}" type="presParOf" srcId="{5ED95B10-CBEE-9C4A-9D4D-26AFE8801E41}" destId="{D56709CE-2EF0-E44B-97B5-806D364EA885}" srcOrd="0" destOrd="0" presId="urn:microsoft.com/office/officeart/2005/8/layout/hierarchy1"/>
    <dgm:cxn modelId="{391FF44F-C7A4-B742-A3E0-0A08253572E8}" type="presParOf" srcId="{D56709CE-2EF0-E44B-97B5-806D364EA885}" destId="{80D3E8B8-610F-3441-BD26-B03E1D4ABBB2}" srcOrd="0" destOrd="0" presId="urn:microsoft.com/office/officeart/2005/8/layout/hierarchy1"/>
    <dgm:cxn modelId="{796D90F1-A3ED-D744-ACE3-4287EB2F2E86}" type="presParOf" srcId="{D56709CE-2EF0-E44B-97B5-806D364EA885}" destId="{1ECF147E-647A-1E4D-BCEA-06A40990BCAD}" srcOrd="1" destOrd="0" presId="urn:microsoft.com/office/officeart/2005/8/layout/hierarchy1"/>
    <dgm:cxn modelId="{94E23EB3-54DF-4E48-8313-088CE13B7C1B}" type="presParOf" srcId="{5ED95B10-CBEE-9C4A-9D4D-26AFE8801E41}" destId="{F7226964-5020-0546-A06C-B2BE0A33B485}" srcOrd="1" destOrd="0" presId="urn:microsoft.com/office/officeart/2005/8/layout/hierarchy1"/>
    <dgm:cxn modelId="{6A0FE9E6-9808-8144-9734-5859408C0A43}" type="presParOf" srcId="{7162D464-F6DC-6841-B5BD-C7821F93116D}" destId="{6E684E2C-DC3A-E94C-BFB4-B968A4E6DEE1}" srcOrd="4" destOrd="0" presId="urn:microsoft.com/office/officeart/2005/8/layout/hierarchy1"/>
    <dgm:cxn modelId="{9298F997-7CEF-3B42-B1EC-5ADD05192083}" type="presParOf" srcId="{7162D464-F6DC-6841-B5BD-C7821F93116D}" destId="{133A0F82-90C6-164B-B15C-81829996CDC6}" srcOrd="5" destOrd="0" presId="urn:microsoft.com/office/officeart/2005/8/layout/hierarchy1"/>
    <dgm:cxn modelId="{6B4860F0-4941-A54F-A382-092F210F007D}" type="presParOf" srcId="{133A0F82-90C6-164B-B15C-81829996CDC6}" destId="{E482EBDC-87F4-5641-9D21-54073D7692FB}" srcOrd="0" destOrd="0" presId="urn:microsoft.com/office/officeart/2005/8/layout/hierarchy1"/>
    <dgm:cxn modelId="{758B7018-4268-2C48-95E1-5B4670A0E647}" type="presParOf" srcId="{E482EBDC-87F4-5641-9D21-54073D7692FB}" destId="{17BE8B3D-61A2-D746-8CBA-8A3AD953E12B}" srcOrd="0" destOrd="0" presId="urn:microsoft.com/office/officeart/2005/8/layout/hierarchy1"/>
    <dgm:cxn modelId="{D781B349-0B80-1646-89B5-F9F99DDF1DB6}" type="presParOf" srcId="{E482EBDC-87F4-5641-9D21-54073D7692FB}" destId="{585FE30C-A9AC-8148-ABCD-894E931898FF}" srcOrd="1" destOrd="0" presId="urn:microsoft.com/office/officeart/2005/8/layout/hierarchy1"/>
    <dgm:cxn modelId="{0E9B8AA1-803A-8645-A0C2-4CEDA4FBEEB9}" type="presParOf" srcId="{133A0F82-90C6-164B-B15C-81829996CDC6}" destId="{C441D14F-9E68-094A-A833-A1B9C842C129}" srcOrd="1" destOrd="0" presId="urn:microsoft.com/office/officeart/2005/8/layout/hierarchy1"/>
    <dgm:cxn modelId="{AE846B25-980A-1341-A535-E2BBFD5380AD}" type="presParOf" srcId="{49031DBC-D34F-B44A-AD91-4A99ADC8D60D}" destId="{58A4A3AF-A582-8B40-9B72-D207BF0EECB3}" srcOrd="6" destOrd="0" presId="urn:microsoft.com/office/officeart/2005/8/layout/hierarchy1"/>
    <dgm:cxn modelId="{E5431D5B-55FA-224E-9928-03B3FD4C616F}" type="presParOf" srcId="{49031DBC-D34F-B44A-AD91-4A99ADC8D60D}" destId="{35D11370-9586-5441-8402-55916A910867}" srcOrd="7" destOrd="0" presId="urn:microsoft.com/office/officeart/2005/8/layout/hierarchy1"/>
    <dgm:cxn modelId="{2A8D71FB-F9C6-B24D-9B2D-C26F599B807F}" type="presParOf" srcId="{35D11370-9586-5441-8402-55916A910867}" destId="{5E969F68-8B2E-194D-B6A4-E2771DCD03AE}" srcOrd="0" destOrd="0" presId="urn:microsoft.com/office/officeart/2005/8/layout/hierarchy1"/>
    <dgm:cxn modelId="{17483B91-1BA8-F744-84F3-85F4DF129892}" type="presParOf" srcId="{5E969F68-8B2E-194D-B6A4-E2771DCD03AE}" destId="{00CFC085-3571-C841-BAE7-65A326AB4E05}" srcOrd="0" destOrd="0" presId="urn:microsoft.com/office/officeart/2005/8/layout/hierarchy1"/>
    <dgm:cxn modelId="{FE031469-A402-754A-9500-5B4D00D32EC5}" type="presParOf" srcId="{5E969F68-8B2E-194D-B6A4-E2771DCD03AE}" destId="{72626C63-6CA1-A94B-B1AF-2652AD0C4FE4}" srcOrd="1" destOrd="0" presId="urn:microsoft.com/office/officeart/2005/8/layout/hierarchy1"/>
    <dgm:cxn modelId="{C6239757-2779-F54D-BE74-A5F215A2BC13}" type="presParOf" srcId="{35D11370-9586-5441-8402-55916A910867}" destId="{7371A332-FC7F-BB47-8952-9569A983043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B7B074-1D95-5245-A722-71488A618F50}" type="doc">
      <dgm:prSet loTypeId="urn:microsoft.com/office/officeart/2005/8/layout/process1" loCatId="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446551-187A-3A49-992E-BE3536E02A72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Insert ATM card</a:t>
          </a:r>
        </a:p>
      </dgm:t>
    </dgm:pt>
    <dgm:pt modelId="{324AF4C4-8836-FE46-964D-AE0C4B51E31D}" type="parTrans" cxnId="{177C103D-1CAE-B24F-BC85-B13161AB404C}">
      <dgm:prSet/>
      <dgm:spPr/>
      <dgm:t>
        <a:bodyPr/>
        <a:lstStyle/>
        <a:p>
          <a:endParaRPr lang="en-US"/>
        </a:p>
      </dgm:t>
    </dgm:pt>
    <dgm:pt modelId="{1879FCD4-1C5D-1440-93DE-E0C19A8E02EB}" type="sibTrans" cxnId="{177C103D-1CAE-B24F-BC85-B13161AB404C}">
      <dgm:prSet/>
      <dgm:spPr/>
      <dgm:t>
        <a:bodyPr/>
        <a:lstStyle/>
        <a:p>
          <a:endParaRPr lang="en-US"/>
        </a:p>
      </dgm:t>
    </dgm:pt>
    <dgm:pt modelId="{996AEC20-3979-1147-96F6-7818ACB10FB4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/>
            <a:t>Enter PIN</a:t>
          </a:r>
        </a:p>
      </dgm:t>
    </dgm:pt>
    <dgm:pt modelId="{AA4A4905-0643-9B49-88B4-12778E18C26B}" type="parTrans" cxnId="{D0873EE2-2352-EA4F-A264-0D24CD4B0376}">
      <dgm:prSet/>
      <dgm:spPr/>
      <dgm:t>
        <a:bodyPr/>
        <a:lstStyle/>
        <a:p>
          <a:endParaRPr lang="en-US"/>
        </a:p>
      </dgm:t>
    </dgm:pt>
    <dgm:pt modelId="{D07C048E-B431-584C-81F9-8916699E77FE}" type="sibTrans" cxnId="{D0873EE2-2352-EA4F-A264-0D24CD4B0376}">
      <dgm:prSet/>
      <dgm:spPr/>
      <dgm:t>
        <a:bodyPr/>
        <a:lstStyle/>
        <a:p>
          <a:endParaRPr lang="en-US"/>
        </a:p>
      </dgm:t>
    </dgm:pt>
    <dgm:pt modelId="{17230214-AF89-A646-BB5E-D3A653183A1A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/>
            <a:t>Select withdrawal option</a:t>
          </a:r>
        </a:p>
      </dgm:t>
    </dgm:pt>
    <dgm:pt modelId="{EE2146AC-DE5C-EE4D-83DF-90E45A9058E6}" type="parTrans" cxnId="{D53FB9A9-185C-A04E-A329-CDC734DBFB99}">
      <dgm:prSet/>
      <dgm:spPr/>
      <dgm:t>
        <a:bodyPr/>
        <a:lstStyle/>
        <a:p>
          <a:endParaRPr lang="en-US"/>
        </a:p>
      </dgm:t>
    </dgm:pt>
    <dgm:pt modelId="{800AC148-B6E8-5D4D-AABC-63722B12EEE0}" type="sibTrans" cxnId="{D53FB9A9-185C-A04E-A329-CDC734DBFB99}">
      <dgm:prSet/>
      <dgm:spPr/>
      <dgm:t>
        <a:bodyPr/>
        <a:lstStyle/>
        <a:p>
          <a:endParaRPr lang="en-US"/>
        </a:p>
      </dgm:t>
    </dgm:pt>
    <dgm:pt modelId="{2168B18B-BF3F-D248-9859-1538CB13361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Enter amount</a:t>
          </a:r>
        </a:p>
      </dgm:t>
    </dgm:pt>
    <dgm:pt modelId="{E15C2F82-C608-9C4F-A5E5-3744F92633CC}" type="parTrans" cxnId="{4D6822A2-7214-8747-B9AC-97DCC9215F61}">
      <dgm:prSet/>
      <dgm:spPr/>
      <dgm:t>
        <a:bodyPr/>
        <a:lstStyle/>
        <a:p>
          <a:endParaRPr lang="en-US"/>
        </a:p>
      </dgm:t>
    </dgm:pt>
    <dgm:pt modelId="{DC09D729-3503-2A40-8F34-B7A561DAF9E5}" type="sibTrans" cxnId="{4D6822A2-7214-8747-B9AC-97DCC9215F61}">
      <dgm:prSet/>
      <dgm:spPr/>
      <dgm:t>
        <a:bodyPr/>
        <a:lstStyle/>
        <a:p>
          <a:endParaRPr lang="en-US"/>
        </a:p>
      </dgm:t>
    </dgm:pt>
    <dgm:pt modelId="{D3916A0B-123C-F04D-A10E-0829D53D8507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/>
            <a:t>Collect cash</a:t>
          </a:r>
        </a:p>
      </dgm:t>
    </dgm:pt>
    <dgm:pt modelId="{D7332B6C-4311-474D-AEF7-36AF6EA6E231}" type="parTrans" cxnId="{E8E704B7-B631-6149-8684-F13F9AEDB3E5}">
      <dgm:prSet/>
      <dgm:spPr/>
      <dgm:t>
        <a:bodyPr/>
        <a:lstStyle/>
        <a:p>
          <a:endParaRPr lang="en-US"/>
        </a:p>
      </dgm:t>
    </dgm:pt>
    <dgm:pt modelId="{9EA73931-AC00-CA4B-9884-EFFB95C90AE5}" type="sibTrans" cxnId="{E8E704B7-B631-6149-8684-F13F9AEDB3E5}">
      <dgm:prSet/>
      <dgm:spPr/>
      <dgm:t>
        <a:bodyPr/>
        <a:lstStyle/>
        <a:p>
          <a:endParaRPr lang="en-US"/>
        </a:p>
      </dgm:t>
    </dgm:pt>
    <dgm:pt modelId="{CA6B75D9-1098-AA41-AACE-CF3EAAE49DF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/>
            <a:t>Collect receipt (optional)</a:t>
          </a:r>
        </a:p>
      </dgm:t>
    </dgm:pt>
    <dgm:pt modelId="{C5F6D05E-12D1-3D40-828F-96A75868E44F}" type="parTrans" cxnId="{45DA198B-DE6E-5843-8C5C-E2252BE4B462}">
      <dgm:prSet/>
      <dgm:spPr/>
      <dgm:t>
        <a:bodyPr/>
        <a:lstStyle/>
        <a:p>
          <a:endParaRPr lang="en-US"/>
        </a:p>
      </dgm:t>
    </dgm:pt>
    <dgm:pt modelId="{4D2D2CBA-4492-2C49-B29D-FE38BCC1FEB9}" type="sibTrans" cxnId="{45DA198B-DE6E-5843-8C5C-E2252BE4B462}">
      <dgm:prSet/>
      <dgm:spPr/>
      <dgm:t>
        <a:bodyPr/>
        <a:lstStyle/>
        <a:p>
          <a:endParaRPr lang="en-US"/>
        </a:p>
      </dgm:t>
    </dgm:pt>
    <dgm:pt modelId="{1C1741DB-4378-0047-9651-B8501ACD00A1}">
      <dgm:prSet/>
      <dgm:spPr/>
      <dgm:t>
        <a:bodyPr/>
        <a:lstStyle/>
        <a:p>
          <a:pPr>
            <a:buNone/>
          </a:pPr>
          <a:r>
            <a:rPr lang="en-US" dirty="0"/>
            <a:t>Retrieve card</a:t>
          </a:r>
        </a:p>
      </dgm:t>
    </dgm:pt>
    <dgm:pt modelId="{00D3AAF2-D442-0E40-8EDB-E2282A59A6AB}" type="parTrans" cxnId="{61CFAB78-539D-6B4C-9C61-A8B9ED4A0ED0}">
      <dgm:prSet/>
      <dgm:spPr/>
      <dgm:t>
        <a:bodyPr/>
        <a:lstStyle/>
        <a:p>
          <a:endParaRPr lang="en-US"/>
        </a:p>
      </dgm:t>
    </dgm:pt>
    <dgm:pt modelId="{720895F3-D6BD-564E-AA17-5786388A6E3F}" type="sibTrans" cxnId="{61CFAB78-539D-6B4C-9C61-A8B9ED4A0ED0}">
      <dgm:prSet/>
      <dgm:spPr/>
      <dgm:t>
        <a:bodyPr/>
        <a:lstStyle/>
        <a:p>
          <a:endParaRPr lang="en-US"/>
        </a:p>
      </dgm:t>
    </dgm:pt>
    <dgm:pt modelId="{91F6DD54-8846-054A-8BC3-5199C3A38D81}" type="pres">
      <dgm:prSet presAssocID="{72B7B074-1D95-5245-A722-71488A618F50}" presName="Name0" presStyleCnt="0">
        <dgm:presLayoutVars>
          <dgm:dir/>
          <dgm:resizeHandles val="exact"/>
        </dgm:presLayoutVars>
      </dgm:prSet>
      <dgm:spPr/>
    </dgm:pt>
    <dgm:pt modelId="{ACBBBF6E-6D10-F34F-AFD2-5DF26525DAA9}" type="pres">
      <dgm:prSet presAssocID="{4F446551-187A-3A49-992E-BE3536E02A72}" presName="node" presStyleLbl="node1" presStyleIdx="0" presStyleCnt="7">
        <dgm:presLayoutVars>
          <dgm:bulletEnabled val="1"/>
        </dgm:presLayoutVars>
      </dgm:prSet>
      <dgm:spPr/>
    </dgm:pt>
    <dgm:pt modelId="{3E0DB29A-FFE3-B545-B59E-99556440C4D8}" type="pres">
      <dgm:prSet presAssocID="{1879FCD4-1C5D-1440-93DE-E0C19A8E02EB}" presName="sibTrans" presStyleLbl="sibTrans2D1" presStyleIdx="0" presStyleCnt="6"/>
      <dgm:spPr/>
    </dgm:pt>
    <dgm:pt modelId="{5C13056A-41C2-3A4E-AE61-1B7485F1019A}" type="pres">
      <dgm:prSet presAssocID="{1879FCD4-1C5D-1440-93DE-E0C19A8E02EB}" presName="connectorText" presStyleLbl="sibTrans2D1" presStyleIdx="0" presStyleCnt="6"/>
      <dgm:spPr/>
    </dgm:pt>
    <dgm:pt modelId="{1AEB02B8-AE71-A84C-AC03-332D4103337F}" type="pres">
      <dgm:prSet presAssocID="{996AEC20-3979-1147-96F6-7818ACB10FB4}" presName="node" presStyleLbl="node1" presStyleIdx="1" presStyleCnt="7">
        <dgm:presLayoutVars>
          <dgm:bulletEnabled val="1"/>
        </dgm:presLayoutVars>
      </dgm:prSet>
      <dgm:spPr/>
    </dgm:pt>
    <dgm:pt modelId="{DC5FC156-2FA4-E049-A940-1D971333F8BA}" type="pres">
      <dgm:prSet presAssocID="{D07C048E-B431-584C-81F9-8916699E77FE}" presName="sibTrans" presStyleLbl="sibTrans2D1" presStyleIdx="1" presStyleCnt="6"/>
      <dgm:spPr/>
    </dgm:pt>
    <dgm:pt modelId="{02C4F27F-DE50-6C4A-B7C9-35AA9AA1DC6D}" type="pres">
      <dgm:prSet presAssocID="{D07C048E-B431-584C-81F9-8916699E77FE}" presName="connectorText" presStyleLbl="sibTrans2D1" presStyleIdx="1" presStyleCnt="6"/>
      <dgm:spPr/>
    </dgm:pt>
    <dgm:pt modelId="{BDB1CFC2-8F9D-1545-8A81-8EB390A2C86D}" type="pres">
      <dgm:prSet presAssocID="{17230214-AF89-A646-BB5E-D3A653183A1A}" presName="node" presStyleLbl="node1" presStyleIdx="2" presStyleCnt="7">
        <dgm:presLayoutVars>
          <dgm:bulletEnabled val="1"/>
        </dgm:presLayoutVars>
      </dgm:prSet>
      <dgm:spPr/>
    </dgm:pt>
    <dgm:pt modelId="{85322684-6AAD-A445-9D53-7BAAE5A943AB}" type="pres">
      <dgm:prSet presAssocID="{800AC148-B6E8-5D4D-AABC-63722B12EEE0}" presName="sibTrans" presStyleLbl="sibTrans2D1" presStyleIdx="2" presStyleCnt="6"/>
      <dgm:spPr/>
    </dgm:pt>
    <dgm:pt modelId="{254A522F-5539-994A-9F11-F370B1853369}" type="pres">
      <dgm:prSet presAssocID="{800AC148-B6E8-5D4D-AABC-63722B12EEE0}" presName="connectorText" presStyleLbl="sibTrans2D1" presStyleIdx="2" presStyleCnt="6"/>
      <dgm:spPr/>
    </dgm:pt>
    <dgm:pt modelId="{74AA0FCF-3DBE-564F-9077-87FD1EBEFAAE}" type="pres">
      <dgm:prSet presAssocID="{2168B18B-BF3F-D248-9859-1538CB133610}" presName="node" presStyleLbl="node1" presStyleIdx="3" presStyleCnt="7">
        <dgm:presLayoutVars>
          <dgm:bulletEnabled val="1"/>
        </dgm:presLayoutVars>
      </dgm:prSet>
      <dgm:spPr/>
    </dgm:pt>
    <dgm:pt modelId="{CE837DAB-60C4-D546-BAA2-75C1A90870BE}" type="pres">
      <dgm:prSet presAssocID="{DC09D729-3503-2A40-8F34-B7A561DAF9E5}" presName="sibTrans" presStyleLbl="sibTrans2D1" presStyleIdx="3" presStyleCnt="6"/>
      <dgm:spPr/>
    </dgm:pt>
    <dgm:pt modelId="{D9783858-ACEB-B745-B3E3-DA6DC8FDD28D}" type="pres">
      <dgm:prSet presAssocID="{DC09D729-3503-2A40-8F34-B7A561DAF9E5}" presName="connectorText" presStyleLbl="sibTrans2D1" presStyleIdx="3" presStyleCnt="6"/>
      <dgm:spPr/>
    </dgm:pt>
    <dgm:pt modelId="{78DB9CD7-F15D-3848-BBFC-74DCA1BA89DA}" type="pres">
      <dgm:prSet presAssocID="{D3916A0B-123C-F04D-A10E-0829D53D8507}" presName="node" presStyleLbl="node1" presStyleIdx="4" presStyleCnt="7">
        <dgm:presLayoutVars>
          <dgm:bulletEnabled val="1"/>
        </dgm:presLayoutVars>
      </dgm:prSet>
      <dgm:spPr/>
    </dgm:pt>
    <dgm:pt modelId="{541F62E2-A6F6-9D4E-8677-D45330C55374}" type="pres">
      <dgm:prSet presAssocID="{9EA73931-AC00-CA4B-9884-EFFB95C90AE5}" presName="sibTrans" presStyleLbl="sibTrans2D1" presStyleIdx="4" presStyleCnt="6"/>
      <dgm:spPr/>
    </dgm:pt>
    <dgm:pt modelId="{785B9FB2-D8F3-0949-BB76-C8B1854C98CA}" type="pres">
      <dgm:prSet presAssocID="{9EA73931-AC00-CA4B-9884-EFFB95C90AE5}" presName="connectorText" presStyleLbl="sibTrans2D1" presStyleIdx="4" presStyleCnt="6"/>
      <dgm:spPr/>
    </dgm:pt>
    <dgm:pt modelId="{FF840C6C-E498-B645-A677-1C618B62A378}" type="pres">
      <dgm:prSet presAssocID="{CA6B75D9-1098-AA41-AACE-CF3EAAE49DFC}" presName="node" presStyleLbl="node1" presStyleIdx="5" presStyleCnt="7">
        <dgm:presLayoutVars>
          <dgm:bulletEnabled val="1"/>
        </dgm:presLayoutVars>
      </dgm:prSet>
      <dgm:spPr/>
    </dgm:pt>
    <dgm:pt modelId="{DE918A41-DB15-4740-A0AA-447DC713EC44}" type="pres">
      <dgm:prSet presAssocID="{4D2D2CBA-4492-2C49-B29D-FE38BCC1FEB9}" presName="sibTrans" presStyleLbl="sibTrans2D1" presStyleIdx="5" presStyleCnt="6"/>
      <dgm:spPr/>
    </dgm:pt>
    <dgm:pt modelId="{ED24AE68-8DF3-E24A-99EC-955B1402BBE0}" type="pres">
      <dgm:prSet presAssocID="{4D2D2CBA-4492-2C49-B29D-FE38BCC1FEB9}" presName="connectorText" presStyleLbl="sibTrans2D1" presStyleIdx="5" presStyleCnt="6"/>
      <dgm:spPr/>
    </dgm:pt>
    <dgm:pt modelId="{2565EE1F-9FFE-BB4A-AE2A-83AF22E1F4C2}" type="pres">
      <dgm:prSet presAssocID="{1C1741DB-4378-0047-9651-B8501ACD00A1}" presName="node" presStyleLbl="node1" presStyleIdx="6" presStyleCnt="7">
        <dgm:presLayoutVars>
          <dgm:bulletEnabled val="1"/>
        </dgm:presLayoutVars>
      </dgm:prSet>
      <dgm:spPr/>
    </dgm:pt>
  </dgm:ptLst>
  <dgm:cxnLst>
    <dgm:cxn modelId="{C1BDAD3A-0CB4-6E4C-BE17-ED51D232E378}" type="presOf" srcId="{17230214-AF89-A646-BB5E-D3A653183A1A}" destId="{BDB1CFC2-8F9D-1545-8A81-8EB390A2C86D}" srcOrd="0" destOrd="0" presId="urn:microsoft.com/office/officeart/2005/8/layout/process1"/>
    <dgm:cxn modelId="{BE352F3B-A177-214F-8D19-12F9D1B79054}" type="presOf" srcId="{9EA73931-AC00-CA4B-9884-EFFB95C90AE5}" destId="{541F62E2-A6F6-9D4E-8677-D45330C55374}" srcOrd="0" destOrd="0" presId="urn:microsoft.com/office/officeart/2005/8/layout/process1"/>
    <dgm:cxn modelId="{177C103D-1CAE-B24F-BC85-B13161AB404C}" srcId="{72B7B074-1D95-5245-A722-71488A618F50}" destId="{4F446551-187A-3A49-992E-BE3536E02A72}" srcOrd="0" destOrd="0" parTransId="{324AF4C4-8836-FE46-964D-AE0C4B51E31D}" sibTransId="{1879FCD4-1C5D-1440-93DE-E0C19A8E02EB}"/>
    <dgm:cxn modelId="{11D75B3E-EED4-A048-BDF4-81B8DE5BE537}" type="presOf" srcId="{DC09D729-3503-2A40-8F34-B7A561DAF9E5}" destId="{D9783858-ACEB-B745-B3E3-DA6DC8FDD28D}" srcOrd="1" destOrd="0" presId="urn:microsoft.com/office/officeart/2005/8/layout/process1"/>
    <dgm:cxn modelId="{D130FB60-8772-C147-896B-E80EAA0EEB88}" type="presOf" srcId="{D3916A0B-123C-F04D-A10E-0829D53D8507}" destId="{78DB9CD7-F15D-3848-BBFC-74DCA1BA89DA}" srcOrd="0" destOrd="0" presId="urn:microsoft.com/office/officeart/2005/8/layout/process1"/>
    <dgm:cxn modelId="{1FDDA868-577C-9D4B-9C48-85EBD1847BFC}" type="presOf" srcId="{9EA73931-AC00-CA4B-9884-EFFB95C90AE5}" destId="{785B9FB2-D8F3-0949-BB76-C8B1854C98CA}" srcOrd="1" destOrd="0" presId="urn:microsoft.com/office/officeart/2005/8/layout/process1"/>
    <dgm:cxn modelId="{2112E169-6B08-154E-8058-6389FFDCACCA}" type="presOf" srcId="{996AEC20-3979-1147-96F6-7818ACB10FB4}" destId="{1AEB02B8-AE71-A84C-AC03-332D4103337F}" srcOrd="0" destOrd="0" presId="urn:microsoft.com/office/officeart/2005/8/layout/process1"/>
    <dgm:cxn modelId="{A7BD186E-246B-2742-B5D5-00FE70B2413C}" type="presOf" srcId="{800AC148-B6E8-5D4D-AABC-63722B12EEE0}" destId="{254A522F-5539-994A-9F11-F370B1853369}" srcOrd="1" destOrd="0" presId="urn:microsoft.com/office/officeart/2005/8/layout/process1"/>
    <dgm:cxn modelId="{2CFEF66E-825C-934D-9478-83B846F31C37}" type="presOf" srcId="{72B7B074-1D95-5245-A722-71488A618F50}" destId="{91F6DD54-8846-054A-8BC3-5199C3A38D81}" srcOrd="0" destOrd="0" presId="urn:microsoft.com/office/officeart/2005/8/layout/process1"/>
    <dgm:cxn modelId="{040BA873-2D34-7645-B60D-4418EDA9A451}" type="presOf" srcId="{CA6B75D9-1098-AA41-AACE-CF3EAAE49DFC}" destId="{FF840C6C-E498-B645-A677-1C618B62A378}" srcOrd="0" destOrd="0" presId="urn:microsoft.com/office/officeart/2005/8/layout/process1"/>
    <dgm:cxn modelId="{61CFAB78-539D-6B4C-9C61-A8B9ED4A0ED0}" srcId="{72B7B074-1D95-5245-A722-71488A618F50}" destId="{1C1741DB-4378-0047-9651-B8501ACD00A1}" srcOrd="6" destOrd="0" parTransId="{00D3AAF2-D442-0E40-8EDB-E2282A59A6AB}" sibTransId="{720895F3-D6BD-564E-AA17-5786388A6E3F}"/>
    <dgm:cxn modelId="{407C0A7A-9159-9448-9605-FF751FB25D3E}" type="presOf" srcId="{4F446551-187A-3A49-992E-BE3536E02A72}" destId="{ACBBBF6E-6D10-F34F-AFD2-5DF26525DAA9}" srcOrd="0" destOrd="0" presId="urn:microsoft.com/office/officeart/2005/8/layout/process1"/>
    <dgm:cxn modelId="{B0D3237D-F1E1-1B42-A7BD-F07B44A8731A}" type="presOf" srcId="{4D2D2CBA-4492-2C49-B29D-FE38BCC1FEB9}" destId="{DE918A41-DB15-4740-A0AA-447DC713EC44}" srcOrd="0" destOrd="0" presId="urn:microsoft.com/office/officeart/2005/8/layout/process1"/>
    <dgm:cxn modelId="{009E1088-3C47-E842-BA9C-45D36A1C2742}" type="presOf" srcId="{1C1741DB-4378-0047-9651-B8501ACD00A1}" destId="{2565EE1F-9FFE-BB4A-AE2A-83AF22E1F4C2}" srcOrd="0" destOrd="0" presId="urn:microsoft.com/office/officeart/2005/8/layout/process1"/>
    <dgm:cxn modelId="{7549B38A-E8E9-6542-A918-BEC2E8E33A92}" type="presOf" srcId="{2168B18B-BF3F-D248-9859-1538CB133610}" destId="{74AA0FCF-3DBE-564F-9077-87FD1EBEFAAE}" srcOrd="0" destOrd="0" presId="urn:microsoft.com/office/officeart/2005/8/layout/process1"/>
    <dgm:cxn modelId="{A2FEB78A-DE47-D348-9795-DEE2092156AB}" type="presOf" srcId="{4D2D2CBA-4492-2C49-B29D-FE38BCC1FEB9}" destId="{ED24AE68-8DF3-E24A-99EC-955B1402BBE0}" srcOrd="1" destOrd="0" presId="urn:microsoft.com/office/officeart/2005/8/layout/process1"/>
    <dgm:cxn modelId="{45DA198B-DE6E-5843-8C5C-E2252BE4B462}" srcId="{72B7B074-1D95-5245-A722-71488A618F50}" destId="{CA6B75D9-1098-AA41-AACE-CF3EAAE49DFC}" srcOrd="5" destOrd="0" parTransId="{C5F6D05E-12D1-3D40-828F-96A75868E44F}" sibTransId="{4D2D2CBA-4492-2C49-B29D-FE38BCC1FEB9}"/>
    <dgm:cxn modelId="{FBAE8690-8D9A-CD4A-A7CF-4E220922EFE0}" type="presOf" srcId="{1879FCD4-1C5D-1440-93DE-E0C19A8E02EB}" destId="{3E0DB29A-FFE3-B545-B59E-99556440C4D8}" srcOrd="0" destOrd="0" presId="urn:microsoft.com/office/officeart/2005/8/layout/process1"/>
    <dgm:cxn modelId="{48A28192-FA2E-A044-80D9-6741931A720F}" type="presOf" srcId="{DC09D729-3503-2A40-8F34-B7A561DAF9E5}" destId="{CE837DAB-60C4-D546-BAA2-75C1A90870BE}" srcOrd="0" destOrd="0" presId="urn:microsoft.com/office/officeart/2005/8/layout/process1"/>
    <dgm:cxn modelId="{F2128D97-CBD7-6940-B12B-58D96FD1D233}" type="presOf" srcId="{1879FCD4-1C5D-1440-93DE-E0C19A8E02EB}" destId="{5C13056A-41C2-3A4E-AE61-1B7485F1019A}" srcOrd="1" destOrd="0" presId="urn:microsoft.com/office/officeart/2005/8/layout/process1"/>
    <dgm:cxn modelId="{4D6822A2-7214-8747-B9AC-97DCC9215F61}" srcId="{72B7B074-1D95-5245-A722-71488A618F50}" destId="{2168B18B-BF3F-D248-9859-1538CB133610}" srcOrd="3" destOrd="0" parTransId="{E15C2F82-C608-9C4F-A5E5-3744F92633CC}" sibTransId="{DC09D729-3503-2A40-8F34-B7A561DAF9E5}"/>
    <dgm:cxn modelId="{D53FB9A9-185C-A04E-A329-CDC734DBFB99}" srcId="{72B7B074-1D95-5245-A722-71488A618F50}" destId="{17230214-AF89-A646-BB5E-D3A653183A1A}" srcOrd="2" destOrd="0" parTransId="{EE2146AC-DE5C-EE4D-83DF-90E45A9058E6}" sibTransId="{800AC148-B6E8-5D4D-AABC-63722B12EEE0}"/>
    <dgm:cxn modelId="{47581EB0-E22E-E94C-B1A3-F2ACF77845AA}" type="presOf" srcId="{800AC148-B6E8-5D4D-AABC-63722B12EEE0}" destId="{85322684-6AAD-A445-9D53-7BAAE5A943AB}" srcOrd="0" destOrd="0" presId="urn:microsoft.com/office/officeart/2005/8/layout/process1"/>
    <dgm:cxn modelId="{E8E704B7-B631-6149-8684-F13F9AEDB3E5}" srcId="{72B7B074-1D95-5245-A722-71488A618F50}" destId="{D3916A0B-123C-F04D-A10E-0829D53D8507}" srcOrd="4" destOrd="0" parTransId="{D7332B6C-4311-474D-AEF7-36AF6EA6E231}" sibTransId="{9EA73931-AC00-CA4B-9884-EFFB95C90AE5}"/>
    <dgm:cxn modelId="{6DB004C9-A4B5-6D4D-A757-11CA4AB20C9B}" type="presOf" srcId="{D07C048E-B431-584C-81F9-8916699E77FE}" destId="{DC5FC156-2FA4-E049-A940-1D971333F8BA}" srcOrd="0" destOrd="0" presId="urn:microsoft.com/office/officeart/2005/8/layout/process1"/>
    <dgm:cxn modelId="{313259CF-2298-6F4C-A5A7-E2BAB8546E47}" type="presOf" srcId="{D07C048E-B431-584C-81F9-8916699E77FE}" destId="{02C4F27F-DE50-6C4A-B7C9-35AA9AA1DC6D}" srcOrd="1" destOrd="0" presId="urn:microsoft.com/office/officeart/2005/8/layout/process1"/>
    <dgm:cxn modelId="{D0873EE2-2352-EA4F-A264-0D24CD4B0376}" srcId="{72B7B074-1D95-5245-A722-71488A618F50}" destId="{996AEC20-3979-1147-96F6-7818ACB10FB4}" srcOrd="1" destOrd="0" parTransId="{AA4A4905-0643-9B49-88B4-12778E18C26B}" sibTransId="{D07C048E-B431-584C-81F9-8916699E77FE}"/>
    <dgm:cxn modelId="{911FE9EF-DABE-5346-9023-94F7A9F4761C}" type="presParOf" srcId="{91F6DD54-8846-054A-8BC3-5199C3A38D81}" destId="{ACBBBF6E-6D10-F34F-AFD2-5DF26525DAA9}" srcOrd="0" destOrd="0" presId="urn:microsoft.com/office/officeart/2005/8/layout/process1"/>
    <dgm:cxn modelId="{0F10F6A3-AB9B-4940-8AEE-6EF7F056AA9E}" type="presParOf" srcId="{91F6DD54-8846-054A-8BC3-5199C3A38D81}" destId="{3E0DB29A-FFE3-B545-B59E-99556440C4D8}" srcOrd="1" destOrd="0" presId="urn:microsoft.com/office/officeart/2005/8/layout/process1"/>
    <dgm:cxn modelId="{9359DF4D-4B7C-AE41-89B2-47AA0AE6D672}" type="presParOf" srcId="{3E0DB29A-FFE3-B545-B59E-99556440C4D8}" destId="{5C13056A-41C2-3A4E-AE61-1B7485F1019A}" srcOrd="0" destOrd="0" presId="urn:microsoft.com/office/officeart/2005/8/layout/process1"/>
    <dgm:cxn modelId="{23458578-D160-C949-8D6B-45149181165C}" type="presParOf" srcId="{91F6DD54-8846-054A-8BC3-5199C3A38D81}" destId="{1AEB02B8-AE71-A84C-AC03-332D4103337F}" srcOrd="2" destOrd="0" presId="urn:microsoft.com/office/officeart/2005/8/layout/process1"/>
    <dgm:cxn modelId="{DD84DA56-D716-9B43-8EB3-1D748A01D924}" type="presParOf" srcId="{91F6DD54-8846-054A-8BC3-5199C3A38D81}" destId="{DC5FC156-2FA4-E049-A940-1D971333F8BA}" srcOrd="3" destOrd="0" presId="urn:microsoft.com/office/officeart/2005/8/layout/process1"/>
    <dgm:cxn modelId="{39BFE84E-D00E-1440-9108-D74B7268D2DA}" type="presParOf" srcId="{DC5FC156-2FA4-E049-A940-1D971333F8BA}" destId="{02C4F27F-DE50-6C4A-B7C9-35AA9AA1DC6D}" srcOrd="0" destOrd="0" presId="urn:microsoft.com/office/officeart/2005/8/layout/process1"/>
    <dgm:cxn modelId="{29012355-7FE3-4644-9055-7B3BB43497BD}" type="presParOf" srcId="{91F6DD54-8846-054A-8BC3-5199C3A38D81}" destId="{BDB1CFC2-8F9D-1545-8A81-8EB390A2C86D}" srcOrd="4" destOrd="0" presId="urn:microsoft.com/office/officeart/2005/8/layout/process1"/>
    <dgm:cxn modelId="{A2DF94D8-769B-FA4E-856C-9FD556E8EE82}" type="presParOf" srcId="{91F6DD54-8846-054A-8BC3-5199C3A38D81}" destId="{85322684-6AAD-A445-9D53-7BAAE5A943AB}" srcOrd="5" destOrd="0" presId="urn:microsoft.com/office/officeart/2005/8/layout/process1"/>
    <dgm:cxn modelId="{E646533B-C304-B849-805E-2D0231A25C4F}" type="presParOf" srcId="{85322684-6AAD-A445-9D53-7BAAE5A943AB}" destId="{254A522F-5539-994A-9F11-F370B1853369}" srcOrd="0" destOrd="0" presId="urn:microsoft.com/office/officeart/2005/8/layout/process1"/>
    <dgm:cxn modelId="{1D10C251-3B06-2341-9FD8-020EDD89BE22}" type="presParOf" srcId="{91F6DD54-8846-054A-8BC3-5199C3A38D81}" destId="{74AA0FCF-3DBE-564F-9077-87FD1EBEFAAE}" srcOrd="6" destOrd="0" presId="urn:microsoft.com/office/officeart/2005/8/layout/process1"/>
    <dgm:cxn modelId="{2EA6CB5B-6541-0E4C-A422-D0247A82D9A4}" type="presParOf" srcId="{91F6DD54-8846-054A-8BC3-5199C3A38D81}" destId="{CE837DAB-60C4-D546-BAA2-75C1A90870BE}" srcOrd="7" destOrd="0" presId="urn:microsoft.com/office/officeart/2005/8/layout/process1"/>
    <dgm:cxn modelId="{2B6E355E-E715-9244-81F9-22D52C7B805F}" type="presParOf" srcId="{CE837DAB-60C4-D546-BAA2-75C1A90870BE}" destId="{D9783858-ACEB-B745-B3E3-DA6DC8FDD28D}" srcOrd="0" destOrd="0" presId="urn:microsoft.com/office/officeart/2005/8/layout/process1"/>
    <dgm:cxn modelId="{E752E7E9-D1BB-BA46-BA69-492091B56749}" type="presParOf" srcId="{91F6DD54-8846-054A-8BC3-5199C3A38D81}" destId="{78DB9CD7-F15D-3848-BBFC-74DCA1BA89DA}" srcOrd="8" destOrd="0" presId="urn:microsoft.com/office/officeart/2005/8/layout/process1"/>
    <dgm:cxn modelId="{BFFF35DA-DAC4-9B4A-A2EC-A7FEE0E78081}" type="presParOf" srcId="{91F6DD54-8846-054A-8BC3-5199C3A38D81}" destId="{541F62E2-A6F6-9D4E-8677-D45330C55374}" srcOrd="9" destOrd="0" presId="urn:microsoft.com/office/officeart/2005/8/layout/process1"/>
    <dgm:cxn modelId="{5FB46999-61DA-474E-AB28-50B39D0F3751}" type="presParOf" srcId="{541F62E2-A6F6-9D4E-8677-D45330C55374}" destId="{785B9FB2-D8F3-0949-BB76-C8B1854C98CA}" srcOrd="0" destOrd="0" presId="urn:microsoft.com/office/officeart/2005/8/layout/process1"/>
    <dgm:cxn modelId="{73173DD1-9D8E-AF44-8EE0-EEA091B03497}" type="presParOf" srcId="{91F6DD54-8846-054A-8BC3-5199C3A38D81}" destId="{FF840C6C-E498-B645-A677-1C618B62A378}" srcOrd="10" destOrd="0" presId="urn:microsoft.com/office/officeart/2005/8/layout/process1"/>
    <dgm:cxn modelId="{D9D6E1E0-DEBB-DC4F-82C9-25F1306289A1}" type="presParOf" srcId="{91F6DD54-8846-054A-8BC3-5199C3A38D81}" destId="{DE918A41-DB15-4740-A0AA-447DC713EC44}" srcOrd="11" destOrd="0" presId="urn:microsoft.com/office/officeart/2005/8/layout/process1"/>
    <dgm:cxn modelId="{505ACFB7-E5C2-B945-BE9D-41DF954DAC04}" type="presParOf" srcId="{DE918A41-DB15-4740-A0AA-447DC713EC44}" destId="{ED24AE68-8DF3-E24A-99EC-955B1402BBE0}" srcOrd="0" destOrd="0" presId="urn:microsoft.com/office/officeart/2005/8/layout/process1"/>
    <dgm:cxn modelId="{3916E7D1-596B-2D46-A894-2B0DB9CEBBA1}" type="presParOf" srcId="{91F6DD54-8846-054A-8BC3-5199C3A38D81}" destId="{2565EE1F-9FFE-BB4A-AE2A-83AF22E1F4C2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80C41E-7C15-A94B-9406-A711D4982C27}" type="doc">
      <dgm:prSet loTypeId="urn:microsoft.com/office/officeart/2005/8/layout/lProcess3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A8889D8-9A03-BE48-8748-2C858A4E1742}">
      <dgm:prSet/>
      <dgm:spPr/>
      <dgm:t>
        <a:bodyPr/>
        <a:lstStyle/>
        <a:p>
          <a:r>
            <a:rPr lang="en-US" b="0" i="0" u="none" dirty="0"/>
            <a:t>1.0 Launch </a:t>
          </a:r>
          <a:r>
            <a:rPr lang="en-US" b="0" i="0" u="none" dirty="0" err="1"/>
            <a:t>Foodpanda</a:t>
          </a:r>
          <a:r>
            <a:rPr lang="en-US" b="0" i="0" u="none" dirty="0"/>
            <a:t> app/website</a:t>
          </a:r>
          <a:endParaRPr lang="en-US" dirty="0"/>
        </a:p>
      </dgm:t>
    </dgm:pt>
    <dgm:pt modelId="{CF36EBED-54CB-0D4D-83F7-8532D685B577}" type="parTrans" cxnId="{2353B4C8-0922-7E41-BEA3-23B18BFE30D9}">
      <dgm:prSet/>
      <dgm:spPr/>
      <dgm:t>
        <a:bodyPr/>
        <a:lstStyle/>
        <a:p>
          <a:endParaRPr lang="en-US"/>
        </a:p>
      </dgm:t>
    </dgm:pt>
    <dgm:pt modelId="{41E32AB2-C466-8C4F-A834-191A6B09171D}" type="sibTrans" cxnId="{2353B4C8-0922-7E41-BEA3-23B18BFE30D9}">
      <dgm:prSet/>
      <dgm:spPr/>
      <dgm:t>
        <a:bodyPr/>
        <a:lstStyle/>
        <a:p>
          <a:endParaRPr lang="en-US"/>
        </a:p>
      </dgm:t>
    </dgm:pt>
    <dgm:pt modelId="{528F09E3-FB85-7E47-82D5-02793724DE4E}">
      <dgm:prSet/>
      <dgm:spPr/>
      <dgm:t>
        <a:bodyPr/>
        <a:lstStyle/>
        <a:p>
          <a:r>
            <a:rPr lang="en-US" dirty="0"/>
            <a:t>1.1 </a:t>
          </a:r>
          <a:r>
            <a:rPr lang="en-US" b="0" i="0" u="none" dirty="0"/>
            <a:t>Unlock phone / open browser</a:t>
          </a:r>
        </a:p>
      </dgm:t>
    </dgm:pt>
    <dgm:pt modelId="{7B06C25C-0895-8449-844C-7BD3E88B53DD}" type="parTrans" cxnId="{5196EBD2-E7BA-DD49-B7F6-8216A5545EA2}">
      <dgm:prSet/>
      <dgm:spPr/>
      <dgm:t>
        <a:bodyPr/>
        <a:lstStyle/>
        <a:p>
          <a:endParaRPr lang="en-US"/>
        </a:p>
      </dgm:t>
    </dgm:pt>
    <dgm:pt modelId="{7CB2F7CE-89E6-1F42-A575-4B4F0C714D9A}" type="sibTrans" cxnId="{5196EBD2-E7BA-DD49-B7F6-8216A5545EA2}">
      <dgm:prSet/>
      <dgm:spPr/>
      <dgm:t>
        <a:bodyPr/>
        <a:lstStyle/>
        <a:p>
          <a:endParaRPr lang="en-US"/>
        </a:p>
      </dgm:t>
    </dgm:pt>
    <dgm:pt modelId="{7EAE2E88-A6E6-8B4F-AADE-0D4DD924909C}">
      <dgm:prSet/>
      <dgm:spPr/>
      <dgm:t>
        <a:bodyPr/>
        <a:lstStyle/>
        <a:p>
          <a:pPr>
            <a:buNone/>
          </a:pPr>
          <a:r>
            <a:rPr lang="en-US" b="0" i="0" u="none" dirty="0"/>
            <a:t>1.2 Open </a:t>
          </a:r>
          <a:r>
            <a:rPr lang="en-US" b="0" i="0" u="none" dirty="0" err="1"/>
            <a:t>Foodpanda</a:t>
          </a:r>
          <a:r>
            <a:rPr lang="en-US" b="0" i="0" u="none" dirty="0"/>
            <a:t> app / go to website</a:t>
          </a:r>
          <a:endParaRPr lang="en-US" dirty="0"/>
        </a:p>
      </dgm:t>
    </dgm:pt>
    <dgm:pt modelId="{7F7ABD38-C597-4742-A972-AFCC53213CB6}" type="parTrans" cxnId="{8A2A4BD5-29F0-5C4E-950A-64F31AE8FC1B}">
      <dgm:prSet/>
      <dgm:spPr/>
      <dgm:t>
        <a:bodyPr/>
        <a:lstStyle/>
        <a:p>
          <a:endParaRPr lang="en-US"/>
        </a:p>
      </dgm:t>
    </dgm:pt>
    <dgm:pt modelId="{71C9DB64-DF76-1C4F-9768-B59C429E78C3}" type="sibTrans" cxnId="{8A2A4BD5-29F0-5C4E-950A-64F31AE8FC1B}">
      <dgm:prSet/>
      <dgm:spPr/>
      <dgm:t>
        <a:bodyPr/>
        <a:lstStyle/>
        <a:p>
          <a:endParaRPr lang="en-US"/>
        </a:p>
      </dgm:t>
    </dgm:pt>
    <dgm:pt modelId="{14EBA5B8-C995-8C4D-A420-D4FC61769796}">
      <dgm:prSet/>
      <dgm:spPr/>
      <dgm:t>
        <a:bodyPr/>
        <a:lstStyle/>
        <a:p>
          <a:pPr>
            <a:buNone/>
          </a:pPr>
          <a:r>
            <a:rPr lang="en-US" b="0" i="0" u="none" dirty="0"/>
            <a:t>2.0 Log in / Sign up (if not already logged in)</a:t>
          </a:r>
          <a:endParaRPr lang="en-US" dirty="0"/>
        </a:p>
      </dgm:t>
    </dgm:pt>
    <dgm:pt modelId="{EC7E8255-53CF-0640-A1D8-8B7435A8FBF8}" type="parTrans" cxnId="{6C5645C9-13BD-C54D-9924-37C397F21D6C}">
      <dgm:prSet/>
      <dgm:spPr/>
      <dgm:t>
        <a:bodyPr/>
        <a:lstStyle/>
        <a:p>
          <a:endParaRPr lang="en-US"/>
        </a:p>
      </dgm:t>
    </dgm:pt>
    <dgm:pt modelId="{B99C7361-46B6-8842-A9A3-A38F387018BA}" type="sibTrans" cxnId="{6C5645C9-13BD-C54D-9924-37C397F21D6C}">
      <dgm:prSet/>
      <dgm:spPr/>
      <dgm:t>
        <a:bodyPr/>
        <a:lstStyle/>
        <a:p>
          <a:endParaRPr lang="en-US"/>
        </a:p>
      </dgm:t>
    </dgm:pt>
    <dgm:pt modelId="{A2C65576-D87D-124A-B150-BCC21DD50AF9}">
      <dgm:prSet/>
      <dgm:spPr/>
      <dgm:t>
        <a:bodyPr/>
        <a:lstStyle/>
        <a:p>
          <a:pPr>
            <a:buNone/>
          </a:pPr>
          <a:r>
            <a:rPr lang="en-US" b="0" i="0" u="none" dirty="0"/>
            <a:t>2.1 Enter phone/email</a:t>
          </a:r>
          <a:endParaRPr lang="en-US" dirty="0"/>
        </a:p>
      </dgm:t>
    </dgm:pt>
    <dgm:pt modelId="{D0B4DA92-0128-A14D-B1E6-6A3E00C2E56B}" type="parTrans" cxnId="{9E64ADED-C732-A645-99E1-2B38771E3279}">
      <dgm:prSet/>
      <dgm:spPr/>
      <dgm:t>
        <a:bodyPr/>
        <a:lstStyle/>
        <a:p>
          <a:endParaRPr lang="en-US"/>
        </a:p>
      </dgm:t>
    </dgm:pt>
    <dgm:pt modelId="{30743F0C-F446-F547-9DF7-ADD715CB5772}" type="sibTrans" cxnId="{9E64ADED-C732-A645-99E1-2B38771E3279}">
      <dgm:prSet/>
      <dgm:spPr/>
      <dgm:t>
        <a:bodyPr/>
        <a:lstStyle/>
        <a:p>
          <a:endParaRPr lang="en-US"/>
        </a:p>
      </dgm:t>
    </dgm:pt>
    <dgm:pt modelId="{3AD49BC9-9AC0-434F-BAE8-89CEF41BF0DA}">
      <dgm:prSet/>
      <dgm:spPr/>
      <dgm:t>
        <a:bodyPr/>
        <a:lstStyle/>
        <a:p>
          <a:pPr>
            <a:buNone/>
          </a:pPr>
          <a:r>
            <a:rPr lang="en-US" b="0" i="0" u="none" dirty="0"/>
            <a:t>2.2 Enter password / OTP</a:t>
          </a:r>
          <a:endParaRPr lang="en-US" dirty="0"/>
        </a:p>
      </dgm:t>
    </dgm:pt>
    <dgm:pt modelId="{8289F6CC-5546-EE44-8CEB-CAA6D334FB79}" type="parTrans" cxnId="{50F70A6F-C14C-8644-A17A-25D77AAFDAED}">
      <dgm:prSet/>
      <dgm:spPr/>
      <dgm:t>
        <a:bodyPr/>
        <a:lstStyle/>
        <a:p>
          <a:endParaRPr lang="en-US"/>
        </a:p>
      </dgm:t>
    </dgm:pt>
    <dgm:pt modelId="{9ACB3E35-ED0F-A440-A530-179D408D9BB2}" type="sibTrans" cxnId="{50F70A6F-C14C-8644-A17A-25D77AAFDAED}">
      <dgm:prSet/>
      <dgm:spPr/>
      <dgm:t>
        <a:bodyPr/>
        <a:lstStyle/>
        <a:p>
          <a:endParaRPr lang="en-US"/>
        </a:p>
      </dgm:t>
    </dgm:pt>
    <dgm:pt modelId="{4EA918CD-39A5-BE4C-8377-55F49CE36D23}">
      <dgm:prSet/>
      <dgm:spPr/>
      <dgm:t>
        <a:bodyPr/>
        <a:lstStyle/>
        <a:p>
          <a:pPr>
            <a:buNone/>
          </a:pPr>
          <a:r>
            <a:rPr lang="en-US" b="0" i="0" u="none"/>
            <a:t>2.3 Confirm login</a:t>
          </a:r>
          <a:endParaRPr lang="en-US" dirty="0"/>
        </a:p>
      </dgm:t>
    </dgm:pt>
    <dgm:pt modelId="{B8F7D055-0EE6-A247-9411-4325BA3BBB1F}" type="parTrans" cxnId="{8B2441C3-542A-A448-988D-45B5C0F60E9D}">
      <dgm:prSet/>
      <dgm:spPr/>
      <dgm:t>
        <a:bodyPr/>
        <a:lstStyle/>
        <a:p>
          <a:endParaRPr lang="en-US"/>
        </a:p>
      </dgm:t>
    </dgm:pt>
    <dgm:pt modelId="{44DBCBE7-8530-ED4F-8156-5F6097D5E4DF}" type="sibTrans" cxnId="{8B2441C3-542A-A448-988D-45B5C0F60E9D}">
      <dgm:prSet/>
      <dgm:spPr/>
      <dgm:t>
        <a:bodyPr/>
        <a:lstStyle/>
        <a:p>
          <a:endParaRPr lang="en-US"/>
        </a:p>
      </dgm:t>
    </dgm:pt>
    <dgm:pt modelId="{FD0FB5FB-8669-EA4F-A4F6-8DD261DF91D8}">
      <dgm:prSet/>
      <dgm:spPr/>
      <dgm:t>
        <a:bodyPr/>
        <a:lstStyle/>
        <a:p>
          <a:pPr>
            <a:buNone/>
          </a:pPr>
          <a:r>
            <a:rPr lang="en-US" b="0" i="0" u="none" dirty="0"/>
            <a:t>3.0 Select delivery location</a:t>
          </a:r>
          <a:endParaRPr lang="en-US" dirty="0"/>
        </a:p>
      </dgm:t>
    </dgm:pt>
    <dgm:pt modelId="{30ED1F25-3B36-204A-99B7-CE8AD3EB2C3D}" type="parTrans" cxnId="{7F0BF8D4-88BB-304F-B417-DEDD704C82EB}">
      <dgm:prSet/>
      <dgm:spPr/>
      <dgm:t>
        <a:bodyPr/>
        <a:lstStyle/>
        <a:p>
          <a:endParaRPr lang="en-US"/>
        </a:p>
      </dgm:t>
    </dgm:pt>
    <dgm:pt modelId="{4146340D-9E7F-C14F-BA57-B4D98F8368B9}" type="sibTrans" cxnId="{7F0BF8D4-88BB-304F-B417-DEDD704C82EB}">
      <dgm:prSet/>
      <dgm:spPr/>
      <dgm:t>
        <a:bodyPr/>
        <a:lstStyle/>
        <a:p>
          <a:endParaRPr lang="en-US"/>
        </a:p>
      </dgm:t>
    </dgm:pt>
    <dgm:pt modelId="{CA79855B-51A4-BF44-A527-20574CE99C25}">
      <dgm:prSet/>
      <dgm:spPr/>
      <dgm:t>
        <a:bodyPr/>
        <a:lstStyle/>
        <a:p>
          <a:pPr>
            <a:buNone/>
          </a:pPr>
          <a:r>
            <a:rPr lang="en-US" b="0" i="0" u="none" dirty="0"/>
            <a:t>3.1 Allow GPS access or manually enter address</a:t>
          </a:r>
          <a:endParaRPr lang="en-US" dirty="0"/>
        </a:p>
      </dgm:t>
    </dgm:pt>
    <dgm:pt modelId="{3CC93104-F52E-4941-8232-F8A96FED3220}" type="parTrans" cxnId="{A23B096C-0596-5441-90BB-3205C3121426}">
      <dgm:prSet/>
      <dgm:spPr/>
      <dgm:t>
        <a:bodyPr/>
        <a:lstStyle/>
        <a:p>
          <a:endParaRPr lang="en-US"/>
        </a:p>
      </dgm:t>
    </dgm:pt>
    <dgm:pt modelId="{E7F6AB58-CB9D-1A4E-944A-19044BF17A04}" type="sibTrans" cxnId="{A23B096C-0596-5441-90BB-3205C3121426}">
      <dgm:prSet/>
      <dgm:spPr/>
      <dgm:t>
        <a:bodyPr/>
        <a:lstStyle/>
        <a:p>
          <a:endParaRPr lang="en-US"/>
        </a:p>
      </dgm:t>
    </dgm:pt>
    <dgm:pt modelId="{6D8D8395-146C-754D-891C-B2ED84CEB33C}">
      <dgm:prSet/>
      <dgm:spPr/>
      <dgm:t>
        <a:bodyPr/>
        <a:lstStyle/>
        <a:p>
          <a:pPr>
            <a:buNone/>
          </a:pPr>
          <a:r>
            <a:rPr lang="en-US" b="0" i="0" u="none" dirty="0"/>
            <a:t>3.2 Confirm location on map</a:t>
          </a:r>
          <a:endParaRPr lang="en-US" dirty="0"/>
        </a:p>
      </dgm:t>
    </dgm:pt>
    <dgm:pt modelId="{2DCC00C7-4751-0544-AB56-C5B3617E5744}" type="parTrans" cxnId="{BB0301F5-9A3E-3242-99DB-E18B3ED898E8}">
      <dgm:prSet/>
      <dgm:spPr/>
      <dgm:t>
        <a:bodyPr/>
        <a:lstStyle/>
        <a:p>
          <a:endParaRPr lang="en-US"/>
        </a:p>
      </dgm:t>
    </dgm:pt>
    <dgm:pt modelId="{81D2EE4D-7613-7D4C-A7B4-3BAEF98D9F8A}" type="sibTrans" cxnId="{BB0301F5-9A3E-3242-99DB-E18B3ED898E8}">
      <dgm:prSet/>
      <dgm:spPr/>
      <dgm:t>
        <a:bodyPr/>
        <a:lstStyle/>
        <a:p>
          <a:endParaRPr lang="en-US"/>
        </a:p>
      </dgm:t>
    </dgm:pt>
    <dgm:pt modelId="{60CF29A1-8FC6-884D-9E1C-0779496DDB5F}">
      <dgm:prSet/>
      <dgm:spPr/>
      <dgm:t>
        <a:bodyPr/>
        <a:lstStyle/>
        <a:p>
          <a:pPr>
            <a:buNone/>
          </a:pPr>
          <a:r>
            <a:rPr lang="en-US" b="0" i="0" u="none" dirty="0"/>
            <a:t>4.0  Browse restaurants / food options</a:t>
          </a:r>
          <a:endParaRPr lang="en-US" dirty="0"/>
        </a:p>
      </dgm:t>
    </dgm:pt>
    <dgm:pt modelId="{834E1201-D62D-6B47-A8AD-A8FA511090A3}" type="sibTrans" cxnId="{908FEE6C-8023-4D49-9931-59071CE04577}">
      <dgm:prSet/>
      <dgm:spPr/>
      <dgm:t>
        <a:bodyPr/>
        <a:lstStyle/>
        <a:p>
          <a:endParaRPr lang="en-US"/>
        </a:p>
      </dgm:t>
    </dgm:pt>
    <dgm:pt modelId="{EA6D1290-43B4-8F46-A7BC-A9B15F7A103B}" type="parTrans" cxnId="{908FEE6C-8023-4D49-9931-59071CE04577}">
      <dgm:prSet/>
      <dgm:spPr/>
      <dgm:t>
        <a:bodyPr/>
        <a:lstStyle/>
        <a:p>
          <a:endParaRPr lang="en-US"/>
        </a:p>
      </dgm:t>
    </dgm:pt>
    <dgm:pt modelId="{D690CA2B-648B-574B-84C7-2CA4CB56AB56}">
      <dgm:prSet/>
      <dgm:spPr/>
      <dgm:t>
        <a:bodyPr/>
        <a:lstStyle/>
        <a:p>
          <a:pPr>
            <a:buNone/>
          </a:pPr>
          <a:r>
            <a:rPr lang="en-US" b="0" i="0" u="none" dirty="0"/>
            <a:t>4.1 Use search bar (restaurant, cuisine, dish)</a:t>
          </a:r>
          <a:endParaRPr lang="en-US" dirty="0"/>
        </a:p>
      </dgm:t>
    </dgm:pt>
    <dgm:pt modelId="{26686561-9476-5F4C-B0B3-A509305B826E}" type="parTrans" cxnId="{8FE722C3-68B1-4B4B-A1E2-D5292E30B9BC}">
      <dgm:prSet/>
      <dgm:spPr/>
      <dgm:t>
        <a:bodyPr/>
        <a:lstStyle/>
        <a:p>
          <a:endParaRPr lang="en-US"/>
        </a:p>
      </dgm:t>
    </dgm:pt>
    <dgm:pt modelId="{E859A8BC-81E3-0748-A095-93749AB1EB8D}" type="sibTrans" cxnId="{8FE722C3-68B1-4B4B-A1E2-D5292E30B9BC}">
      <dgm:prSet/>
      <dgm:spPr/>
      <dgm:t>
        <a:bodyPr/>
        <a:lstStyle/>
        <a:p>
          <a:endParaRPr lang="en-US"/>
        </a:p>
      </dgm:t>
    </dgm:pt>
    <dgm:pt modelId="{42555AA8-7BA7-584B-A3E7-274F58780D64}">
      <dgm:prSet/>
      <dgm:spPr/>
      <dgm:t>
        <a:bodyPr/>
        <a:lstStyle/>
        <a:p>
          <a:pPr>
            <a:buNone/>
          </a:pPr>
          <a:r>
            <a:rPr lang="en-US" b="0" i="0" u="none" dirty="0"/>
            <a:t>4.2 Filter by ratings, price, or offers</a:t>
          </a:r>
          <a:endParaRPr lang="en-US" dirty="0"/>
        </a:p>
      </dgm:t>
    </dgm:pt>
    <dgm:pt modelId="{38C38F77-D5AB-F845-A1FE-FCD53F93A2CC}" type="parTrans" cxnId="{101BD0ED-6939-6041-8576-70F1595B2BD8}">
      <dgm:prSet/>
      <dgm:spPr/>
      <dgm:t>
        <a:bodyPr/>
        <a:lstStyle/>
        <a:p>
          <a:endParaRPr lang="en-US"/>
        </a:p>
      </dgm:t>
    </dgm:pt>
    <dgm:pt modelId="{09D01448-17CE-9C49-948B-7DEC52A3B797}" type="sibTrans" cxnId="{101BD0ED-6939-6041-8576-70F1595B2BD8}">
      <dgm:prSet/>
      <dgm:spPr/>
      <dgm:t>
        <a:bodyPr/>
        <a:lstStyle/>
        <a:p>
          <a:endParaRPr lang="en-US"/>
        </a:p>
      </dgm:t>
    </dgm:pt>
    <dgm:pt modelId="{1B71F582-FDCA-AA4F-B11F-8D2BD7523CE7}">
      <dgm:prSet/>
      <dgm:spPr/>
      <dgm:t>
        <a:bodyPr/>
        <a:lstStyle/>
        <a:p>
          <a:pPr>
            <a:buNone/>
          </a:pPr>
          <a:r>
            <a:rPr lang="en-US" b="0" i="0" u="none"/>
            <a:t>4.3 Select restaurant</a:t>
          </a:r>
          <a:endParaRPr lang="en-US" dirty="0"/>
        </a:p>
      </dgm:t>
    </dgm:pt>
    <dgm:pt modelId="{192D1E33-4936-A941-9A1E-1A9FA38E29A5}" type="parTrans" cxnId="{A1A40086-85FF-1F4C-9F3C-B747D2C765F2}">
      <dgm:prSet/>
      <dgm:spPr/>
      <dgm:t>
        <a:bodyPr/>
        <a:lstStyle/>
        <a:p>
          <a:endParaRPr lang="en-US"/>
        </a:p>
      </dgm:t>
    </dgm:pt>
    <dgm:pt modelId="{3C023D65-A7B9-9E4E-84EA-D2617C1A0F4D}" type="sibTrans" cxnId="{A1A40086-85FF-1F4C-9F3C-B747D2C765F2}">
      <dgm:prSet/>
      <dgm:spPr/>
      <dgm:t>
        <a:bodyPr/>
        <a:lstStyle/>
        <a:p>
          <a:endParaRPr lang="en-US"/>
        </a:p>
      </dgm:t>
    </dgm:pt>
    <dgm:pt modelId="{0DBB17DD-B891-C247-A0CD-6EA0E6FC7286}">
      <dgm:prSet/>
      <dgm:spPr/>
      <dgm:t>
        <a:bodyPr/>
        <a:lstStyle/>
        <a:p>
          <a:pPr>
            <a:buNone/>
          </a:pPr>
          <a:r>
            <a:rPr lang="en-US" b="0" i="0" u="none" dirty="0"/>
            <a:t>5.0 Select food items</a:t>
          </a:r>
          <a:endParaRPr lang="en-US" dirty="0"/>
        </a:p>
      </dgm:t>
    </dgm:pt>
    <dgm:pt modelId="{1C5AB595-F0F5-2D4D-84B8-F818C196E2FA}" type="parTrans" cxnId="{1C6A9848-5AD9-2148-BFE6-1E583FA2002A}">
      <dgm:prSet/>
      <dgm:spPr/>
      <dgm:t>
        <a:bodyPr/>
        <a:lstStyle/>
        <a:p>
          <a:endParaRPr lang="en-US"/>
        </a:p>
      </dgm:t>
    </dgm:pt>
    <dgm:pt modelId="{1767D9F0-71E8-DE41-8F7C-B8371AFC0A38}" type="sibTrans" cxnId="{1C6A9848-5AD9-2148-BFE6-1E583FA2002A}">
      <dgm:prSet/>
      <dgm:spPr/>
      <dgm:t>
        <a:bodyPr/>
        <a:lstStyle/>
        <a:p>
          <a:endParaRPr lang="en-US"/>
        </a:p>
      </dgm:t>
    </dgm:pt>
    <dgm:pt modelId="{CFA89642-AF4A-A940-AD5D-8EB38DE309B9}">
      <dgm:prSet/>
      <dgm:spPr/>
      <dgm:t>
        <a:bodyPr/>
        <a:lstStyle/>
        <a:p>
          <a:pPr>
            <a:buNone/>
          </a:pPr>
          <a:r>
            <a:rPr lang="en-US" b="0" i="0" u="none"/>
            <a:t>5.1 Browse menu categories</a:t>
          </a:r>
          <a:endParaRPr lang="en-US" dirty="0"/>
        </a:p>
      </dgm:t>
    </dgm:pt>
    <dgm:pt modelId="{85EBA537-D051-9043-B776-F3E497FFE336}" type="parTrans" cxnId="{F1AD43F0-34E8-844B-A7DB-30CDD6FD3D4B}">
      <dgm:prSet/>
      <dgm:spPr/>
      <dgm:t>
        <a:bodyPr/>
        <a:lstStyle/>
        <a:p>
          <a:endParaRPr lang="en-US"/>
        </a:p>
      </dgm:t>
    </dgm:pt>
    <dgm:pt modelId="{68D24E27-AEAF-5B48-9DE4-D78A32B85D2A}" type="sibTrans" cxnId="{F1AD43F0-34E8-844B-A7DB-30CDD6FD3D4B}">
      <dgm:prSet/>
      <dgm:spPr/>
      <dgm:t>
        <a:bodyPr/>
        <a:lstStyle/>
        <a:p>
          <a:endParaRPr lang="en-US"/>
        </a:p>
      </dgm:t>
    </dgm:pt>
    <dgm:pt modelId="{47BBC80A-F872-BB4F-B06D-700986DAA1A5}">
      <dgm:prSet/>
      <dgm:spPr/>
      <dgm:t>
        <a:bodyPr/>
        <a:lstStyle/>
        <a:p>
          <a:pPr>
            <a:buNone/>
          </a:pPr>
          <a:r>
            <a:rPr lang="en-US" b="0" i="0" u="none" dirty="0"/>
            <a:t>5.2 Choose dish</a:t>
          </a:r>
          <a:endParaRPr lang="en-US" dirty="0"/>
        </a:p>
      </dgm:t>
    </dgm:pt>
    <dgm:pt modelId="{D18A3653-9C6A-624D-A223-B6290CB72A31}" type="parTrans" cxnId="{5362EF5E-F834-CB4B-91BA-5758E7EEE785}">
      <dgm:prSet/>
      <dgm:spPr/>
      <dgm:t>
        <a:bodyPr/>
        <a:lstStyle/>
        <a:p>
          <a:endParaRPr lang="en-US"/>
        </a:p>
      </dgm:t>
    </dgm:pt>
    <dgm:pt modelId="{DC706AA1-A7E3-CF41-9EEC-17D6F4C2FDB8}" type="sibTrans" cxnId="{5362EF5E-F834-CB4B-91BA-5758E7EEE785}">
      <dgm:prSet/>
      <dgm:spPr/>
      <dgm:t>
        <a:bodyPr/>
        <a:lstStyle/>
        <a:p>
          <a:endParaRPr lang="en-US"/>
        </a:p>
      </dgm:t>
    </dgm:pt>
    <dgm:pt modelId="{0B85E928-ED27-BC48-89B6-8F0B13FD03E5}">
      <dgm:prSet/>
      <dgm:spPr/>
      <dgm:t>
        <a:bodyPr/>
        <a:lstStyle/>
        <a:p>
          <a:pPr>
            <a:buNone/>
          </a:pPr>
          <a:r>
            <a:rPr lang="en-US" b="0" i="0" u="none"/>
            <a:t>5.3 Customize (size, toppings, extras, notes)</a:t>
          </a:r>
          <a:endParaRPr lang="en-US" dirty="0"/>
        </a:p>
      </dgm:t>
    </dgm:pt>
    <dgm:pt modelId="{3892DF04-0E68-C748-B3CC-64AF9453BA9B}" type="parTrans" cxnId="{CC51509A-C91D-6848-8CE3-06DE866DCCA0}">
      <dgm:prSet/>
      <dgm:spPr/>
      <dgm:t>
        <a:bodyPr/>
        <a:lstStyle/>
        <a:p>
          <a:endParaRPr lang="en-US"/>
        </a:p>
      </dgm:t>
    </dgm:pt>
    <dgm:pt modelId="{839D1B66-03FE-134C-811C-DD540723C672}" type="sibTrans" cxnId="{CC51509A-C91D-6848-8CE3-06DE866DCCA0}">
      <dgm:prSet/>
      <dgm:spPr/>
      <dgm:t>
        <a:bodyPr/>
        <a:lstStyle/>
        <a:p>
          <a:endParaRPr lang="en-US"/>
        </a:p>
      </dgm:t>
    </dgm:pt>
    <dgm:pt modelId="{788192E5-DB55-694F-9816-82961F00239F}">
      <dgm:prSet/>
      <dgm:spPr/>
      <dgm:t>
        <a:bodyPr/>
        <a:lstStyle/>
        <a:p>
          <a:pPr>
            <a:buNone/>
          </a:pPr>
          <a:r>
            <a:rPr lang="en-US" b="0" i="0" u="none" dirty="0"/>
            <a:t>5.4 Add to cart</a:t>
          </a:r>
          <a:endParaRPr lang="en-US" dirty="0"/>
        </a:p>
      </dgm:t>
    </dgm:pt>
    <dgm:pt modelId="{157273E9-0D70-AA4C-B05F-58CA82C781B6}" type="parTrans" cxnId="{6536B9AC-CAD0-5442-9434-F5225511410C}">
      <dgm:prSet/>
      <dgm:spPr/>
      <dgm:t>
        <a:bodyPr/>
        <a:lstStyle/>
        <a:p>
          <a:endParaRPr lang="en-US"/>
        </a:p>
      </dgm:t>
    </dgm:pt>
    <dgm:pt modelId="{0AD3E387-EDED-C940-913F-903B56874D6F}" type="sibTrans" cxnId="{6536B9AC-CAD0-5442-9434-F5225511410C}">
      <dgm:prSet/>
      <dgm:spPr/>
      <dgm:t>
        <a:bodyPr/>
        <a:lstStyle/>
        <a:p>
          <a:endParaRPr lang="en-US"/>
        </a:p>
      </dgm:t>
    </dgm:pt>
    <dgm:pt modelId="{EEF2F088-E4DE-C343-B46A-692A6A4BE67E}">
      <dgm:prSet/>
      <dgm:spPr/>
      <dgm:t>
        <a:bodyPr/>
        <a:lstStyle/>
        <a:p>
          <a:pPr>
            <a:buNone/>
          </a:pPr>
          <a:r>
            <a:rPr lang="en-US" b="0" i="0" u="none" dirty="0"/>
            <a:t>6.0 Review cart</a:t>
          </a:r>
          <a:endParaRPr lang="en-US" dirty="0"/>
        </a:p>
      </dgm:t>
    </dgm:pt>
    <dgm:pt modelId="{A36F1E58-8F69-FE4F-AB1F-EC9D0877867C}" type="parTrans" cxnId="{B83AD7CD-AF08-8940-9382-504F22C6641B}">
      <dgm:prSet/>
      <dgm:spPr/>
      <dgm:t>
        <a:bodyPr/>
        <a:lstStyle/>
        <a:p>
          <a:endParaRPr lang="en-US"/>
        </a:p>
      </dgm:t>
    </dgm:pt>
    <dgm:pt modelId="{4E29A48E-1835-7B4B-982D-79697A7C80F4}" type="sibTrans" cxnId="{B83AD7CD-AF08-8940-9382-504F22C6641B}">
      <dgm:prSet/>
      <dgm:spPr/>
      <dgm:t>
        <a:bodyPr/>
        <a:lstStyle/>
        <a:p>
          <a:endParaRPr lang="en-US"/>
        </a:p>
      </dgm:t>
    </dgm:pt>
    <dgm:pt modelId="{03BD5074-61AC-2A47-B4A5-34088439BB46}">
      <dgm:prSet/>
      <dgm:spPr/>
      <dgm:t>
        <a:bodyPr/>
        <a:lstStyle/>
        <a:p>
          <a:pPr>
            <a:buNone/>
          </a:pPr>
          <a:r>
            <a:rPr lang="en-US" b="0" i="0" u="none" dirty="0"/>
            <a:t>6.1 Check items, quantity, price</a:t>
          </a:r>
          <a:endParaRPr lang="en-US" dirty="0"/>
        </a:p>
      </dgm:t>
    </dgm:pt>
    <dgm:pt modelId="{F8161597-F0A6-8947-827B-7EF39DAE124B}" type="parTrans" cxnId="{53219E7D-0EC3-A247-A7EA-C468CFC2B9D3}">
      <dgm:prSet/>
      <dgm:spPr/>
      <dgm:t>
        <a:bodyPr/>
        <a:lstStyle/>
        <a:p>
          <a:endParaRPr lang="en-US"/>
        </a:p>
      </dgm:t>
    </dgm:pt>
    <dgm:pt modelId="{44986C91-F5C9-8244-BFF4-74CAD698EE2C}" type="sibTrans" cxnId="{53219E7D-0EC3-A247-A7EA-C468CFC2B9D3}">
      <dgm:prSet/>
      <dgm:spPr/>
      <dgm:t>
        <a:bodyPr/>
        <a:lstStyle/>
        <a:p>
          <a:endParaRPr lang="en-US"/>
        </a:p>
      </dgm:t>
    </dgm:pt>
    <dgm:pt modelId="{04166145-E6D4-E74D-A996-B0ACFE025BD2}">
      <dgm:prSet/>
      <dgm:spPr/>
      <dgm:t>
        <a:bodyPr/>
        <a:lstStyle/>
        <a:p>
          <a:pPr>
            <a:buNone/>
          </a:pPr>
          <a:r>
            <a:rPr lang="en-US" b="0" i="0" u="none" dirty="0"/>
            <a:t>6.2 Apply promo code / voucher</a:t>
          </a:r>
          <a:endParaRPr lang="en-US" dirty="0"/>
        </a:p>
      </dgm:t>
    </dgm:pt>
    <dgm:pt modelId="{FA4622F4-230B-6744-AFE1-F50BE397C1A4}" type="parTrans" cxnId="{7869B05B-684B-1E49-8FD5-D14EB307BBA5}">
      <dgm:prSet/>
      <dgm:spPr/>
      <dgm:t>
        <a:bodyPr/>
        <a:lstStyle/>
        <a:p>
          <a:endParaRPr lang="en-US"/>
        </a:p>
      </dgm:t>
    </dgm:pt>
    <dgm:pt modelId="{7D0F06CF-7A91-1847-BC8C-DFD1EBDA6791}" type="sibTrans" cxnId="{7869B05B-684B-1E49-8FD5-D14EB307BBA5}">
      <dgm:prSet/>
      <dgm:spPr/>
      <dgm:t>
        <a:bodyPr/>
        <a:lstStyle/>
        <a:p>
          <a:endParaRPr lang="en-US"/>
        </a:p>
      </dgm:t>
    </dgm:pt>
    <dgm:pt modelId="{8F8EF4A2-3EF8-6249-8BCD-258B631CEB87}">
      <dgm:prSet/>
      <dgm:spPr/>
      <dgm:t>
        <a:bodyPr/>
        <a:lstStyle/>
        <a:p>
          <a:pPr>
            <a:buNone/>
          </a:pPr>
          <a:r>
            <a:rPr lang="en-US" b="0" i="0" u="none" dirty="0"/>
            <a:t>6.3 Proceed to checkout</a:t>
          </a:r>
          <a:endParaRPr lang="en-US" dirty="0"/>
        </a:p>
      </dgm:t>
    </dgm:pt>
    <dgm:pt modelId="{1FEDC8C8-FECA-4846-9E29-E391AD20D253}" type="parTrans" cxnId="{F9A992EB-B12C-3A42-A5FD-DE83FC8D8962}">
      <dgm:prSet/>
      <dgm:spPr/>
      <dgm:t>
        <a:bodyPr/>
        <a:lstStyle/>
        <a:p>
          <a:endParaRPr lang="en-US"/>
        </a:p>
      </dgm:t>
    </dgm:pt>
    <dgm:pt modelId="{B80F6F6C-EF6B-2546-9E39-8811B51DC44E}" type="sibTrans" cxnId="{F9A992EB-B12C-3A42-A5FD-DE83FC8D8962}">
      <dgm:prSet/>
      <dgm:spPr/>
      <dgm:t>
        <a:bodyPr/>
        <a:lstStyle/>
        <a:p>
          <a:endParaRPr lang="en-US"/>
        </a:p>
      </dgm:t>
    </dgm:pt>
    <dgm:pt modelId="{3D60229D-B712-3047-B49F-2407F9980412}">
      <dgm:prSet/>
      <dgm:spPr/>
      <dgm:t>
        <a:bodyPr/>
        <a:lstStyle/>
        <a:p>
          <a:pPr>
            <a:buNone/>
          </a:pPr>
          <a:r>
            <a:rPr lang="en-US" b="0" i="0" u="none" dirty="0"/>
            <a:t>7.0 Provide delivery details</a:t>
          </a:r>
          <a:endParaRPr lang="en-US" dirty="0"/>
        </a:p>
      </dgm:t>
    </dgm:pt>
    <dgm:pt modelId="{8350A57C-0826-2543-9798-F10F083D9C9C}" type="parTrans" cxnId="{B711E70C-3A83-2543-BA21-6F300468D1F2}">
      <dgm:prSet/>
      <dgm:spPr/>
      <dgm:t>
        <a:bodyPr/>
        <a:lstStyle/>
        <a:p>
          <a:endParaRPr lang="en-US"/>
        </a:p>
      </dgm:t>
    </dgm:pt>
    <dgm:pt modelId="{27031ECC-C5D7-C24C-BF49-3CD6500A8062}" type="sibTrans" cxnId="{B711E70C-3A83-2543-BA21-6F300468D1F2}">
      <dgm:prSet/>
      <dgm:spPr/>
      <dgm:t>
        <a:bodyPr/>
        <a:lstStyle/>
        <a:p>
          <a:endParaRPr lang="en-US"/>
        </a:p>
      </dgm:t>
    </dgm:pt>
    <dgm:pt modelId="{950A8E81-E3BD-2640-BABD-53EA6C3509AD}">
      <dgm:prSet/>
      <dgm:spPr/>
      <dgm:t>
        <a:bodyPr/>
        <a:lstStyle/>
        <a:p>
          <a:pPr>
            <a:buNone/>
          </a:pPr>
          <a:r>
            <a:rPr lang="en-US" b="0" i="0" u="none"/>
            <a:t>7.1 Confirm delivery address</a:t>
          </a:r>
          <a:endParaRPr lang="en-US" dirty="0"/>
        </a:p>
      </dgm:t>
    </dgm:pt>
    <dgm:pt modelId="{0D362A87-E92E-D042-BC88-747CBCA8C340}" type="parTrans" cxnId="{ADE546CB-F911-1249-8BA0-2A83F85C46F5}">
      <dgm:prSet/>
      <dgm:spPr/>
      <dgm:t>
        <a:bodyPr/>
        <a:lstStyle/>
        <a:p>
          <a:endParaRPr lang="en-US"/>
        </a:p>
      </dgm:t>
    </dgm:pt>
    <dgm:pt modelId="{0D1775F4-5BC6-FE4B-80E5-E5300F47BE6B}" type="sibTrans" cxnId="{ADE546CB-F911-1249-8BA0-2A83F85C46F5}">
      <dgm:prSet/>
      <dgm:spPr/>
      <dgm:t>
        <a:bodyPr/>
        <a:lstStyle/>
        <a:p>
          <a:endParaRPr lang="en-US"/>
        </a:p>
      </dgm:t>
    </dgm:pt>
    <dgm:pt modelId="{3F11F16A-0164-F849-95D6-6B2141FE2902}">
      <dgm:prSet/>
      <dgm:spPr/>
      <dgm:t>
        <a:bodyPr/>
        <a:lstStyle/>
        <a:p>
          <a:pPr>
            <a:buNone/>
          </a:pPr>
          <a:r>
            <a:rPr lang="en-US" b="0" i="0" u="none" dirty="0"/>
            <a:t>7.2 Add delivery instructions (optional)</a:t>
          </a:r>
          <a:endParaRPr lang="en-US" dirty="0"/>
        </a:p>
      </dgm:t>
    </dgm:pt>
    <dgm:pt modelId="{5C32338A-5A67-1444-A904-BEBE4E9045A4}" type="parTrans" cxnId="{961AECDF-96E0-8044-92E1-7733E1597FEF}">
      <dgm:prSet/>
      <dgm:spPr/>
      <dgm:t>
        <a:bodyPr/>
        <a:lstStyle/>
        <a:p>
          <a:endParaRPr lang="en-US"/>
        </a:p>
      </dgm:t>
    </dgm:pt>
    <dgm:pt modelId="{05135A16-0F7F-4542-ADAE-7731C4424A63}" type="sibTrans" cxnId="{961AECDF-96E0-8044-92E1-7733E1597FEF}">
      <dgm:prSet/>
      <dgm:spPr/>
      <dgm:t>
        <a:bodyPr/>
        <a:lstStyle/>
        <a:p>
          <a:endParaRPr lang="en-US"/>
        </a:p>
      </dgm:t>
    </dgm:pt>
    <dgm:pt modelId="{3C46E94A-F1BD-2A43-8503-249B3E169E9C}">
      <dgm:prSet/>
      <dgm:spPr/>
      <dgm:t>
        <a:bodyPr/>
        <a:lstStyle/>
        <a:p>
          <a:pPr>
            <a:buNone/>
          </a:pPr>
          <a:r>
            <a:rPr lang="en-US" b="0" i="0" u="none" dirty="0"/>
            <a:t>8.0 Make payment</a:t>
          </a:r>
          <a:endParaRPr lang="en-US" dirty="0"/>
        </a:p>
      </dgm:t>
    </dgm:pt>
    <dgm:pt modelId="{D3922805-9669-1C4D-AE5C-19E11B86CE17}" type="parTrans" cxnId="{6CA806CE-D6A5-3C46-8283-E5676CCE1E8A}">
      <dgm:prSet/>
      <dgm:spPr/>
      <dgm:t>
        <a:bodyPr/>
        <a:lstStyle/>
        <a:p>
          <a:endParaRPr lang="en-US"/>
        </a:p>
      </dgm:t>
    </dgm:pt>
    <dgm:pt modelId="{81B19677-C9C2-844F-AB90-6F2D6461CEEF}" type="sibTrans" cxnId="{6CA806CE-D6A5-3C46-8283-E5676CCE1E8A}">
      <dgm:prSet/>
      <dgm:spPr/>
      <dgm:t>
        <a:bodyPr/>
        <a:lstStyle/>
        <a:p>
          <a:endParaRPr lang="en-US"/>
        </a:p>
      </dgm:t>
    </dgm:pt>
    <dgm:pt modelId="{0F11BF4B-6A01-DF46-BFF2-F86F4608D43E}">
      <dgm:prSet/>
      <dgm:spPr/>
      <dgm:t>
        <a:bodyPr/>
        <a:lstStyle/>
        <a:p>
          <a:pPr>
            <a:buNone/>
          </a:pPr>
          <a:r>
            <a:rPr lang="en-US" b="0" i="0" u="none" dirty="0"/>
            <a:t>8.1 Choose payment method (Cash / Card / Wallet / Online banking / COD)</a:t>
          </a:r>
          <a:endParaRPr lang="en-US" dirty="0"/>
        </a:p>
      </dgm:t>
    </dgm:pt>
    <dgm:pt modelId="{20ECCAA7-251A-404B-80F4-2EE7E03773B2}" type="parTrans" cxnId="{BE6D6856-85A1-3340-B556-DD66BEBB1048}">
      <dgm:prSet/>
      <dgm:spPr/>
      <dgm:t>
        <a:bodyPr/>
        <a:lstStyle/>
        <a:p>
          <a:endParaRPr lang="en-US"/>
        </a:p>
      </dgm:t>
    </dgm:pt>
    <dgm:pt modelId="{FFFA3578-BB8C-A44F-9DB1-A6D152F55193}" type="sibTrans" cxnId="{BE6D6856-85A1-3340-B556-DD66BEBB1048}">
      <dgm:prSet/>
      <dgm:spPr/>
      <dgm:t>
        <a:bodyPr/>
        <a:lstStyle/>
        <a:p>
          <a:endParaRPr lang="en-US"/>
        </a:p>
      </dgm:t>
    </dgm:pt>
    <dgm:pt modelId="{AF42F058-2C37-3044-8019-272036A8E7EC}">
      <dgm:prSet/>
      <dgm:spPr/>
      <dgm:t>
        <a:bodyPr/>
        <a:lstStyle/>
        <a:p>
          <a:pPr>
            <a:buNone/>
          </a:pPr>
          <a:r>
            <a:rPr lang="en-US" b="0" i="0" u="none" dirty="0"/>
            <a:t>8.2 Enter payment details if required</a:t>
          </a:r>
          <a:endParaRPr lang="en-US" dirty="0"/>
        </a:p>
      </dgm:t>
    </dgm:pt>
    <dgm:pt modelId="{EE10A5D7-9A53-7943-B522-9AC91E0B3EA5}" type="parTrans" cxnId="{EF03C7CF-DB2A-F741-B160-D3DCB0549515}">
      <dgm:prSet/>
      <dgm:spPr/>
      <dgm:t>
        <a:bodyPr/>
        <a:lstStyle/>
        <a:p>
          <a:endParaRPr lang="en-US"/>
        </a:p>
      </dgm:t>
    </dgm:pt>
    <dgm:pt modelId="{BF42D31A-D93D-2447-A0CF-93C2996AB988}" type="sibTrans" cxnId="{EF03C7CF-DB2A-F741-B160-D3DCB0549515}">
      <dgm:prSet/>
      <dgm:spPr/>
      <dgm:t>
        <a:bodyPr/>
        <a:lstStyle/>
        <a:p>
          <a:endParaRPr lang="en-US"/>
        </a:p>
      </dgm:t>
    </dgm:pt>
    <dgm:pt modelId="{842A2D6B-2AEC-CD45-8601-EF757B0B6244}">
      <dgm:prSet/>
      <dgm:spPr/>
      <dgm:t>
        <a:bodyPr/>
        <a:lstStyle/>
        <a:p>
          <a:pPr>
            <a:buNone/>
          </a:pPr>
          <a:r>
            <a:rPr lang="en-US" b="0" i="0" u="none" dirty="0"/>
            <a:t>8.3 Confirm payment</a:t>
          </a:r>
          <a:endParaRPr lang="en-US" dirty="0"/>
        </a:p>
      </dgm:t>
    </dgm:pt>
    <dgm:pt modelId="{5B513034-E6D9-A541-8111-F4704A46842D}" type="parTrans" cxnId="{F3B8FC27-A2E5-9247-92AE-4E728C3AED24}">
      <dgm:prSet/>
      <dgm:spPr/>
      <dgm:t>
        <a:bodyPr/>
        <a:lstStyle/>
        <a:p>
          <a:endParaRPr lang="en-US"/>
        </a:p>
      </dgm:t>
    </dgm:pt>
    <dgm:pt modelId="{88E988AC-667A-394A-8096-F2CEB51CCE8C}" type="sibTrans" cxnId="{F3B8FC27-A2E5-9247-92AE-4E728C3AED24}">
      <dgm:prSet/>
      <dgm:spPr/>
      <dgm:t>
        <a:bodyPr/>
        <a:lstStyle/>
        <a:p>
          <a:endParaRPr lang="en-US"/>
        </a:p>
      </dgm:t>
    </dgm:pt>
    <dgm:pt modelId="{3B50EC36-E076-A944-B619-09417EB3F37E}">
      <dgm:prSet/>
      <dgm:spPr/>
      <dgm:t>
        <a:bodyPr/>
        <a:lstStyle/>
        <a:p>
          <a:pPr>
            <a:buNone/>
          </a:pPr>
          <a:r>
            <a:rPr lang="en-US" b="0" i="0" u="none" dirty="0"/>
            <a:t>9.0 Track order</a:t>
          </a:r>
          <a:endParaRPr lang="en-US" dirty="0"/>
        </a:p>
      </dgm:t>
    </dgm:pt>
    <dgm:pt modelId="{A7F2B68C-50C6-7542-AC4F-02AEACB908F1}" type="parTrans" cxnId="{3870C1CA-8B44-8941-99CE-E260922855D1}">
      <dgm:prSet/>
      <dgm:spPr/>
      <dgm:t>
        <a:bodyPr/>
        <a:lstStyle/>
        <a:p>
          <a:endParaRPr lang="en-US"/>
        </a:p>
      </dgm:t>
    </dgm:pt>
    <dgm:pt modelId="{A84C164D-2002-064C-B2C2-FCEEFA008472}" type="sibTrans" cxnId="{3870C1CA-8B44-8941-99CE-E260922855D1}">
      <dgm:prSet/>
      <dgm:spPr/>
      <dgm:t>
        <a:bodyPr/>
        <a:lstStyle/>
        <a:p>
          <a:endParaRPr lang="en-US"/>
        </a:p>
      </dgm:t>
    </dgm:pt>
    <dgm:pt modelId="{0834CFF5-D6FE-6B47-A683-D89BB94C005C}">
      <dgm:prSet/>
      <dgm:spPr/>
      <dgm:t>
        <a:bodyPr/>
        <a:lstStyle/>
        <a:p>
          <a:pPr>
            <a:buNone/>
          </a:pPr>
          <a:r>
            <a:rPr lang="en-US" b="0" i="0" u="none"/>
            <a:t>9.1 See restaurant confirmation</a:t>
          </a:r>
          <a:endParaRPr lang="en-US" dirty="0"/>
        </a:p>
      </dgm:t>
    </dgm:pt>
    <dgm:pt modelId="{9B702164-9C66-1C4E-A210-FE8238E3D794}" type="parTrans" cxnId="{480EE64E-7EC7-1E45-9C55-3EA4EAE46994}">
      <dgm:prSet/>
      <dgm:spPr/>
      <dgm:t>
        <a:bodyPr/>
        <a:lstStyle/>
        <a:p>
          <a:endParaRPr lang="en-US"/>
        </a:p>
      </dgm:t>
    </dgm:pt>
    <dgm:pt modelId="{4BD3E68F-A00A-D64B-B101-AF20043A16D9}" type="sibTrans" cxnId="{480EE64E-7EC7-1E45-9C55-3EA4EAE46994}">
      <dgm:prSet/>
      <dgm:spPr/>
      <dgm:t>
        <a:bodyPr/>
        <a:lstStyle/>
        <a:p>
          <a:endParaRPr lang="en-US"/>
        </a:p>
      </dgm:t>
    </dgm:pt>
    <dgm:pt modelId="{923C764F-4476-1E4A-9C66-DF9EFC57BDC3}">
      <dgm:prSet/>
      <dgm:spPr/>
      <dgm:t>
        <a:bodyPr/>
        <a:lstStyle/>
        <a:p>
          <a:pPr>
            <a:buNone/>
          </a:pPr>
          <a:r>
            <a:rPr lang="en-US" b="0" i="0" u="none"/>
            <a:t>9.2 Follow preparation status</a:t>
          </a:r>
          <a:endParaRPr lang="en-US" dirty="0"/>
        </a:p>
      </dgm:t>
    </dgm:pt>
    <dgm:pt modelId="{5185902B-A316-464B-8E4B-1EA972271461}" type="parTrans" cxnId="{BAF0E901-3460-164B-BBBE-0DBEEC66CCA5}">
      <dgm:prSet/>
      <dgm:spPr/>
      <dgm:t>
        <a:bodyPr/>
        <a:lstStyle/>
        <a:p>
          <a:endParaRPr lang="en-US"/>
        </a:p>
      </dgm:t>
    </dgm:pt>
    <dgm:pt modelId="{A824F09C-9B3B-AB47-8AF0-A8A696B97872}" type="sibTrans" cxnId="{BAF0E901-3460-164B-BBBE-0DBEEC66CCA5}">
      <dgm:prSet/>
      <dgm:spPr/>
      <dgm:t>
        <a:bodyPr/>
        <a:lstStyle/>
        <a:p>
          <a:endParaRPr lang="en-US"/>
        </a:p>
      </dgm:t>
    </dgm:pt>
    <dgm:pt modelId="{54A9B121-150F-7344-9EA3-0F5B1B536F46}">
      <dgm:prSet/>
      <dgm:spPr/>
      <dgm:t>
        <a:bodyPr/>
        <a:lstStyle/>
        <a:p>
          <a:pPr>
            <a:buNone/>
          </a:pPr>
          <a:r>
            <a:rPr lang="en-US" b="0" i="0" u="none"/>
            <a:t>9.3 Track rider location</a:t>
          </a:r>
          <a:endParaRPr lang="en-US" dirty="0"/>
        </a:p>
      </dgm:t>
    </dgm:pt>
    <dgm:pt modelId="{EE5F43E2-1061-6A40-9FE0-2206D9F0092B}" type="parTrans" cxnId="{E66C7B11-8ACD-E145-A0B5-7A169A917470}">
      <dgm:prSet/>
      <dgm:spPr/>
      <dgm:t>
        <a:bodyPr/>
        <a:lstStyle/>
        <a:p>
          <a:endParaRPr lang="en-US"/>
        </a:p>
      </dgm:t>
    </dgm:pt>
    <dgm:pt modelId="{A3C266D9-5A73-284E-83D2-29F84A154B53}" type="sibTrans" cxnId="{E66C7B11-8ACD-E145-A0B5-7A169A917470}">
      <dgm:prSet/>
      <dgm:spPr/>
      <dgm:t>
        <a:bodyPr/>
        <a:lstStyle/>
        <a:p>
          <a:endParaRPr lang="en-US"/>
        </a:p>
      </dgm:t>
    </dgm:pt>
    <dgm:pt modelId="{7FF1D857-FD2C-954D-87D3-CB288DBBACCD}">
      <dgm:prSet/>
      <dgm:spPr/>
      <dgm:t>
        <a:bodyPr/>
        <a:lstStyle/>
        <a:p>
          <a:pPr>
            <a:buNone/>
          </a:pPr>
          <a:r>
            <a:rPr lang="en-US" b="0" i="0" u="none" dirty="0"/>
            <a:t>10.0  Receive delivery</a:t>
          </a:r>
          <a:endParaRPr lang="en-US" dirty="0"/>
        </a:p>
      </dgm:t>
    </dgm:pt>
    <dgm:pt modelId="{61368044-45B9-AD46-85A7-F3D1955EFFF0}" type="parTrans" cxnId="{23C3B13C-9D75-244E-90E5-3031B1601F61}">
      <dgm:prSet/>
      <dgm:spPr/>
      <dgm:t>
        <a:bodyPr/>
        <a:lstStyle/>
        <a:p>
          <a:endParaRPr lang="en-US"/>
        </a:p>
      </dgm:t>
    </dgm:pt>
    <dgm:pt modelId="{2E80D5E8-7BF6-9C4A-8E86-63349AA93C72}" type="sibTrans" cxnId="{23C3B13C-9D75-244E-90E5-3031B1601F61}">
      <dgm:prSet/>
      <dgm:spPr/>
      <dgm:t>
        <a:bodyPr/>
        <a:lstStyle/>
        <a:p>
          <a:endParaRPr lang="en-US"/>
        </a:p>
      </dgm:t>
    </dgm:pt>
    <dgm:pt modelId="{99C47E55-F42A-364D-8FD3-C499F201A2EE}">
      <dgm:prSet/>
      <dgm:spPr/>
      <dgm:t>
        <a:bodyPr/>
        <a:lstStyle/>
        <a:p>
          <a:pPr>
            <a:buNone/>
          </a:pPr>
          <a:r>
            <a:rPr lang="en-US" b="0" i="0" u="none"/>
            <a:t>10.1 Meet rider / collect order</a:t>
          </a:r>
          <a:endParaRPr lang="en-US" dirty="0"/>
        </a:p>
      </dgm:t>
    </dgm:pt>
    <dgm:pt modelId="{4DB9FBDE-A561-BA43-BC66-B6520F96E8CB}" type="parTrans" cxnId="{A27615B6-4A6A-3E4C-8C98-F64728A03EC2}">
      <dgm:prSet/>
      <dgm:spPr/>
      <dgm:t>
        <a:bodyPr/>
        <a:lstStyle/>
        <a:p>
          <a:endParaRPr lang="en-US"/>
        </a:p>
      </dgm:t>
    </dgm:pt>
    <dgm:pt modelId="{6C12AAF0-A3A1-5C44-9A9B-268592BCE618}" type="sibTrans" cxnId="{A27615B6-4A6A-3E4C-8C98-F64728A03EC2}">
      <dgm:prSet/>
      <dgm:spPr/>
      <dgm:t>
        <a:bodyPr/>
        <a:lstStyle/>
        <a:p>
          <a:endParaRPr lang="en-US"/>
        </a:p>
      </dgm:t>
    </dgm:pt>
    <dgm:pt modelId="{1EF0EECD-BACC-234E-B1E1-CEB841D7CB65}">
      <dgm:prSet/>
      <dgm:spPr/>
      <dgm:t>
        <a:bodyPr/>
        <a:lstStyle/>
        <a:p>
          <a:pPr>
            <a:buNone/>
          </a:pPr>
          <a:r>
            <a:rPr lang="en-US" b="0" i="0" u="none" dirty="0"/>
            <a:t>10.2 Check items received</a:t>
          </a:r>
          <a:endParaRPr lang="en-US" dirty="0"/>
        </a:p>
      </dgm:t>
    </dgm:pt>
    <dgm:pt modelId="{F1144869-2D44-924F-A42D-5ED3BB4E407F}" type="parTrans" cxnId="{47805685-5F7E-6D44-9B1E-59B72397373C}">
      <dgm:prSet/>
      <dgm:spPr/>
      <dgm:t>
        <a:bodyPr/>
        <a:lstStyle/>
        <a:p>
          <a:endParaRPr lang="en-US"/>
        </a:p>
      </dgm:t>
    </dgm:pt>
    <dgm:pt modelId="{8ADCC888-3D3D-6E40-B408-35FA3B9D1A56}" type="sibTrans" cxnId="{47805685-5F7E-6D44-9B1E-59B72397373C}">
      <dgm:prSet/>
      <dgm:spPr/>
      <dgm:t>
        <a:bodyPr/>
        <a:lstStyle/>
        <a:p>
          <a:endParaRPr lang="en-US"/>
        </a:p>
      </dgm:t>
    </dgm:pt>
    <dgm:pt modelId="{F8D06B3D-933B-E348-B608-7C331CCC89A7}">
      <dgm:prSet/>
      <dgm:spPr/>
      <dgm:t>
        <a:bodyPr/>
        <a:lstStyle/>
        <a:p>
          <a:pPr>
            <a:buNone/>
          </a:pPr>
          <a:r>
            <a:rPr lang="en-US" b="0" i="0" u="none" dirty="0"/>
            <a:t>10.3 Confirm delivery in app</a:t>
          </a:r>
          <a:endParaRPr lang="en-US" dirty="0"/>
        </a:p>
      </dgm:t>
    </dgm:pt>
    <dgm:pt modelId="{13EAA6D4-2AA5-924E-8DD4-3866EB4FC1A3}" type="parTrans" cxnId="{C62C7485-3564-8146-A282-D0D78156A1EF}">
      <dgm:prSet/>
      <dgm:spPr/>
      <dgm:t>
        <a:bodyPr/>
        <a:lstStyle/>
        <a:p>
          <a:endParaRPr lang="en-US"/>
        </a:p>
      </dgm:t>
    </dgm:pt>
    <dgm:pt modelId="{90E4E453-C9A0-C141-BB16-A2DB489E5EB6}" type="sibTrans" cxnId="{C62C7485-3564-8146-A282-D0D78156A1EF}">
      <dgm:prSet/>
      <dgm:spPr/>
      <dgm:t>
        <a:bodyPr/>
        <a:lstStyle/>
        <a:p>
          <a:endParaRPr lang="en-US"/>
        </a:p>
      </dgm:t>
    </dgm:pt>
    <dgm:pt modelId="{FBB46A1B-1688-9442-9B8D-366569F55E7C}">
      <dgm:prSet/>
      <dgm:spPr/>
      <dgm:t>
        <a:bodyPr/>
        <a:lstStyle/>
        <a:p>
          <a:pPr>
            <a:buNone/>
          </a:pPr>
          <a:r>
            <a:rPr lang="en-US" b="0" i="0" u="none" dirty="0"/>
            <a:t>11.0 Provide feedback</a:t>
          </a:r>
          <a:endParaRPr lang="en-US" dirty="0"/>
        </a:p>
      </dgm:t>
    </dgm:pt>
    <dgm:pt modelId="{D372DB08-FF4A-C24E-9258-8FD62053E275}" type="parTrans" cxnId="{831BA1DF-FDF9-3C45-8BA6-E8FEDF3143E3}">
      <dgm:prSet/>
      <dgm:spPr/>
      <dgm:t>
        <a:bodyPr/>
        <a:lstStyle/>
        <a:p>
          <a:endParaRPr lang="en-US"/>
        </a:p>
      </dgm:t>
    </dgm:pt>
    <dgm:pt modelId="{4E2997BB-4D32-7744-ABCC-0BBC5E166B38}" type="sibTrans" cxnId="{831BA1DF-FDF9-3C45-8BA6-E8FEDF3143E3}">
      <dgm:prSet/>
      <dgm:spPr/>
      <dgm:t>
        <a:bodyPr/>
        <a:lstStyle/>
        <a:p>
          <a:endParaRPr lang="en-US"/>
        </a:p>
      </dgm:t>
    </dgm:pt>
    <dgm:pt modelId="{A2CFCB83-85A8-B94E-909D-48D83522DFD6}">
      <dgm:prSet/>
      <dgm:spPr/>
      <dgm:t>
        <a:bodyPr/>
        <a:lstStyle/>
        <a:p>
          <a:pPr>
            <a:buNone/>
          </a:pPr>
          <a:r>
            <a:rPr lang="en-US" b="0" i="0" u="none" dirty="0"/>
            <a:t>11.1 Rate restaurant &amp; rider</a:t>
          </a:r>
          <a:endParaRPr lang="en-US" dirty="0"/>
        </a:p>
      </dgm:t>
    </dgm:pt>
    <dgm:pt modelId="{11EA4311-BF8F-F047-9C46-7C68C4A361C8}" type="parTrans" cxnId="{84F99BEF-60C0-A14C-B559-90091D4468D0}">
      <dgm:prSet/>
      <dgm:spPr/>
      <dgm:t>
        <a:bodyPr/>
        <a:lstStyle/>
        <a:p>
          <a:endParaRPr lang="en-US"/>
        </a:p>
      </dgm:t>
    </dgm:pt>
    <dgm:pt modelId="{D6A3ED33-E004-354A-BF87-E1A9383D9900}" type="sibTrans" cxnId="{84F99BEF-60C0-A14C-B559-90091D4468D0}">
      <dgm:prSet/>
      <dgm:spPr/>
      <dgm:t>
        <a:bodyPr/>
        <a:lstStyle/>
        <a:p>
          <a:endParaRPr lang="en-US"/>
        </a:p>
      </dgm:t>
    </dgm:pt>
    <dgm:pt modelId="{04E05686-074D-6447-A513-CB3D15CC5D39}">
      <dgm:prSet/>
      <dgm:spPr/>
      <dgm:t>
        <a:bodyPr/>
        <a:lstStyle/>
        <a:p>
          <a:pPr>
            <a:buNone/>
          </a:pPr>
          <a:r>
            <a:rPr lang="en-US" b="0" i="0" u="none" dirty="0"/>
            <a:t>11.2 Write review (optional)</a:t>
          </a:r>
          <a:endParaRPr lang="en-US" dirty="0"/>
        </a:p>
      </dgm:t>
    </dgm:pt>
    <dgm:pt modelId="{41FA6281-A135-754C-BB8C-11E089CCDBB2}" type="parTrans" cxnId="{CE044324-06E6-9943-B48B-7D57F48494E6}">
      <dgm:prSet/>
      <dgm:spPr/>
      <dgm:t>
        <a:bodyPr/>
        <a:lstStyle/>
        <a:p>
          <a:endParaRPr lang="en-US"/>
        </a:p>
      </dgm:t>
    </dgm:pt>
    <dgm:pt modelId="{7D1712CF-7423-A44F-A5B2-B1B676A2D4EC}" type="sibTrans" cxnId="{CE044324-06E6-9943-B48B-7D57F48494E6}">
      <dgm:prSet/>
      <dgm:spPr/>
      <dgm:t>
        <a:bodyPr/>
        <a:lstStyle/>
        <a:p>
          <a:endParaRPr lang="en-US"/>
        </a:p>
      </dgm:t>
    </dgm:pt>
    <dgm:pt modelId="{3566C0E4-9385-ED41-BE9B-2B98DCC146F1}" type="pres">
      <dgm:prSet presAssocID="{D280C41E-7C15-A94B-9406-A711D4982C27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018CBF38-53F5-B74D-A80C-2E4E96771510}" type="pres">
      <dgm:prSet presAssocID="{DA8889D8-9A03-BE48-8748-2C858A4E1742}" presName="horFlow" presStyleCnt="0"/>
      <dgm:spPr/>
    </dgm:pt>
    <dgm:pt modelId="{12E8F940-B18B-EB42-8F0D-33992D96B8ED}" type="pres">
      <dgm:prSet presAssocID="{DA8889D8-9A03-BE48-8748-2C858A4E1742}" presName="bigChev" presStyleLbl="node1" presStyleIdx="0" presStyleCnt="11" custScaleX="443450" custScaleY="184837" custLinFactNeighborY="3016"/>
      <dgm:spPr/>
    </dgm:pt>
    <dgm:pt modelId="{5E6922D6-59AD-114F-8D68-142A30CF6B02}" type="pres">
      <dgm:prSet presAssocID="{7B06C25C-0895-8449-844C-7BD3E88B53DD}" presName="parTrans" presStyleCnt="0"/>
      <dgm:spPr/>
    </dgm:pt>
    <dgm:pt modelId="{F41FB64C-1C0B-3A48-95FA-685663B9343D}" type="pres">
      <dgm:prSet presAssocID="{528F09E3-FB85-7E47-82D5-02793724DE4E}" presName="node" presStyleLbl="alignAccFollowNode1" presStyleIdx="0" presStyleCnt="30" custScaleX="443450" custScaleY="184834" custLinFactNeighborY="3836">
        <dgm:presLayoutVars>
          <dgm:bulletEnabled val="1"/>
        </dgm:presLayoutVars>
      </dgm:prSet>
      <dgm:spPr/>
    </dgm:pt>
    <dgm:pt modelId="{80B41B7F-84B4-7646-9178-1AAE14497269}" type="pres">
      <dgm:prSet presAssocID="{7CB2F7CE-89E6-1F42-A575-4B4F0C714D9A}" presName="sibTrans" presStyleCnt="0"/>
      <dgm:spPr/>
    </dgm:pt>
    <dgm:pt modelId="{6D0FF7C3-78D5-B54A-BCB3-0545BA211CBE}" type="pres">
      <dgm:prSet presAssocID="{7EAE2E88-A6E6-8B4F-AADE-0D4DD924909C}" presName="node" presStyleLbl="alignAccFollowNode1" presStyleIdx="1" presStyleCnt="30" custScaleX="443450" custScaleY="184834" custLinFactNeighborY="3836">
        <dgm:presLayoutVars>
          <dgm:bulletEnabled val="1"/>
        </dgm:presLayoutVars>
      </dgm:prSet>
      <dgm:spPr/>
    </dgm:pt>
    <dgm:pt modelId="{C16A85F9-E5A9-864D-A42A-8F1D7FDADC9D}" type="pres">
      <dgm:prSet presAssocID="{DA8889D8-9A03-BE48-8748-2C858A4E1742}" presName="vSp" presStyleCnt="0"/>
      <dgm:spPr/>
    </dgm:pt>
    <dgm:pt modelId="{F89AC52B-EBC3-7E4C-B1AA-8498AA532691}" type="pres">
      <dgm:prSet presAssocID="{14EBA5B8-C995-8C4D-A420-D4FC61769796}" presName="horFlow" presStyleCnt="0"/>
      <dgm:spPr/>
    </dgm:pt>
    <dgm:pt modelId="{EC850F65-5980-464C-B67C-B2091EF4DFA6}" type="pres">
      <dgm:prSet presAssocID="{14EBA5B8-C995-8C4D-A420-D4FC61769796}" presName="bigChev" presStyleLbl="node1" presStyleIdx="1" presStyleCnt="11" custScaleX="443450" custScaleY="184835"/>
      <dgm:spPr/>
    </dgm:pt>
    <dgm:pt modelId="{64454AD4-CCD6-7840-B6FB-29C16D634BD0}" type="pres">
      <dgm:prSet presAssocID="{D0B4DA92-0128-A14D-B1E6-6A3E00C2E56B}" presName="parTrans" presStyleCnt="0"/>
      <dgm:spPr/>
    </dgm:pt>
    <dgm:pt modelId="{21276F31-956B-6C4B-8412-B4B8FBF03D82}" type="pres">
      <dgm:prSet presAssocID="{A2C65576-D87D-124A-B150-BCC21DD50AF9}" presName="node" presStyleLbl="alignAccFollowNode1" presStyleIdx="2" presStyleCnt="30" custScaleX="443450" custScaleY="184834">
        <dgm:presLayoutVars>
          <dgm:bulletEnabled val="1"/>
        </dgm:presLayoutVars>
      </dgm:prSet>
      <dgm:spPr/>
    </dgm:pt>
    <dgm:pt modelId="{9B917AB0-C83D-7040-848B-EDA4D7C7E3CF}" type="pres">
      <dgm:prSet presAssocID="{30743F0C-F446-F547-9DF7-ADD715CB5772}" presName="sibTrans" presStyleCnt="0"/>
      <dgm:spPr/>
    </dgm:pt>
    <dgm:pt modelId="{4C5BDEF0-558E-7348-8590-D3744386B39D}" type="pres">
      <dgm:prSet presAssocID="{3AD49BC9-9AC0-434F-BAE8-89CEF41BF0DA}" presName="node" presStyleLbl="alignAccFollowNode1" presStyleIdx="3" presStyleCnt="30" custScaleX="443450" custScaleY="184834">
        <dgm:presLayoutVars>
          <dgm:bulletEnabled val="1"/>
        </dgm:presLayoutVars>
      </dgm:prSet>
      <dgm:spPr/>
    </dgm:pt>
    <dgm:pt modelId="{C59D2D30-1E87-C846-84DD-6D49D0D67A7C}" type="pres">
      <dgm:prSet presAssocID="{9ACB3E35-ED0F-A440-A530-179D408D9BB2}" presName="sibTrans" presStyleCnt="0"/>
      <dgm:spPr/>
    </dgm:pt>
    <dgm:pt modelId="{734E97F8-613D-1940-8E51-92400008E498}" type="pres">
      <dgm:prSet presAssocID="{4EA918CD-39A5-BE4C-8377-55F49CE36D23}" presName="node" presStyleLbl="alignAccFollowNode1" presStyleIdx="4" presStyleCnt="30" custScaleX="443450" custScaleY="184834">
        <dgm:presLayoutVars>
          <dgm:bulletEnabled val="1"/>
        </dgm:presLayoutVars>
      </dgm:prSet>
      <dgm:spPr/>
    </dgm:pt>
    <dgm:pt modelId="{D08FD206-0967-0247-A05E-424C32AB0AFD}" type="pres">
      <dgm:prSet presAssocID="{14EBA5B8-C995-8C4D-A420-D4FC61769796}" presName="vSp" presStyleCnt="0"/>
      <dgm:spPr/>
    </dgm:pt>
    <dgm:pt modelId="{9FBE22D7-9A74-1644-92DA-6311F3A3B08B}" type="pres">
      <dgm:prSet presAssocID="{FD0FB5FB-8669-EA4F-A4F6-8DD261DF91D8}" presName="horFlow" presStyleCnt="0"/>
      <dgm:spPr/>
    </dgm:pt>
    <dgm:pt modelId="{AFA9857A-AA61-CE4D-AFE0-4300B0466C34}" type="pres">
      <dgm:prSet presAssocID="{FD0FB5FB-8669-EA4F-A4F6-8DD261DF91D8}" presName="bigChev" presStyleLbl="node1" presStyleIdx="2" presStyleCnt="11" custScaleX="443450" custScaleY="184835"/>
      <dgm:spPr/>
    </dgm:pt>
    <dgm:pt modelId="{B2EE5D22-54B8-3B45-9678-097F5052ED10}" type="pres">
      <dgm:prSet presAssocID="{3CC93104-F52E-4941-8232-F8A96FED3220}" presName="parTrans" presStyleCnt="0"/>
      <dgm:spPr/>
    </dgm:pt>
    <dgm:pt modelId="{B2B03C40-9E83-844D-8C79-E655B346651F}" type="pres">
      <dgm:prSet presAssocID="{CA79855B-51A4-BF44-A527-20574CE99C25}" presName="node" presStyleLbl="alignAccFollowNode1" presStyleIdx="5" presStyleCnt="30" custScaleX="443450" custScaleY="184834">
        <dgm:presLayoutVars>
          <dgm:bulletEnabled val="1"/>
        </dgm:presLayoutVars>
      </dgm:prSet>
      <dgm:spPr/>
    </dgm:pt>
    <dgm:pt modelId="{0C0EC2F4-DD5B-9149-81E5-1393FD3CF785}" type="pres">
      <dgm:prSet presAssocID="{E7F6AB58-CB9D-1A4E-944A-19044BF17A04}" presName="sibTrans" presStyleCnt="0"/>
      <dgm:spPr/>
    </dgm:pt>
    <dgm:pt modelId="{F6D4D88E-236B-C049-83CE-E40C7F245391}" type="pres">
      <dgm:prSet presAssocID="{6D8D8395-146C-754D-891C-B2ED84CEB33C}" presName="node" presStyleLbl="alignAccFollowNode1" presStyleIdx="6" presStyleCnt="30" custScaleX="443450" custScaleY="184834">
        <dgm:presLayoutVars>
          <dgm:bulletEnabled val="1"/>
        </dgm:presLayoutVars>
      </dgm:prSet>
      <dgm:spPr/>
    </dgm:pt>
    <dgm:pt modelId="{23BDBFD4-AFFC-714C-8E92-72B242C913BA}" type="pres">
      <dgm:prSet presAssocID="{FD0FB5FB-8669-EA4F-A4F6-8DD261DF91D8}" presName="vSp" presStyleCnt="0"/>
      <dgm:spPr/>
    </dgm:pt>
    <dgm:pt modelId="{13647007-A369-1B4B-9F1A-58506792D66C}" type="pres">
      <dgm:prSet presAssocID="{60CF29A1-8FC6-884D-9E1C-0779496DDB5F}" presName="horFlow" presStyleCnt="0"/>
      <dgm:spPr/>
    </dgm:pt>
    <dgm:pt modelId="{57026CE6-E35D-F749-9C7D-CA78B8E54AC9}" type="pres">
      <dgm:prSet presAssocID="{60CF29A1-8FC6-884D-9E1C-0779496DDB5F}" presName="bigChev" presStyleLbl="node1" presStyleIdx="3" presStyleCnt="11" custScaleX="443450" custScaleY="184835"/>
      <dgm:spPr/>
    </dgm:pt>
    <dgm:pt modelId="{30491CB4-FBF8-6644-9C08-2BA0B727DCF5}" type="pres">
      <dgm:prSet presAssocID="{26686561-9476-5F4C-B0B3-A509305B826E}" presName="parTrans" presStyleCnt="0"/>
      <dgm:spPr/>
    </dgm:pt>
    <dgm:pt modelId="{B072A4B0-674A-2546-B19C-F25422CF0080}" type="pres">
      <dgm:prSet presAssocID="{D690CA2B-648B-574B-84C7-2CA4CB56AB56}" presName="node" presStyleLbl="alignAccFollowNode1" presStyleIdx="7" presStyleCnt="30" custScaleX="443450" custScaleY="184834">
        <dgm:presLayoutVars>
          <dgm:bulletEnabled val="1"/>
        </dgm:presLayoutVars>
      </dgm:prSet>
      <dgm:spPr/>
    </dgm:pt>
    <dgm:pt modelId="{72CA69E4-1DCC-5540-A76E-01D50547D1B7}" type="pres">
      <dgm:prSet presAssocID="{E859A8BC-81E3-0748-A095-93749AB1EB8D}" presName="sibTrans" presStyleCnt="0"/>
      <dgm:spPr/>
    </dgm:pt>
    <dgm:pt modelId="{EA52F6C1-BC9A-8C49-AE5A-404FECB12F8A}" type="pres">
      <dgm:prSet presAssocID="{42555AA8-7BA7-584B-A3E7-274F58780D64}" presName="node" presStyleLbl="alignAccFollowNode1" presStyleIdx="8" presStyleCnt="30" custScaleX="443450" custScaleY="184834">
        <dgm:presLayoutVars>
          <dgm:bulletEnabled val="1"/>
        </dgm:presLayoutVars>
      </dgm:prSet>
      <dgm:spPr/>
    </dgm:pt>
    <dgm:pt modelId="{E38CD2A2-3286-634B-8DFC-B316B78EFAF1}" type="pres">
      <dgm:prSet presAssocID="{09D01448-17CE-9C49-948B-7DEC52A3B797}" presName="sibTrans" presStyleCnt="0"/>
      <dgm:spPr/>
    </dgm:pt>
    <dgm:pt modelId="{98BAEC3F-CD41-9F46-A6B0-CF701B65DAFD}" type="pres">
      <dgm:prSet presAssocID="{1B71F582-FDCA-AA4F-B11F-8D2BD7523CE7}" presName="node" presStyleLbl="alignAccFollowNode1" presStyleIdx="9" presStyleCnt="30" custScaleX="443450" custScaleY="184834">
        <dgm:presLayoutVars>
          <dgm:bulletEnabled val="1"/>
        </dgm:presLayoutVars>
      </dgm:prSet>
      <dgm:spPr/>
    </dgm:pt>
    <dgm:pt modelId="{F329E6A4-4BC6-7944-A8BD-EE73214DC650}" type="pres">
      <dgm:prSet presAssocID="{60CF29A1-8FC6-884D-9E1C-0779496DDB5F}" presName="vSp" presStyleCnt="0"/>
      <dgm:spPr/>
    </dgm:pt>
    <dgm:pt modelId="{A8161DF3-2746-574C-BE5D-86CDD9609B7C}" type="pres">
      <dgm:prSet presAssocID="{0DBB17DD-B891-C247-A0CD-6EA0E6FC7286}" presName="horFlow" presStyleCnt="0"/>
      <dgm:spPr/>
    </dgm:pt>
    <dgm:pt modelId="{F8651985-D33D-864E-B683-E6D6ECF29DC6}" type="pres">
      <dgm:prSet presAssocID="{0DBB17DD-B891-C247-A0CD-6EA0E6FC7286}" presName="bigChev" presStyleLbl="node1" presStyleIdx="4" presStyleCnt="11" custScaleX="443450" custScaleY="184835"/>
      <dgm:spPr/>
    </dgm:pt>
    <dgm:pt modelId="{E8F01141-E9B9-5E4C-B667-884300B38554}" type="pres">
      <dgm:prSet presAssocID="{85EBA537-D051-9043-B776-F3E497FFE336}" presName="parTrans" presStyleCnt="0"/>
      <dgm:spPr/>
    </dgm:pt>
    <dgm:pt modelId="{87B64B08-945A-A945-9236-7FADEF5719E4}" type="pres">
      <dgm:prSet presAssocID="{CFA89642-AF4A-A940-AD5D-8EB38DE309B9}" presName="node" presStyleLbl="alignAccFollowNode1" presStyleIdx="10" presStyleCnt="30" custScaleX="443450" custScaleY="184834">
        <dgm:presLayoutVars>
          <dgm:bulletEnabled val="1"/>
        </dgm:presLayoutVars>
      </dgm:prSet>
      <dgm:spPr/>
    </dgm:pt>
    <dgm:pt modelId="{CB36E7A7-3F8B-2E4C-A0BF-B304BCC427B4}" type="pres">
      <dgm:prSet presAssocID="{68D24E27-AEAF-5B48-9DE4-D78A32B85D2A}" presName="sibTrans" presStyleCnt="0"/>
      <dgm:spPr/>
    </dgm:pt>
    <dgm:pt modelId="{32DC153A-3AE2-8C4C-ACF6-018A8210137F}" type="pres">
      <dgm:prSet presAssocID="{47BBC80A-F872-BB4F-B06D-700986DAA1A5}" presName="node" presStyleLbl="alignAccFollowNode1" presStyleIdx="11" presStyleCnt="30" custScaleX="443450" custScaleY="184834">
        <dgm:presLayoutVars>
          <dgm:bulletEnabled val="1"/>
        </dgm:presLayoutVars>
      </dgm:prSet>
      <dgm:spPr/>
    </dgm:pt>
    <dgm:pt modelId="{0AD8E299-2156-7949-85A4-8B90E76A4558}" type="pres">
      <dgm:prSet presAssocID="{DC706AA1-A7E3-CF41-9EEC-17D6F4C2FDB8}" presName="sibTrans" presStyleCnt="0"/>
      <dgm:spPr/>
    </dgm:pt>
    <dgm:pt modelId="{291655F3-0324-814F-A5BD-85AE5C03F7CA}" type="pres">
      <dgm:prSet presAssocID="{0B85E928-ED27-BC48-89B6-8F0B13FD03E5}" presName="node" presStyleLbl="alignAccFollowNode1" presStyleIdx="12" presStyleCnt="30" custScaleX="443450" custScaleY="184834">
        <dgm:presLayoutVars>
          <dgm:bulletEnabled val="1"/>
        </dgm:presLayoutVars>
      </dgm:prSet>
      <dgm:spPr/>
    </dgm:pt>
    <dgm:pt modelId="{ACAFFA2D-ED1D-3141-BA6C-63249DDB84CD}" type="pres">
      <dgm:prSet presAssocID="{839D1B66-03FE-134C-811C-DD540723C672}" presName="sibTrans" presStyleCnt="0"/>
      <dgm:spPr/>
    </dgm:pt>
    <dgm:pt modelId="{407A58FB-2E3C-6F41-B6BC-8D3D48C1A2AD}" type="pres">
      <dgm:prSet presAssocID="{788192E5-DB55-694F-9816-82961F00239F}" presName="node" presStyleLbl="alignAccFollowNode1" presStyleIdx="13" presStyleCnt="30" custScaleX="443450" custScaleY="184834">
        <dgm:presLayoutVars>
          <dgm:bulletEnabled val="1"/>
        </dgm:presLayoutVars>
      </dgm:prSet>
      <dgm:spPr/>
    </dgm:pt>
    <dgm:pt modelId="{9766209F-BFCF-7447-BF02-E05038A9B96D}" type="pres">
      <dgm:prSet presAssocID="{0DBB17DD-B891-C247-A0CD-6EA0E6FC7286}" presName="vSp" presStyleCnt="0"/>
      <dgm:spPr/>
    </dgm:pt>
    <dgm:pt modelId="{5198764C-1097-594A-9DB1-BD3A30651C15}" type="pres">
      <dgm:prSet presAssocID="{EEF2F088-E4DE-C343-B46A-692A6A4BE67E}" presName="horFlow" presStyleCnt="0"/>
      <dgm:spPr/>
    </dgm:pt>
    <dgm:pt modelId="{E966E4A0-A61E-D44B-AD65-94A928B6A054}" type="pres">
      <dgm:prSet presAssocID="{EEF2F088-E4DE-C343-B46A-692A6A4BE67E}" presName="bigChev" presStyleLbl="node1" presStyleIdx="5" presStyleCnt="11" custScaleX="443450" custScaleY="184835"/>
      <dgm:spPr/>
    </dgm:pt>
    <dgm:pt modelId="{5B40F8BA-7F2B-7D41-BF95-EBA02FC8D860}" type="pres">
      <dgm:prSet presAssocID="{F8161597-F0A6-8947-827B-7EF39DAE124B}" presName="parTrans" presStyleCnt="0"/>
      <dgm:spPr/>
    </dgm:pt>
    <dgm:pt modelId="{F43C8182-C304-634C-86A8-8D5B60AB0F83}" type="pres">
      <dgm:prSet presAssocID="{03BD5074-61AC-2A47-B4A5-34088439BB46}" presName="node" presStyleLbl="alignAccFollowNode1" presStyleIdx="14" presStyleCnt="30" custScaleX="443450" custScaleY="184834">
        <dgm:presLayoutVars>
          <dgm:bulletEnabled val="1"/>
        </dgm:presLayoutVars>
      </dgm:prSet>
      <dgm:spPr/>
    </dgm:pt>
    <dgm:pt modelId="{624779A0-DAD8-CE4A-B626-7AA32C6856C1}" type="pres">
      <dgm:prSet presAssocID="{44986C91-F5C9-8244-BFF4-74CAD698EE2C}" presName="sibTrans" presStyleCnt="0"/>
      <dgm:spPr/>
    </dgm:pt>
    <dgm:pt modelId="{81299E45-D1C6-9A42-913C-F8CF8F87DF4F}" type="pres">
      <dgm:prSet presAssocID="{04166145-E6D4-E74D-A996-B0ACFE025BD2}" presName="node" presStyleLbl="alignAccFollowNode1" presStyleIdx="15" presStyleCnt="30" custScaleX="443450" custScaleY="184834">
        <dgm:presLayoutVars>
          <dgm:bulletEnabled val="1"/>
        </dgm:presLayoutVars>
      </dgm:prSet>
      <dgm:spPr/>
    </dgm:pt>
    <dgm:pt modelId="{C0AC456C-A036-A844-B69A-DDA394037936}" type="pres">
      <dgm:prSet presAssocID="{7D0F06CF-7A91-1847-BC8C-DFD1EBDA6791}" presName="sibTrans" presStyleCnt="0"/>
      <dgm:spPr/>
    </dgm:pt>
    <dgm:pt modelId="{12989826-FA4E-6649-B826-FDF1168E5FEF}" type="pres">
      <dgm:prSet presAssocID="{8F8EF4A2-3EF8-6249-8BCD-258B631CEB87}" presName="node" presStyleLbl="alignAccFollowNode1" presStyleIdx="16" presStyleCnt="30" custScaleX="443450" custScaleY="184834">
        <dgm:presLayoutVars>
          <dgm:bulletEnabled val="1"/>
        </dgm:presLayoutVars>
      </dgm:prSet>
      <dgm:spPr/>
    </dgm:pt>
    <dgm:pt modelId="{CEF4225F-7F55-1F48-9C4F-61B29FF10E18}" type="pres">
      <dgm:prSet presAssocID="{EEF2F088-E4DE-C343-B46A-692A6A4BE67E}" presName="vSp" presStyleCnt="0"/>
      <dgm:spPr/>
    </dgm:pt>
    <dgm:pt modelId="{914ACFF1-B81D-784D-9A8C-625F7BF78806}" type="pres">
      <dgm:prSet presAssocID="{3D60229D-B712-3047-B49F-2407F9980412}" presName="horFlow" presStyleCnt="0"/>
      <dgm:spPr/>
    </dgm:pt>
    <dgm:pt modelId="{36336D02-C550-D944-B631-175FA2C4F57B}" type="pres">
      <dgm:prSet presAssocID="{3D60229D-B712-3047-B49F-2407F9980412}" presName="bigChev" presStyleLbl="node1" presStyleIdx="6" presStyleCnt="11" custScaleX="443450" custScaleY="184835"/>
      <dgm:spPr/>
    </dgm:pt>
    <dgm:pt modelId="{1E39DC84-BC76-594E-8825-912E0CDFD5FA}" type="pres">
      <dgm:prSet presAssocID="{0D362A87-E92E-D042-BC88-747CBCA8C340}" presName="parTrans" presStyleCnt="0"/>
      <dgm:spPr/>
    </dgm:pt>
    <dgm:pt modelId="{E3821D79-B4EA-E446-BBD2-E929E82729F8}" type="pres">
      <dgm:prSet presAssocID="{950A8E81-E3BD-2640-BABD-53EA6C3509AD}" presName="node" presStyleLbl="alignAccFollowNode1" presStyleIdx="17" presStyleCnt="30" custScaleX="443450" custScaleY="184834">
        <dgm:presLayoutVars>
          <dgm:bulletEnabled val="1"/>
        </dgm:presLayoutVars>
      </dgm:prSet>
      <dgm:spPr/>
    </dgm:pt>
    <dgm:pt modelId="{43B197D6-A9F8-D346-959E-791E276E332A}" type="pres">
      <dgm:prSet presAssocID="{0D1775F4-5BC6-FE4B-80E5-E5300F47BE6B}" presName="sibTrans" presStyleCnt="0"/>
      <dgm:spPr/>
    </dgm:pt>
    <dgm:pt modelId="{06CFA33A-4013-1243-BFCA-C7603E973AB5}" type="pres">
      <dgm:prSet presAssocID="{3F11F16A-0164-F849-95D6-6B2141FE2902}" presName="node" presStyleLbl="alignAccFollowNode1" presStyleIdx="18" presStyleCnt="30" custScaleX="443450" custScaleY="184834">
        <dgm:presLayoutVars>
          <dgm:bulletEnabled val="1"/>
        </dgm:presLayoutVars>
      </dgm:prSet>
      <dgm:spPr/>
    </dgm:pt>
    <dgm:pt modelId="{C8542E6D-204B-4F4B-8AD1-8F975B646B31}" type="pres">
      <dgm:prSet presAssocID="{3D60229D-B712-3047-B49F-2407F9980412}" presName="vSp" presStyleCnt="0"/>
      <dgm:spPr/>
    </dgm:pt>
    <dgm:pt modelId="{C2B23ED2-F928-634B-AD82-87B40E8D2DC9}" type="pres">
      <dgm:prSet presAssocID="{3C46E94A-F1BD-2A43-8503-249B3E169E9C}" presName="horFlow" presStyleCnt="0"/>
      <dgm:spPr/>
    </dgm:pt>
    <dgm:pt modelId="{0E5D28D3-D3C8-AB45-B92A-1915419264B9}" type="pres">
      <dgm:prSet presAssocID="{3C46E94A-F1BD-2A43-8503-249B3E169E9C}" presName="bigChev" presStyleLbl="node1" presStyleIdx="7" presStyleCnt="11" custScaleX="443450" custScaleY="184835"/>
      <dgm:spPr/>
    </dgm:pt>
    <dgm:pt modelId="{6D0728C8-F61B-8542-856B-E4C26489273E}" type="pres">
      <dgm:prSet presAssocID="{20ECCAA7-251A-404B-80F4-2EE7E03773B2}" presName="parTrans" presStyleCnt="0"/>
      <dgm:spPr/>
    </dgm:pt>
    <dgm:pt modelId="{D85D308A-FA7D-C54E-962C-8B2614DAC898}" type="pres">
      <dgm:prSet presAssocID="{0F11BF4B-6A01-DF46-BFF2-F86F4608D43E}" presName="node" presStyleLbl="alignAccFollowNode1" presStyleIdx="19" presStyleCnt="30" custScaleX="443450" custScaleY="184834">
        <dgm:presLayoutVars>
          <dgm:bulletEnabled val="1"/>
        </dgm:presLayoutVars>
      </dgm:prSet>
      <dgm:spPr/>
    </dgm:pt>
    <dgm:pt modelId="{93A84A7B-3D16-E942-94CB-33E5A5673949}" type="pres">
      <dgm:prSet presAssocID="{FFFA3578-BB8C-A44F-9DB1-A6D152F55193}" presName="sibTrans" presStyleCnt="0"/>
      <dgm:spPr/>
    </dgm:pt>
    <dgm:pt modelId="{BA1D8FE4-0F6F-8E48-B70C-DB93A57812F9}" type="pres">
      <dgm:prSet presAssocID="{AF42F058-2C37-3044-8019-272036A8E7EC}" presName="node" presStyleLbl="alignAccFollowNode1" presStyleIdx="20" presStyleCnt="30" custScaleX="443450" custScaleY="184834">
        <dgm:presLayoutVars>
          <dgm:bulletEnabled val="1"/>
        </dgm:presLayoutVars>
      </dgm:prSet>
      <dgm:spPr/>
    </dgm:pt>
    <dgm:pt modelId="{B74CF2A7-BD15-7E48-BE23-6B97812A73C2}" type="pres">
      <dgm:prSet presAssocID="{BF42D31A-D93D-2447-A0CF-93C2996AB988}" presName="sibTrans" presStyleCnt="0"/>
      <dgm:spPr/>
    </dgm:pt>
    <dgm:pt modelId="{E0AEFE68-25A8-8D40-A4FC-BBD2CE3A2053}" type="pres">
      <dgm:prSet presAssocID="{842A2D6B-2AEC-CD45-8601-EF757B0B6244}" presName="node" presStyleLbl="alignAccFollowNode1" presStyleIdx="21" presStyleCnt="30" custScaleX="443450" custScaleY="184834">
        <dgm:presLayoutVars>
          <dgm:bulletEnabled val="1"/>
        </dgm:presLayoutVars>
      </dgm:prSet>
      <dgm:spPr/>
    </dgm:pt>
    <dgm:pt modelId="{BD11ECAA-09F7-0F4C-9464-65D03647E4E3}" type="pres">
      <dgm:prSet presAssocID="{3C46E94A-F1BD-2A43-8503-249B3E169E9C}" presName="vSp" presStyleCnt="0"/>
      <dgm:spPr/>
    </dgm:pt>
    <dgm:pt modelId="{3D2D359D-5732-9C40-AD90-8B50F10EC5F6}" type="pres">
      <dgm:prSet presAssocID="{3B50EC36-E076-A944-B619-09417EB3F37E}" presName="horFlow" presStyleCnt="0"/>
      <dgm:spPr/>
    </dgm:pt>
    <dgm:pt modelId="{EF2FC03A-D364-1A4A-AD55-22A55BBB8040}" type="pres">
      <dgm:prSet presAssocID="{3B50EC36-E076-A944-B619-09417EB3F37E}" presName="bigChev" presStyleLbl="node1" presStyleIdx="8" presStyleCnt="11" custScaleX="443450" custScaleY="184835"/>
      <dgm:spPr/>
    </dgm:pt>
    <dgm:pt modelId="{A1ECC0F3-7311-6D4F-8EB4-25715E882C41}" type="pres">
      <dgm:prSet presAssocID="{9B702164-9C66-1C4E-A210-FE8238E3D794}" presName="parTrans" presStyleCnt="0"/>
      <dgm:spPr/>
    </dgm:pt>
    <dgm:pt modelId="{26962BB9-824C-D748-B1D4-C4790A5BE4D7}" type="pres">
      <dgm:prSet presAssocID="{0834CFF5-D6FE-6B47-A683-D89BB94C005C}" presName="node" presStyleLbl="alignAccFollowNode1" presStyleIdx="22" presStyleCnt="30" custScaleX="443450" custScaleY="184834">
        <dgm:presLayoutVars>
          <dgm:bulletEnabled val="1"/>
        </dgm:presLayoutVars>
      </dgm:prSet>
      <dgm:spPr/>
    </dgm:pt>
    <dgm:pt modelId="{215B3E4B-B856-DF42-BC2C-51CB4E9282F7}" type="pres">
      <dgm:prSet presAssocID="{4BD3E68F-A00A-D64B-B101-AF20043A16D9}" presName="sibTrans" presStyleCnt="0"/>
      <dgm:spPr/>
    </dgm:pt>
    <dgm:pt modelId="{1BF6F809-3A82-3940-BD5C-B348890CC165}" type="pres">
      <dgm:prSet presAssocID="{923C764F-4476-1E4A-9C66-DF9EFC57BDC3}" presName="node" presStyleLbl="alignAccFollowNode1" presStyleIdx="23" presStyleCnt="30" custScaleX="443450" custScaleY="184834">
        <dgm:presLayoutVars>
          <dgm:bulletEnabled val="1"/>
        </dgm:presLayoutVars>
      </dgm:prSet>
      <dgm:spPr/>
    </dgm:pt>
    <dgm:pt modelId="{124717DD-4B91-7843-BE3C-6506E9139F2A}" type="pres">
      <dgm:prSet presAssocID="{A824F09C-9B3B-AB47-8AF0-A8A696B97872}" presName="sibTrans" presStyleCnt="0"/>
      <dgm:spPr/>
    </dgm:pt>
    <dgm:pt modelId="{C1307278-5063-784A-8B45-40B5E89E6DDD}" type="pres">
      <dgm:prSet presAssocID="{54A9B121-150F-7344-9EA3-0F5B1B536F46}" presName="node" presStyleLbl="alignAccFollowNode1" presStyleIdx="24" presStyleCnt="30" custScaleX="443450" custScaleY="184834">
        <dgm:presLayoutVars>
          <dgm:bulletEnabled val="1"/>
        </dgm:presLayoutVars>
      </dgm:prSet>
      <dgm:spPr/>
    </dgm:pt>
    <dgm:pt modelId="{79BF67B2-3EAA-4146-816B-8FF7D6188482}" type="pres">
      <dgm:prSet presAssocID="{3B50EC36-E076-A944-B619-09417EB3F37E}" presName="vSp" presStyleCnt="0"/>
      <dgm:spPr/>
    </dgm:pt>
    <dgm:pt modelId="{DB4EE1B7-7AE4-AA41-9AA5-77257796E529}" type="pres">
      <dgm:prSet presAssocID="{7FF1D857-FD2C-954D-87D3-CB288DBBACCD}" presName="horFlow" presStyleCnt="0"/>
      <dgm:spPr/>
    </dgm:pt>
    <dgm:pt modelId="{841A710E-E224-8346-B505-A4B47BA839B4}" type="pres">
      <dgm:prSet presAssocID="{7FF1D857-FD2C-954D-87D3-CB288DBBACCD}" presName="bigChev" presStyleLbl="node1" presStyleIdx="9" presStyleCnt="11" custScaleX="443450" custScaleY="184835"/>
      <dgm:spPr/>
    </dgm:pt>
    <dgm:pt modelId="{7E6B8802-BFB1-5D45-9FB2-475E4B76A5AF}" type="pres">
      <dgm:prSet presAssocID="{4DB9FBDE-A561-BA43-BC66-B6520F96E8CB}" presName="parTrans" presStyleCnt="0"/>
      <dgm:spPr/>
    </dgm:pt>
    <dgm:pt modelId="{1B95B9FF-E066-384C-8B83-D89ED4A0D7F0}" type="pres">
      <dgm:prSet presAssocID="{99C47E55-F42A-364D-8FD3-C499F201A2EE}" presName="node" presStyleLbl="alignAccFollowNode1" presStyleIdx="25" presStyleCnt="30" custScaleX="443450" custScaleY="184834">
        <dgm:presLayoutVars>
          <dgm:bulletEnabled val="1"/>
        </dgm:presLayoutVars>
      </dgm:prSet>
      <dgm:spPr/>
    </dgm:pt>
    <dgm:pt modelId="{0658DA7B-30BB-4745-858B-CFF4A6A01919}" type="pres">
      <dgm:prSet presAssocID="{6C12AAF0-A3A1-5C44-9A9B-268592BCE618}" presName="sibTrans" presStyleCnt="0"/>
      <dgm:spPr/>
    </dgm:pt>
    <dgm:pt modelId="{E711392D-D202-024A-BB54-161D2EED1C16}" type="pres">
      <dgm:prSet presAssocID="{1EF0EECD-BACC-234E-B1E1-CEB841D7CB65}" presName="node" presStyleLbl="alignAccFollowNode1" presStyleIdx="26" presStyleCnt="30" custScaleX="443450" custScaleY="184834">
        <dgm:presLayoutVars>
          <dgm:bulletEnabled val="1"/>
        </dgm:presLayoutVars>
      </dgm:prSet>
      <dgm:spPr/>
    </dgm:pt>
    <dgm:pt modelId="{6238655F-F3D6-FA4A-8E4B-E30576C8E3CC}" type="pres">
      <dgm:prSet presAssocID="{8ADCC888-3D3D-6E40-B408-35FA3B9D1A56}" presName="sibTrans" presStyleCnt="0"/>
      <dgm:spPr/>
    </dgm:pt>
    <dgm:pt modelId="{B95E32E4-6E91-C14D-A195-B818FF834F9A}" type="pres">
      <dgm:prSet presAssocID="{F8D06B3D-933B-E348-B608-7C331CCC89A7}" presName="node" presStyleLbl="alignAccFollowNode1" presStyleIdx="27" presStyleCnt="30" custScaleX="443450" custScaleY="184834">
        <dgm:presLayoutVars>
          <dgm:bulletEnabled val="1"/>
        </dgm:presLayoutVars>
      </dgm:prSet>
      <dgm:spPr/>
    </dgm:pt>
    <dgm:pt modelId="{9A6D7613-DFA8-804F-AC48-C0C5734C4244}" type="pres">
      <dgm:prSet presAssocID="{7FF1D857-FD2C-954D-87D3-CB288DBBACCD}" presName="vSp" presStyleCnt="0"/>
      <dgm:spPr/>
    </dgm:pt>
    <dgm:pt modelId="{B46E15B1-362C-2346-AEBF-E64238A34E36}" type="pres">
      <dgm:prSet presAssocID="{FBB46A1B-1688-9442-9B8D-366569F55E7C}" presName="horFlow" presStyleCnt="0"/>
      <dgm:spPr/>
    </dgm:pt>
    <dgm:pt modelId="{D3CD4A0A-04B8-6F4E-AD8B-5A03C8FC3624}" type="pres">
      <dgm:prSet presAssocID="{FBB46A1B-1688-9442-9B8D-366569F55E7C}" presName="bigChev" presStyleLbl="node1" presStyleIdx="10" presStyleCnt="11" custScaleX="443450" custScaleY="184835"/>
      <dgm:spPr/>
    </dgm:pt>
    <dgm:pt modelId="{B1AFA0F9-228C-2943-A830-6810B43388D1}" type="pres">
      <dgm:prSet presAssocID="{11EA4311-BF8F-F047-9C46-7C68C4A361C8}" presName="parTrans" presStyleCnt="0"/>
      <dgm:spPr/>
    </dgm:pt>
    <dgm:pt modelId="{47BEDD15-2D7B-3E4B-A71B-44F886AB6C9E}" type="pres">
      <dgm:prSet presAssocID="{A2CFCB83-85A8-B94E-909D-48D83522DFD6}" presName="node" presStyleLbl="alignAccFollowNode1" presStyleIdx="28" presStyleCnt="30" custScaleX="443450" custScaleY="184834">
        <dgm:presLayoutVars>
          <dgm:bulletEnabled val="1"/>
        </dgm:presLayoutVars>
      </dgm:prSet>
      <dgm:spPr/>
    </dgm:pt>
    <dgm:pt modelId="{39874168-C397-9544-94B4-3BF3A8B7583E}" type="pres">
      <dgm:prSet presAssocID="{D6A3ED33-E004-354A-BF87-E1A9383D9900}" presName="sibTrans" presStyleCnt="0"/>
      <dgm:spPr/>
    </dgm:pt>
    <dgm:pt modelId="{3D14BBF9-FE33-E045-8F1B-24E914273D78}" type="pres">
      <dgm:prSet presAssocID="{04E05686-074D-6447-A513-CB3D15CC5D39}" presName="node" presStyleLbl="alignAccFollowNode1" presStyleIdx="29" presStyleCnt="30" custScaleX="443450" custScaleY="184834">
        <dgm:presLayoutVars>
          <dgm:bulletEnabled val="1"/>
        </dgm:presLayoutVars>
      </dgm:prSet>
      <dgm:spPr/>
    </dgm:pt>
  </dgm:ptLst>
  <dgm:cxnLst>
    <dgm:cxn modelId="{BAF0E901-3460-164B-BBBE-0DBEEC66CCA5}" srcId="{3B50EC36-E076-A944-B619-09417EB3F37E}" destId="{923C764F-4476-1E4A-9C66-DF9EFC57BDC3}" srcOrd="1" destOrd="0" parTransId="{5185902B-A316-464B-8E4B-1EA972271461}" sibTransId="{A824F09C-9B3B-AB47-8AF0-A8A696B97872}"/>
    <dgm:cxn modelId="{B711E70C-3A83-2543-BA21-6F300468D1F2}" srcId="{D280C41E-7C15-A94B-9406-A711D4982C27}" destId="{3D60229D-B712-3047-B49F-2407F9980412}" srcOrd="6" destOrd="0" parTransId="{8350A57C-0826-2543-9798-F10F083D9C9C}" sibTransId="{27031ECC-C5D7-C24C-BF49-3CD6500A8062}"/>
    <dgm:cxn modelId="{E66C7B11-8ACD-E145-A0B5-7A169A917470}" srcId="{3B50EC36-E076-A944-B619-09417EB3F37E}" destId="{54A9B121-150F-7344-9EA3-0F5B1B536F46}" srcOrd="2" destOrd="0" parTransId="{EE5F43E2-1061-6A40-9FE0-2206D9F0092B}" sibTransId="{A3C266D9-5A73-284E-83D2-29F84A154B53}"/>
    <dgm:cxn modelId="{0008711B-DA56-E845-BA0B-3928CBE438F1}" type="presOf" srcId="{788192E5-DB55-694F-9816-82961F00239F}" destId="{407A58FB-2E3C-6F41-B6BC-8D3D48C1A2AD}" srcOrd="0" destOrd="0" presId="urn:microsoft.com/office/officeart/2005/8/layout/lProcess3"/>
    <dgm:cxn modelId="{CE044324-06E6-9943-B48B-7D57F48494E6}" srcId="{FBB46A1B-1688-9442-9B8D-366569F55E7C}" destId="{04E05686-074D-6447-A513-CB3D15CC5D39}" srcOrd="1" destOrd="0" parTransId="{41FA6281-A135-754C-BB8C-11E089CCDBB2}" sibTransId="{7D1712CF-7423-A44F-A5B2-B1B676A2D4EC}"/>
    <dgm:cxn modelId="{F3B8FC27-A2E5-9247-92AE-4E728C3AED24}" srcId="{3C46E94A-F1BD-2A43-8503-249B3E169E9C}" destId="{842A2D6B-2AEC-CD45-8601-EF757B0B6244}" srcOrd="2" destOrd="0" parTransId="{5B513034-E6D9-A541-8111-F4704A46842D}" sibTransId="{88E988AC-667A-394A-8096-F2CEB51CCE8C}"/>
    <dgm:cxn modelId="{EDFC9A28-B3EE-6949-A7D1-0619CCB6B6DC}" type="presOf" srcId="{1EF0EECD-BACC-234E-B1E1-CEB841D7CB65}" destId="{E711392D-D202-024A-BB54-161D2EED1C16}" srcOrd="0" destOrd="0" presId="urn:microsoft.com/office/officeart/2005/8/layout/lProcess3"/>
    <dgm:cxn modelId="{C8D66C2B-9F06-8542-B953-9B1412A58B53}" type="presOf" srcId="{0B85E928-ED27-BC48-89B6-8F0B13FD03E5}" destId="{291655F3-0324-814F-A5BD-85AE5C03F7CA}" srcOrd="0" destOrd="0" presId="urn:microsoft.com/office/officeart/2005/8/layout/lProcess3"/>
    <dgm:cxn modelId="{1B56F42E-A57F-9048-9C7A-1A8CF6A480DD}" type="presOf" srcId="{42555AA8-7BA7-584B-A3E7-274F58780D64}" destId="{EA52F6C1-BC9A-8C49-AE5A-404FECB12F8A}" srcOrd="0" destOrd="0" presId="urn:microsoft.com/office/officeart/2005/8/layout/lProcess3"/>
    <dgm:cxn modelId="{90BFFA31-644F-CF4E-9FC1-695A778FFAD5}" type="presOf" srcId="{99C47E55-F42A-364D-8FD3-C499F201A2EE}" destId="{1B95B9FF-E066-384C-8B83-D89ED4A0D7F0}" srcOrd="0" destOrd="0" presId="urn:microsoft.com/office/officeart/2005/8/layout/lProcess3"/>
    <dgm:cxn modelId="{23C3B13C-9D75-244E-90E5-3031B1601F61}" srcId="{D280C41E-7C15-A94B-9406-A711D4982C27}" destId="{7FF1D857-FD2C-954D-87D3-CB288DBBACCD}" srcOrd="9" destOrd="0" parTransId="{61368044-45B9-AD46-85A7-F3D1955EFFF0}" sibTransId="{2E80D5E8-7BF6-9C4A-8E86-63349AA93C72}"/>
    <dgm:cxn modelId="{ACB4243E-CFDC-7747-9272-6568C37DB3A3}" type="presOf" srcId="{7EAE2E88-A6E6-8B4F-AADE-0D4DD924909C}" destId="{6D0FF7C3-78D5-B54A-BCB3-0545BA211CBE}" srcOrd="0" destOrd="0" presId="urn:microsoft.com/office/officeart/2005/8/layout/lProcess3"/>
    <dgm:cxn modelId="{2AB0A53F-5648-8441-9CDE-6E24D4157C23}" type="presOf" srcId="{60CF29A1-8FC6-884D-9E1C-0779496DDB5F}" destId="{57026CE6-E35D-F749-9C7D-CA78B8E54AC9}" srcOrd="0" destOrd="0" presId="urn:microsoft.com/office/officeart/2005/8/layout/lProcess3"/>
    <dgm:cxn modelId="{B2CD3046-A423-DC4B-9200-46491FA9BC5A}" type="presOf" srcId="{0F11BF4B-6A01-DF46-BFF2-F86F4608D43E}" destId="{D85D308A-FA7D-C54E-962C-8B2614DAC898}" srcOrd="0" destOrd="0" presId="urn:microsoft.com/office/officeart/2005/8/layout/lProcess3"/>
    <dgm:cxn modelId="{CFD64D48-36AB-B64D-9D9D-7DAB6EDE310E}" type="presOf" srcId="{0834CFF5-D6FE-6B47-A683-D89BB94C005C}" destId="{26962BB9-824C-D748-B1D4-C4790A5BE4D7}" srcOrd="0" destOrd="0" presId="urn:microsoft.com/office/officeart/2005/8/layout/lProcess3"/>
    <dgm:cxn modelId="{1C6A9848-5AD9-2148-BFE6-1E583FA2002A}" srcId="{D280C41E-7C15-A94B-9406-A711D4982C27}" destId="{0DBB17DD-B891-C247-A0CD-6EA0E6FC7286}" srcOrd="4" destOrd="0" parTransId="{1C5AB595-F0F5-2D4D-84B8-F818C196E2FA}" sibTransId="{1767D9F0-71E8-DE41-8F7C-B8371AFC0A38}"/>
    <dgm:cxn modelId="{79228A4D-772C-D443-97E5-C24548EF6F2A}" type="presOf" srcId="{1B71F582-FDCA-AA4F-B11F-8D2BD7523CE7}" destId="{98BAEC3F-CD41-9F46-A6B0-CF701B65DAFD}" srcOrd="0" destOrd="0" presId="urn:microsoft.com/office/officeart/2005/8/layout/lProcess3"/>
    <dgm:cxn modelId="{CBAE8B4E-0E9D-5345-9D3C-A4F44C338F2A}" type="presOf" srcId="{FD0FB5FB-8669-EA4F-A4F6-8DD261DF91D8}" destId="{AFA9857A-AA61-CE4D-AFE0-4300B0466C34}" srcOrd="0" destOrd="0" presId="urn:microsoft.com/office/officeart/2005/8/layout/lProcess3"/>
    <dgm:cxn modelId="{480EE64E-7EC7-1E45-9C55-3EA4EAE46994}" srcId="{3B50EC36-E076-A944-B619-09417EB3F37E}" destId="{0834CFF5-D6FE-6B47-A683-D89BB94C005C}" srcOrd="0" destOrd="0" parTransId="{9B702164-9C66-1C4E-A210-FE8238E3D794}" sibTransId="{4BD3E68F-A00A-D64B-B101-AF20043A16D9}"/>
    <dgm:cxn modelId="{63D4A750-1755-B34E-9A72-F7D883061876}" type="presOf" srcId="{4EA918CD-39A5-BE4C-8377-55F49CE36D23}" destId="{734E97F8-613D-1940-8E51-92400008E498}" srcOrd="0" destOrd="0" presId="urn:microsoft.com/office/officeart/2005/8/layout/lProcess3"/>
    <dgm:cxn modelId="{49F5BF50-CA68-A04D-9A9B-254711F65BDD}" type="presOf" srcId="{47BBC80A-F872-BB4F-B06D-700986DAA1A5}" destId="{32DC153A-3AE2-8C4C-ACF6-018A8210137F}" srcOrd="0" destOrd="0" presId="urn:microsoft.com/office/officeart/2005/8/layout/lProcess3"/>
    <dgm:cxn modelId="{F7F3D051-D521-9D45-BD4F-474775042FC5}" type="presOf" srcId="{842A2D6B-2AEC-CD45-8601-EF757B0B6244}" destId="{E0AEFE68-25A8-8D40-A4FC-BBD2CE3A2053}" srcOrd="0" destOrd="0" presId="urn:microsoft.com/office/officeart/2005/8/layout/lProcess3"/>
    <dgm:cxn modelId="{196F7453-EBF2-784D-8FAD-58DFD9C97466}" type="presOf" srcId="{8F8EF4A2-3EF8-6249-8BCD-258B631CEB87}" destId="{12989826-FA4E-6649-B826-FDF1168E5FEF}" srcOrd="0" destOrd="0" presId="urn:microsoft.com/office/officeart/2005/8/layout/lProcess3"/>
    <dgm:cxn modelId="{BE6D6856-85A1-3340-B556-DD66BEBB1048}" srcId="{3C46E94A-F1BD-2A43-8503-249B3E169E9C}" destId="{0F11BF4B-6A01-DF46-BFF2-F86F4608D43E}" srcOrd="0" destOrd="0" parTransId="{20ECCAA7-251A-404B-80F4-2EE7E03773B2}" sibTransId="{FFFA3578-BB8C-A44F-9DB1-A6D152F55193}"/>
    <dgm:cxn modelId="{3099465B-7334-8141-A081-B286461A9487}" type="presOf" srcId="{DA8889D8-9A03-BE48-8748-2C858A4E1742}" destId="{12E8F940-B18B-EB42-8F0D-33992D96B8ED}" srcOrd="0" destOrd="0" presId="urn:microsoft.com/office/officeart/2005/8/layout/lProcess3"/>
    <dgm:cxn modelId="{7869B05B-684B-1E49-8FD5-D14EB307BBA5}" srcId="{EEF2F088-E4DE-C343-B46A-692A6A4BE67E}" destId="{04166145-E6D4-E74D-A996-B0ACFE025BD2}" srcOrd="1" destOrd="0" parTransId="{FA4622F4-230B-6744-AFE1-F50BE397C1A4}" sibTransId="{7D0F06CF-7A91-1847-BC8C-DFD1EBDA6791}"/>
    <dgm:cxn modelId="{5362EF5E-F834-CB4B-91BA-5758E7EEE785}" srcId="{0DBB17DD-B891-C247-A0CD-6EA0E6FC7286}" destId="{47BBC80A-F872-BB4F-B06D-700986DAA1A5}" srcOrd="1" destOrd="0" parTransId="{D18A3653-9C6A-624D-A223-B6290CB72A31}" sibTransId="{DC706AA1-A7E3-CF41-9EEC-17D6F4C2FDB8}"/>
    <dgm:cxn modelId="{A23B096C-0596-5441-90BB-3205C3121426}" srcId="{FD0FB5FB-8669-EA4F-A4F6-8DD261DF91D8}" destId="{CA79855B-51A4-BF44-A527-20574CE99C25}" srcOrd="0" destOrd="0" parTransId="{3CC93104-F52E-4941-8232-F8A96FED3220}" sibTransId="{E7F6AB58-CB9D-1A4E-944A-19044BF17A04}"/>
    <dgm:cxn modelId="{908FEE6C-8023-4D49-9931-59071CE04577}" srcId="{D280C41E-7C15-A94B-9406-A711D4982C27}" destId="{60CF29A1-8FC6-884D-9E1C-0779496DDB5F}" srcOrd="3" destOrd="0" parTransId="{EA6D1290-43B4-8F46-A7BC-A9B15F7A103B}" sibTransId="{834E1201-D62D-6B47-A8AD-A8FA511090A3}"/>
    <dgm:cxn modelId="{50F70A6F-C14C-8644-A17A-25D77AAFDAED}" srcId="{14EBA5B8-C995-8C4D-A420-D4FC61769796}" destId="{3AD49BC9-9AC0-434F-BAE8-89CEF41BF0DA}" srcOrd="1" destOrd="0" parTransId="{8289F6CC-5546-EE44-8CEB-CAA6D334FB79}" sibTransId="{9ACB3E35-ED0F-A440-A530-179D408D9BB2}"/>
    <dgm:cxn modelId="{F0AB7171-9117-2E41-9C88-724334D8B4BC}" type="presOf" srcId="{D280C41E-7C15-A94B-9406-A711D4982C27}" destId="{3566C0E4-9385-ED41-BE9B-2B98DCC146F1}" srcOrd="0" destOrd="0" presId="urn:microsoft.com/office/officeart/2005/8/layout/lProcess3"/>
    <dgm:cxn modelId="{B7178A77-D9AC-D343-B0B9-FFE5D301C687}" type="presOf" srcId="{54A9B121-150F-7344-9EA3-0F5B1B536F46}" destId="{C1307278-5063-784A-8B45-40B5E89E6DDD}" srcOrd="0" destOrd="0" presId="urn:microsoft.com/office/officeart/2005/8/layout/lProcess3"/>
    <dgm:cxn modelId="{53219E7D-0EC3-A247-A7EA-C468CFC2B9D3}" srcId="{EEF2F088-E4DE-C343-B46A-692A6A4BE67E}" destId="{03BD5074-61AC-2A47-B4A5-34088439BB46}" srcOrd="0" destOrd="0" parTransId="{F8161597-F0A6-8947-827B-7EF39DAE124B}" sibTransId="{44986C91-F5C9-8244-BFF4-74CAD698EE2C}"/>
    <dgm:cxn modelId="{1717787F-D994-8D45-8A14-23028B96FB34}" type="presOf" srcId="{0DBB17DD-B891-C247-A0CD-6EA0E6FC7286}" destId="{F8651985-D33D-864E-B683-E6D6ECF29DC6}" srcOrd="0" destOrd="0" presId="urn:microsoft.com/office/officeart/2005/8/layout/lProcess3"/>
    <dgm:cxn modelId="{DFAC3481-CA3E-6145-A3B9-09975CD0EFF7}" type="presOf" srcId="{3D60229D-B712-3047-B49F-2407F9980412}" destId="{36336D02-C550-D944-B631-175FA2C4F57B}" srcOrd="0" destOrd="0" presId="urn:microsoft.com/office/officeart/2005/8/layout/lProcess3"/>
    <dgm:cxn modelId="{C737F682-01D8-9D45-A839-19FB315E609D}" type="presOf" srcId="{6D8D8395-146C-754D-891C-B2ED84CEB33C}" destId="{F6D4D88E-236B-C049-83CE-E40C7F245391}" srcOrd="0" destOrd="0" presId="urn:microsoft.com/office/officeart/2005/8/layout/lProcess3"/>
    <dgm:cxn modelId="{0B4E8083-8DC5-0E45-B084-F4FB5BCC2CF2}" type="presOf" srcId="{528F09E3-FB85-7E47-82D5-02793724DE4E}" destId="{F41FB64C-1C0B-3A48-95FA-685663B9343D}" srcOrd="0" destOrd="0" presId="urn:microsoft.com/office/officeart/2005/8/layout/lProcess3"/>
    <dgm:cxn modelId="{47805685-5F7E-6D44-9B1E-59B72397373C}" srcId="{7FF1D857-FD2C-954D-87D3-CB288DBBACCD}" destId="{1EF0EECD-BACC-234E-B1E1-CEB841D7CB65}" srcOrd="1" destOrd="0" parTransId="{F1144869-2D44-924F-A42D-5ED3BB4E407F}" sibTransId="{8ADCC888-3D3D-6E40-B408-35FA3B9D1A56}"/>
    <dgm:cxn modelId="{C62C7485-3564-8146-A282-D0D78156A1EF}" srcId="{7FF1D857-FD2C-954D-87D3-CB288DBBACCD}" destId="{F8D06B3D-933B-E348-B608-7C331CCC89A7}" srcOrd="2" destOrd="0" parTransId="{13EAA6D4-2AA5-924E-8DD4-3866EB4FC1A3}" sibTransId="{90E4E453-C9A0-C141-BB16-A2DB489E5EB6}"/>
    <dgm:cxn modelId="{A1A40086-85FF-1F4C-9F3C-B747D2C765F2}" srcId="{60CF29A1-8FC6-884D-9E1C-0779496DDB5F}" destId="{1B71F582-FDCA-AA4F-B11F-8D2BD7523CE7}" srcOrd="2" destOrd="0" parTransId="{192D1E33-4936-A941-9A1E-1A9FA38E29A5}" sibTransId="{3C023D65-A7B9-9E4E-84EA-D2617C1A0F4D}"/>
    <dgm:cxn modelId="{0F95A58C-3C12-6349-8D4B-A4461B705C6D}" type="presOf" srcId="{950A8E81-E3BD-2640-BABD-53EA6C3509AD}" destId="{E3821D79-B4EA-E446-BBD2-E929E82729F8}" srcOrd="0" destOrd="0" presId="urn:microsoft.com/office/officeart/2005/8/layout/lProcess3"/>
    <dgm:cxn modelId="{782F1893-B420-034B-AD7A-B8119177499F}" type="presOf" srcId="{3C46E94A-F1BD-2A43-8503-249B3E169E9C}" destId="{0E5D28D3-D3C8-AB45-B92A-1915419264B9}" srcOrd="0" destOrd="0" presId="urn:microsoft.com/office/officeart/2005/8/layout/lProcess3"/>
    <dgm:cxn modelId="{E948BB96-734C-BA40-B2DD-7EFBACEBFFA6}" type="presOf" srcId="{CA79855B-51A4-BF44-A527-20574CE99C25}" destId="{B2B03C40-9E83-844D-8C79-E655B346651F}" srcOrd="0" destOrd="0" presId="urn:microsoft.com/office/officeart/2005/8/layout/lProcess3"/>
    <dgm:cxn modelId="{09C6F698-B65A-DC4D-BBE6-343B1256A6AC}" type="presOf" srcId="{3F11F16A-0164-F849-95D6-6B2141FE2902}" destId="{06CFA33A-4013-1243-BFCA-C7603E973AB5}" srcOrd="0" destOrd="0" presId="urn:microsoft.com/office/officeart/2005/8/layout/lProcess3"/>
    <dgm:cxn modelId="{CC51509A-C91D-6848-8CE3-06DE866DCCA0}" srcId="{0DBB17DD-B891-C247-A0CD-6EA0E6FC7286}" destId="{0B85E928-ED27-BC48-89B6-8F0B13FD03E5}" srcOrd="2" destOrd="0" parTransId="{3892DF04-0E68-C748-B3CC-64AF9453BA9B}" sibTransId="{839D1B66-03FE-134C-811C-DD540723C672}"/>
    <dgm:cxn modelId="{8679DB9A-3430-644D-93A2-E14FA0CF90D8}" type="presOf" srcId="{AF42F058-2C37-3044-8019-272036A8E7EC}" destId="{BA1D8FE4-0F6F-8E48-B70C-DB93A57812F9}" srcOrd="0" destOrd="0" presId="urn:microsoft.com/office/officeart/2005/8/layout/lProcess3"/>
    <dgm:cxn modelId="{4B93C99D-AD31-BF4E-8A92-202CBDCE83CF}" type="presOf" srcId="{CFA89642-AF4A-A940-AD5D-8EB38DE309B9}" destId="{87B64B08-945A-A945-9236-7FADEF5719E4}" srcOrd="0" destOrd="0" presId="urn:microsoft.com/office/officeart/2005/8/layout/lProcess3"/>
    <dgm:cxn modelId="{6536B9AC-CAD0-5442-9434-F5225511410C}" srcId="{0DBB17DD-B891-C247-A0CD-6EA0E6FC7286}" destId="{788192E5-DB55-694F-9816-82961F00239F}" srcOrd="3" destOrd="0" parTransId="{157273E9-0D70-AA4C-B05F-58CA82C781B6}" sibTransId="{0AD3E387-EDED-C940-913F-903B56874D6F}"/>
    <dgm:cxn modelId="{85D30FAD-D7E5-1B47-A854-9434D4FA3585}" type="presOf" srcId="{3B50EC36-E076-A944-B619-09417EB3F37E}" destId="{EF2FC03A-D364-1A4A-AD55-22A55BBB8040}" srcOrd="0" destOrd="0" presId="urn:microsoft.com/office/officeart/2005/8/layout/lProcess3"/>
    <dgm:cxn modelId="{970292B5-4C78-A649-9EEB-CAB868C6B2A0}" type="presOf" srcId="{14EBA5B8-C995-8C4D-A420-D4FC61769796}" destId="{EC850F65-5980-464C-B67C-B2091EF4DFA6}" srcOrd="0" destOrd="0" presId="urn:microsoft.com/office/officeart/2005/8/layout/lProcess3"/>
    <dgm:cxn modelId="{A27615B6-4A6A-3E4C-8C98-F64728A03EC2}" srcId="{7FF1D857-FD2C-954D-87D3-CB288DBBACCD}" destId="{99C47E55-F42A-364D-8FD3-C499F201A2EE}" srcOrd="0" destOrd="0" parTransId="{4DB9FBDE-A561-BA43-BC66-B6520F96E8CB}" sibTransId="{6C12AAF0-A3A1-5C44-9A9B-268592BCE618}"/>
    <dgm:cxn modelId="{A17EF3B8-E843-184B-8D65-06627EE6757D}" type="presOf" srcId="{04E05686-074D-6447-A513-CB3D15CC5D39}" destId="{3D14BBF9-FE33-E045-8F1B-24E914273D78}" srcOrd="0" destOrd="0" presId="urn:microsoft.com/office/officeart/2005/8/layout/lProcess3"/>
    <dgm:cxn modelId="{FC4DBBBF-EBF2-A34C-9AB3-3E04AF23A6BD}" type="presOf" srcId="{03BD5074-61AC-2A47-B4A5-34088439BB46}" destId="{F43C8182-C304-634C-86A8-8D5B60AB0F83}" srcOrd="0" destOrd="0" presId="urn:microsoft.com/office/officeart/2005/8/layout/lProcess3"/>
    <dgm:cxn modelId="{186CC0C1-8ECB-7243-9F72-9808A65682E3}" type="presOf" srcId="{EEF2F088-E4DE-C343-B46A-692A6A4BE67E}" destId="{E966E4A0-A61E-D44B-AD65-94A928B6A054}" srcOrd="0" destOrd="0" presId="urn:microsoft.com/office/officeart/2005/8/layout/lProcess3"/>
    <dgm:cxn modelId="{8FE722C3-68B1-4B4B-A1E2-D5292E30B9BC}" srcId="{60CF29A1-8FC6-884D-9E1C-0779496DDB5F}" destId="{D690CA2B-648B-574B-84C7-2CA4CB56AB56}" srcOrd="0" destOrd="0" parTransId="{26686561-9476-5F4C-B0B3-A509305B826E}" sibTransId="{E859A8BC-81E3-0748-A095-93749AB1EB8D}"/>
    <dgm:cxn modelId="{8B2441C3-542A-A448-988D-45B5C0F60E9D}" srcId="{14EBA5B8-C995-8C4D-A420-D4FC61769796}" destId="{4EA918CD-39A5-BE4C-8377-55F49CE36D23}" srcOrd="2" destOrd="0" parTransId="{B8F7D055-0EE6-A247-9411-4325BA3BBB1F}" sibTransId="{44DBCBE7-8530-ED4F-8156-5F6097D5E4DF}"/>
    <dgm:cxn modelId="{7589E0C4-56D0-AF4B-878B-0332A8FB3051}" type="presOf" srcId="{923C764F-4476-1E4A-9C66-DF9EFC57BDC3}" destId="{1BF6F809-3A82-3940-BD5C-B348890CC165}" srcOrd="0" destOrd="0" presId="urn:microsoft.com/office/officeart/2005/8/layout/lProcess3"/>
    <dgm:cxn modelId="{6676F4C4-1BB0-F443-9E88-3236BB39A7A7}" type="presOf" srcId="{D690CA2B-648B-574B-84C7-2CA4CB56AB56}" destId="{B072A4B0-674A-2546-B19C-F25422CF0080}" srcOrd="0" destOrd="0" presId="urn:microsoft.com/office/officeart/2005/8/layout/lProcess3"/>
    <dgm:cxn modelId="{2353B4C8-0922-7E41-BEA3-23B18BFE30D9}" srcId="{D280C41E-7C15-A94B-9406-A711D4982C27}" destId="{DA8889D8-9A03-BE48-8748-2C858A4E1742}" srcOrd="0" destOrd="0" parTransId="{CF36EBED-54CB-0D4D-83F7-8532D685B577}" sibTransId="{41E32AB2-C466-8C4F-A834-191A6B09171D}"/>
    <dgm:cxn modelId="{6C5645C9-13BD-C54D-9924-37C397F21D6C}" srcId="{D280C41E-7C15-A94B-9406-A711D4982C27}" destId="{14EBA5B8-C995-8C4D-A420-D4FC61769796}" srcOrd="1" destOrd="0" parTransId="{EC7E8255-53CF-0640-A1D8-8B7435A8FBF8}" sibTransId="{B99C7361-46B6-8842-A9A3-A38F387018BA}"/>
    <dgm:cxn modelId="{FF638DC9-171D-C247-BBBE-AC928605F403}" type="presOf" srcId="{04166145-E6D4-E74D-A996-B0ACFE025BD2}" destId="{81299E45-D1C6-9A42-913C-F8CF8F87DF4F}" srcOrd="0" destOrd="0" presId="urn:microsoft.com/office/officeart/2005/8/layout/lProcess3"/>
    <dgm:cxn modelId="{3870C1CA-8B44-8941-99CE-E260922855D1}" srcId="{D280C41E-7C15-A94B-9406-A711D4982C27}" destId="{3B50EC36-E076-A944-B619-09417EB3F37E}" srcOrd="8" destOrd="0" parTransId="{A7F2B68C-50C6-7542-AC4F-02AEACB908F1}" sibTransId="{A84C164D-2002-064C-B2C2-FCEEFA008472}"/>
    <dgm:cxn modelId="{ADE546CB-F911-1249-8BA0-2A83F85C46F5}" srcId="{3D60229D-B712-3047-B49F-2407F9980412}" destId="{950A8E81-E3BD-2640-BABD-53EA6C3509AD}" srcOrd="0" destOrd="0" parTransId="{0D362A87-E92E-D042-BC88-747CBCA8C340}" sibTransId="{0D1775F4-5BC6-FE4B-80E5-E5300F47BE6B}"/>
    <dgm:cxn modelId="{B83AD7CD-AF08-8940-9382-504F22C6641B}" srcId="{D280C41E-7C15-A94B-9406-A711D4982C27}" destId="{EEF2F088-E4DE-C343-B46A-692A6A4BE67E}" srcOrd="5" destOrd="0" parTransId="{A36F1E58-8F69-FE4F-AB1F-EC9D0877867C}" sibTransId="{4E29A48E-1835-7B4B-982D-79697A7C80F4}"/>
    <dgm:cxn modelId="{6CA806CE-D6A5-3C46-8283-E5676CCE1E8A}" srcId="{D280C41E-7C15-A94B-9406-A711D4982C27}" destId="{3C46E94A-F1BD-2A43-8503-249B3E169E9C}" srcOrd="7" destOrd="0" parTransId="{D3922805-9669-1C4D-AE5C-19E11B86CE17}" sibTransId="{81B19677-C9C2-844F-AB90-6F2D6461CEEF}"/>
    <dgm:cxn modelId="{EF03C7CF-DB2A-F741-B160-D3DCB0549515}" srcId="{3C46E94A-F1BD-2A43-8503-249B3E169E9C}" destId="{AF42F058-2C37-3044-8019-272036A8E7EC}" srcOrd="1" destOrd="0" parTransId="{EE10A5D7-9A53-7943-B522-9AC91E0B3EA5}" sibTransId="{BF42D31A-D93D-2447-A0CF-93C2996AB988}"/>
    <dgm:cxn modelId="{5A4313D2-40BB-F94B-A394-AA83F5FB2781}" type="presOf" srcId="{A2C65576-D87D-124A-B150-BCC21DD50AF9}" destId="{21276F31-956B-6C4B-8412-B4B8FBF03D82}" srcOrd="0" destOrd="0" presId="urn:microsoft.com/office/officeart/2005/8/layout/lProcess3"/>
    <dgm:cxn modelId="{5196EBD2-E7BA-DD49-B7F6-8216A5545EA2}" srcId="{DA8889D8-9A03-BE48-8748-2C858A4E1742}" destId="{528F09E3-FB85-7E47-82D5-02793724DE4E}" srcOrd="0" destOrd="0" parTransId="{7B06C25C-0895-8449-844C-7BD3E88B53DD}" sibTransId="{7CB2F7CE-89E6-1F42-A575-4B4F0C714D9A}"/>
    <dgm:cxn modelId="{7F0BF8D4-88BB-304F-B417-DEDD704C82EB}" srcId="{D280C41E-7C15-A94B-9406-A711D4982C27}" destId="{FD0FB5FB-8669-EA4F-A4F6-8DD261DF91D8}" srcOrd="2" destOrd="0" parTransId="{30ED1F25-3B36-204A-99B7-CE8AD3EB2C3D}" sibTransId="{4146340D-9E7F-C14F-BA57-B4D98F8368B9}"/>
    <dgm:cxn modelId="{8A2A4BD5-29F0-5C4E-950A-64F31AE8FC1B}" srcId="{DA8889D8-9A03-BE48-8748-2C858A4E1742}" destId="{7EAE2E88-A6E6-8B4F-AADE-0D4DD924909C}" srcOrd="1" destOrd="0" parTransId="{7F7ABD38-C597-4742-A972-AFCC53213CB6}" sibTransId="{71C9DB64-DF76-1C4F-9768-B59C429E78C3}"/>
    <dgm:cxn modelId="{831BA1DF-FDF9-3C45-8BA6-E8FEDF3143E3}" srcId="{D280C41E-7C15-A94B-9406-A711D4982C27}" destId="{FBB46A1B-1688-9442-9B8D-366569F55E7C}" srcOrd="10" destOrd="0" parTransId="{D372DB08-FF4A-C24E-9258-8FD62053E275}" sibTransId="{4E2997BB-4D32-7744-ABCC-0BBC5E166B38}"/>
    <dgm:cxn modelId="{961AECDF-96E0-8044-92E1-7733E1597FEF}" srcId="{3D60229D-B712-3047-B49F-2407F9980412}" destId="{3F11F16A-0164-F849-95D6-6B2141FE2902}" srcOrd="1" destOrd="0" parTransId="{5C32338A-5A67-1444-A904-BEBE4E9045A4}" sibTransId="{05135A16-0F7F-4542-ADAE-7731C4424A63}"/>
    <dgm:cxn modelId="{BF4F9DE3-F47C-0B48-94B2-46AF350D4E6D}" type="presOf" srcId="{3AD49BC9-9AC0-434F-BAE8-89CEF41BF0DA}" destId="{4C5BDEF0-558E-7348-8590-D3744386B39D}" srcOrd="0" destOrd="0" presId="urn:microsoft.com/office/officeart/2005/8/layout/lProcess3"/>
    <dgm:cxn modelId="{E77E30E5-119B-B342-AEEF-D23B61CEA66E}" type="presOf" srcId="{A2CFCB83-85A8-B94E-909D-48D83522DFD6}" destId="{47BEDD15-2D7B-3E4B-A71B-44F886AB6C9E}" srcOrd="0" destOrd="0" presId="urn:microsoft.com/office/officeart/2005/8/layout/lProcess3"/>
    <dgm:cxn modelId="{0625EEE5-F842-274A-8F47-510518301B8C}" type="presOf" srcId="{7FF1D857-FD2C-954D-87D3-CB288DBBACCD}" destId="{841A710E-E224-8346-B505-A4B47BA839B4}" srcOrd="0" destOrd="0" presId="urn:microsoft.com/office/officeart/2005/8/layout/lProcess3"/>
    <dgm:cxn modelId="{3947A8E6-C72B-0D47-B7D2-76227051D13D}" type="presOf" srcId="{FBB46A1B-1688-9442-9B8D-366569F55E7C}" destId="{D3CD4A0A-04B8-6F4E-AD8B-5A03C8FC3624}" srcOrd="0" destOrd="0" presId="urn:microsoft.com/office/officeart/2005/8/layout/lProcess3"/>
    <dgm:cxn modelId="{F9A992EB-B12C-3A42-A5FD-DE83FC8D8962}" srcId="{EEF2F088-E4DE-C343-B46A-692A6A4BE67E}" destId="{8F8EF4A2-3EF8-6249-8BCD-258B631CEB87}" srcOrd="2" destOrd="0" parTransId="{1FEDC8C8-FECA-4846-9E29-E391AD20D253}" sibTransId="{B80F6F6C-EF6B-2546-9E39-8811B51DC44E}"/>
    <dgm:cxn modelId="{9E64ADED-C732-A645-99E1-2B38771E3279}" srcId="{14EBA5B8-C995-8C4D-A420-D4FC61769796}" destId="{A2C65576-D87D-124A-B150-BCC21DD50AF9}" srcOrd="0" destOrd="0" parTransId="{D0B4DA92-0128-A14D-B1E6-6A3E00C2E56B}" sibTransId="{30743F0C-F446-F547-9DF7-ADD715CB5772}"/>
    <dgm:cxn modelId="{101BD0ED-6939-6041-8576-70F1595B2BD8}" srcId="{60CF29A1-8FC6-884D-9E1C-0779496DDB5F}" destId="{42555AA8-7BA7-584B-A3E7-274F58780D64}" srcOrd="1" destOrd="0" parTransId="{38C38F77-D5AB-F845-A1FE-FCD53F93A2CC}" sibTransId="{09D01448-17CE-9C49-948B-7DEC52A3B797}"/>
    <dgm:cxn modelId="{84F99BEF-60C0-A14C-B559-90091D4468D0}" srcId="{FBB46A1B-1688-9442-9B8D-366569F55E7C}" destId="{A2CFCB83-85A8-B94E-909D-48D83522DFD6}" srcOrd="0" destOrd="0" parTransId="{11EA4311-BF8F-F047-9C46-7C68C4A361C8}" sibTransId="{D6A3ED33-E004-354A-BF87-E1A9383D9900}"/>
    <dgm:cxn modelId="{F1AD43F0-34E8-844B-A7DB-30CDD6FD3D4B}" srcId="{0DBB17DD-B891-C247-A0CD-6EA0E6FC7286}" destId="{CFA89642-AF4A-A940-AD5D-8EB38DE309B9}" srcOrd="0" destOrd="0" parTransId="{85EBA537-D051-9043-B776-F3E497FFE336}" sibTransId="{68D24E27-AEAF-5B48-9DE4-D78A32B85D2A}"/>
    <dgm:cxn modelId="{BB0301F5-9A3E-3242-99DB-E18B3ED898E8}" srcId="{FD0FB5FB-8669-EA4F-A4F6-8DD261DF91D8}" destId="{6D8D8395-146C-754D-891C-B2ED84CEB33C}" srcOrd="1" destOrd="0" parTransId="{2DCC00C7-4751-0544-AB56-C5B3617E5744}" sibTransId="{81D2EE4D-7613-7D4C-A7B4-3BAEF98D9F8A}"/>
    <dgm:cxn modelId="{6A3426FC-4002-5742-9759-8541F410F49D}" type="presOf" srcId="{F8D06B3D-933B-E348-B608-7C331CCC89A7}" destId="{B95E32E4-6E91-C14D-A195-B818FF834F9A}" srcOrd="0" destOrd="0" presId="urn:microsoft.com/office/officeart/2005/8/layout/lProcess3"/>
    <dgm:cxn modelId="{F18677BD-D8DF-F94C-886D-939077B15432}" type="presParOf" srcId="{3566C0E4-9385-ED41-BE9B-2B98DCC146F1}" destId="{018CBF38-53F5-B74D-A80C-2E4E96771510}" srcOrd="0" destOrd="0" presId="urn:microsoft.com/office/officeart/2005/8/layout/lProcess3"/>
    <dgm:cxn modelId="{FB1B392C-06FE-3044-B466-DE8996B0DAA2}" type="presParOf" srcId="{018CBF38-53F5-B74D-A80C-2E4E96771510}" destId="{12E8F940-B18B-EB42-8F0D-33992D96B8ED}" srcOrd="0" destOrd="0" presId="urn:microsoft.com/office/officeart/2005/8/layout/lProcess3"/>
    <dgm:cxn modelId="{6106186E-CE09-8D42-8CD6-6CACA5ADA0E7}" type="presParOf" srcId="{018CBF38-53F5-B74D-A80C-2E4E96771510}" destId="{5E6922D6-59AD-114F-8D68-142A30CF6B02}" srcOrd="1" destOrd="0" presId="urn:microsoft.com/office/officeart/2005/8/layout/lProcess3"/>
    <dgm:cxn modelId="{1ABBA0C4-5DE2-374B-989A-558A99F10A1F}" type="presParOf" srcId="{018CBF38-53F5-B74D-A80C-2E4E96771510}" destId="{F41FB64C-1C0B-3A48-95FA-685663B9343D}" srcOrd="2" destOrd="0" presId="urn:microsoft.com/office/officeart/2005/8/layout/lProcess3"/>
    <dgm:cxn modelId="{E46E063D-614E-394E-BF74-B93B3EDF38F6}" type="presParOf" srcId="{018CBF38-53F5-B74D-A80C-2E4E96771510}" destId="{80B41B7F-84B4-7646-9178-1AAE14497269}" srcOrd="3" destOrd="0" presId="urn:microsoft.com/office/officeart/2005/8/layout/lProcess3"/>
    <dgm:cxn modelId="{01F82F02-433F-4047-AEC7-E355C147D161}" type="presParOf" srcId="{018CBF38-53F5-B74D-A80C-2E4E96771510}" destId="{6D0FF7C3-78D5-B54A-BCB3-0545BA211CBE}" srcOrd="4" destOrd="0" presId="urn:microsoft.com/office/officeart/2005/8/layout/lProcess3"/>
    <dgm:cxn modelId="{C6F4CA58-6C8F-684F-BA84-AA53DA5C30F5}" type="presParOf" srcId="{3566C0E4-9385-ED41-BE9B-2B98DCC146F1}" destId="{C16A85F9-E5A9-864D-A42A-8F1D7FDADC9D}" srcOrd="1" destOrd="0" presId="urn:microsoft.com/office/officeart/2005/8/layout/lProcess3"/>
    <dgm:cxn modelId="{4082D25F-F75C-D448-9976-A81CB5D79A88}" type="presParOf" srcId="{3566C0E4-9385-ED41-BE9B-2B98DCC146F1}" destId="{F89AC52B-EBC3-7E4C-B1AA-8498AA532691}" srcOrd="2" destOrd="0" presId="urn:microsoft.com/office/officeart/2005/8/layout/lProcess3"/>
    <dgm:cxn modelId="{1A2B86BF-9086-2644-B9D7-AC349D2E0ED3}" type="presParOf" srcId="{F89AC52B-EBC3-7E4C-B1AA-8498AA532691}" destId="{EC850F65-5980-464C-B67C-B2091EF4DFA6}" srcOrd="0" destOrd="0" presId="urn:microsoft.com/office/officeart/2005/8/layout/lProcess3"/>
    <dgm:cxn modelId="{8084E320-A5FF-2640-BA7B-9266C66CC708}" type="presParOf" srcId="{F89AC52B-EBC3-7E4C-B1AA-8498AA532691}" destId="{64454AD4-CCD6-7840-B6FB-29C16D634BD0}" srcOrd="1" destOrd="0" presId="urn:microsoft.com/office/officeart/2005/8/layout/lProcess3"/>
    <dgm:cxn modelId="{43421FA5-0CA8-A94A-B4DE-1DB6D4E671F9}" type="presParOf" srcId="{F89AC52B-EBC3-7E4C-B1AA-8498AA532691}" destId="{21276F31-956B-6C4B-8412-B4B8FBF03D82}" srcOrd="2" destOrd="0" presId="urn:microsoft.com/office/officeart/2005/8/layout/lProcess3"/>
    <dgm:cxn modelId="{7391DFFF-989E-9C4C-99E0-8C6C7BA12A0C}" type="presParOf" srcId="{F89AC52B-EBC3-7E4C-B1AA-8498AA532691}" destId="{9B917AB0-C83D-7040-848B-EDA4D7C7E3CF}" srcOrd="3" destOrd="0" presId="urn:microsoft.com/office/officeart/2005/8/layout/lProcess3"/>
    <dgm:cxn modelId="{31313EAF-C2A2-614D-AD64-C03D57BD7F0D}" type="presParOf" srcId="{F89AC52B-EBC3-7E4C-B1AA-8498AA532691}" destId="{4C5BDEF0-558E-7348-8590-D3744386B39D}" srcOrd="4" destOrd="0" presId="urn:microsoft.com/office/officeart/2005/8/layout/lProcess3"/>
    <dgm:cxn modelId="{28B2876F-D7EF-1C49-B857-4BC05DAEA2BB}" type="presParOf" srcId="{F89AC52B-EBC3-7E4C-B1AA-8498AA532691}" destId="{C59D2D30-1E87-C846-84DD-6D49D0D67A7C}" srcOrd="5" destOrd="0" presId="urn:microsoft.com/office/officeart/2005/8/layout/lProcess3"/>
    <dgm:cxn modelId="{C47A1F83-CF28-A14B-8444-70905070BFC8}" type="presParOf" srcId="{F89AC52B-EBC3-7E4C-B1AA-8498AA532691}" destId="{734E97F8-613D-1940-8E51-92400008E498}" srcOrd="6" destOrd="0" presId="urn:microsoft.com/office/officeart/2005/8/layout/lProcess3"/>
    <dgm:cxn modelId="{130CEF73-F334-C242-A2BE-3EBE8172945A}" type="presParOf" srcId="{3566C0E4-9385-ED41-BE9B-2B98DCC146F1}" destId="{D08FD206-0967-0247-A05E-424C32AB0AFD}" srcOrd="3" destOrd="0" presId="urn:microsoft.com/office/officeart/2005/8/layout/lProcess3"/>
    <dgm:cxn modelId="{DCF4D4DD-58CE-4049-8003-EAAB57AC163F}" type="presParOf" srcId="{3566C0E4-9385-ED41-BE9B-2B98DCC146F1}" destId="{9FBE22D7-9A74-1644-92DA-6311F3A3B08B}" srcOrd="4" destOrd="0" presId="urn:microsoft.com/office/officeart/2005/8/layout/lProcess3"/>
    <dgm:cxn modelId="{8C6E0A75-9907-C54C-B635-0E7E5544D5AD}" type="presParOf" srcId="{9FBE22D7-9A74-1644-92DA-6311F3A3B08B}" destId="{AFA9857A-AA61-CE4D-AFE0-4300B0466C34}" srcOrd="0" destOrd="0" presId="urn:microsoft.com/office/officeart/2005/8/layout/lProcess3"/>
    <dgm:cxn modelId="{B795848B-D4D7-B049-BC38-5DD8D568555C}" type="presParOf" srcId="{9FBE22D7-9A74-1644-92DA-6311F3A3B08B}" destId="{B2EE5D22-54B8-3B45-9678-097F5052ED10}" srcOrd="1" destOrd="0" presId="urn:microsoft.com/office/officeart/2005/8/layout/lProcess3"/>
    <dgm:cxn modelId="{9EA15654-767F-3141-AD1B-D4EE2680F0F4}" type="presParOf" srcId="{9FBE22D7-9A74-1644-92DA-6311F3A3B08B}" destId="{B2B03C40-9E83-844D-8C79-E655B346651F}" srcOrd="2" destOrd="0" presId="urn:microsoft.com/office/officeart/2005/8/layout/lProcess3"/>
    <dgm:cxn modelId="{758B0D6C-9A25-1040-AD4F-68DEF840BCCE}" type="presParOf" srcId="{9FBE22D7-9A74-1644-92DA-6311F3A3B08B}" destId="{0C0EC2F4-DD5B-9149-81E5-1393FD3CF785}" srcOrd="3" destOrd="0" presId="urn:microsoft.com/office/officeart/2005/8/layout/lProcess3"/>
    <dgm:cxn modelId="{5BF81522-89BF-1447-B265-2DD2320F5A5C}" type="presParOf" srcId="{9FBE22D7-9A74-1644-92DA-6311F3A3B08B}" destId="{F6D4D88E-236B-C049-83CE-E40C7F245391}" srcOrd="4" destOrd="0" presId="urn:microsoft.com/office/officeart/2005/8/layout/lProcess3"/>
    <dgm:cxn modelId="{38A78FD7-9D48-E440-8598-093288B58594}" type="presParOf" srcId="{3566C0E4-9385-ED41-BE9B-2B98DCC146F1}" destId="{23BDBFD4-AFFC-714C-8E92-72B242C913BA}" srcOrd="5" destOrd="0" presId="urn:microsoft.com/office/officeart/2005/8/layout/lProcess3"/>
    <dgm:cxn modelId="{7EEB1183-B270-4D4D-B24D-7CE736C1E1EE}" type="presParOf" srcId="{3566C0E4-9385-ED41-BE9B-2B98DCC146F1}" destId="{13647007-A369-1B4B-9F1A-58506792D66C}" srcOrd="6" destOrd="0" presId="urn:microsoft.com/office/officeart/2005/8/layout/lProcess3"/>
    <dgm:cxn modelId="{3EB1ED70-4106-DC41-B793-08AD605B66DD}" type="presParOf" srcId="{13647007-A369-1B4B-9F1A-58506792D66C}" destId="{57026CE6-E35D-F749-9C7D-CA78B8E54AC9}" srcOrd="0" destOrd="0" presId="urn:microsoft.com/office/officeart/2005/8/layout/lProcess3"/>
    <dgm:cxn modelId="{BC360912-60CC-F646-A092-F1A8B09648D1}" type="presParOf" srcId="{13647007-A369-1B4B-9F1A-58506792D66C}" destId="{30491CB4-FBF8-6644-9C08-2BA0B727DCF5}" srcOrd="1" destOrd="0" presId="urn:microsoft.com/office/officeart/2005/8/layout/lProcess3"/>
    <dgm:cxn modelId="{73CC5413-7132-5344-ADFD-E5E65D536050}" type="presParOf" srcId="{13647007-A369-1B4B-9F1A-58506792D66C}" destId="{B072A4B0-674A-2546-B19C-F25422CF0080}" srcOrd="2" destOrd="0" presId="urn:microsoft.com/office/officeart/2005/8/layout/lProcess3"/>
    <dgm:cxn modelId="{267F1B7C-4EC7-A048-9A3D-0D69D53817F2}" type="presParOf" srcId="{13647007-A369-1B4B-9F1A-58506792D66C}" destId="{72CA69E4-1DCC-5540-A76E-01D50547D1B7}" srcOrd="3" destOrd="0" presId="urn:microsoft.com/office/officeart/2005/8/layout/lProcess3"/>
    <dgm:cxn modelId="{635E2EF4-1B0F-EC4D-ADEF-891F3F8F970D}" type="presParOf" srcId="{13647007-A369-1B4B-9F1A-58506792D66C}" destId="{EA52F6C1-BC9A-8C49-AE5A-404FECB12F8A}" srcOrd="4" destOrd="0" presId="urn:microsoft.com/office/officeart/2005/8/layout/lProcess3"/>
    <dgm:cxn modelId="{9C081EBF-D681-0E42-A636-1717610C0E28}" type="presParOf" srcId="{13647007-A369-1B4B-9F1A-58506792D66C}" destId="{E38CD2A2-3286-634B-8DFC-B316B78EFAF1}" srcOrd="5" destOrd="0" presId="urn:microsoft.com/office/officeart/2005/8/layout/lProcess3"/>
    <dgm:cxn modelId="{65C0F44D-DFC8-B241-93EB-F9AFD992FCE4}" type="presParOf" srcId="{13647007-A369-1B4B-9F1A-58506792D66C}" destId="{98BAEC3F-CD41-9F46-A6B0-CF701B65DAFD}" srcOrd="6" destOrd="0" presId="urn:microsoft.com/office/officeart/2005/8/layout/lProcess3"/>
    <dgm:cxn modelId="{3E396D81-AF7A-FA4C-AFED-732D3259B429}" type="presParOf" srcId="{3566C0E4-9385-ED41-BE9B-2B98DCC146F1}" destId="{F329E6A4-4BC6-7944-A8BD-EE73214DC650}" srcOrd="7" destOrd="0" presId="urn:microsoft.com/office/officeart/2005/8/layout/lProcess3"/>
    <dgm:cxn modelId="{46FAA236-156A-BA45-9410-78AC5DDE72C9}" type="presParOf" srcId="{3566C0E4-9385-ED41-BE9B-2B98DCC146F1}" destId="{A8161DF3-2746-574C-BE5D-86CDD9609B7C}" srcOrd="8" destOrd="0" presId="urn:microsoft.com/office/officeart/2005/8/layout/lProcess3"/>
    <dgm:cxn modelId="{9EB53B8F-D730-BB47-AD4C-3D86A1CD7A34}" type="presParOf" srcId="{A8161DF3-2746-574C-BE5D-86CDD9609B7C}" destId="{F8651985-D33D-864E-B683-E6D6ECF29DC6}" srcOrd="0" destOrd="0" presId="urn:microsoft.com/office/officeart/2005/8/layout/lProcess3"/>
    <dgm:cxn modelId="{0BD1CDBA-BC17-644C-B6FB-1C88EB8D6A2A}" type="presParOf" srcId="{A8161DF3-2746-574C-BE5D-86CDD9609B7C}" destId="{E8F01141-E9B9-5E4C-B667-884300B38554}" srcOrd="1" destOrd="0" presId="urn:microsoft.com/office/officeart/2005/8/layout/lProcess3"/>
    <dgm:cxn modelId="{20B55D42-01E7-3A4E-9B75-54E83AAFB7B6}" type="presParOf" srcId="{A8161DF3-2746-574C-BE5D-86CDD9609B7C}" destId="{87B64B08-945A-A945-9236-7FADEF5719E4}" srcOrd="2" destOrd="0" presId="urn:microsoft.com/office/officeart/2005/8/layout/lProcess3"/>
    <dgm:cxn modelId="{94877152-5928-CB45-AFFC-F49D41D09D11}" type="presParOf" srcId="{A8161DF3-2746-574C-BE5D-86CDD9609B7C}" destId="{CB36E7A7-3F8B-2E4C-A0BF-B304BCC427B4}" srcOrd="3" destOrd="0" presId="urn:microsoft.com/office/officeart/2005/8/layout/lProcess3"/>
    <dgm:cxn modelId="{3A5207BE-E521-FD4B-8524-7080181C2F5F}" type="presParOf" srcId="{A8161DF3-2746-574C-BE5D-86CDD9609B7C}" destId="{32DC153A-3AE2-8C4C-ACF6-018A8210137F}" srcOrd="4" destOrd="0" presId="urn:microsoft.com/office/officeart/2005/8/layout/lProcess3"/>
    <dgm:cxn modelId="{7814468F-5148-E940-9A38-CAF3B7CE3DBC}" type="presParOf" srcId="{A8161DF3-2746-574C-BE5D-86CDD9609B7C}" destId="{0AD8E299-2156-7949-85A4-8B90E76A4558}" srcOrd="5" destOrd="0" presId="urn:microsoft.com/office/officeart/2005/8/layout/lProcess3"/>
    <dgm:cxn modelId="{4446E8AD-D3E0-2746-B5F1-9767BBE9EA1B}" type="presParOf" srcId="{A8161DF3-2746-574C-BE5D-86CDD9609B7C}" destId="{291655F3-0324-814F-A5BD-85AE5C03F7CA}" srcOrd="6" destOrd="0" presId="urn:microsoft.com/office/officeart/2005/8/layout/lProcess3"/>
    <dgm:cxn modelId="{963FACFF-E74E-8C46-967D-60FC1C7530A6}" type="presParOf" srcId="{A8161DF3-2746-574C-BE5D-86CDD9609B7C}" destId="{ACAFFA2D-ED1D-3141-BA6C-63249DDB84CD}" srcOrd="7" destOrd="0" presId="urn:microsoft.com/office/officeart/2005/8/layout/lProcess3"/>
    <dgm:cxn modelId="{9780F4AB-DADB-2B45-A804-9FEB5D4097EC}" type="presParOf" srcId="{A8161DF3-2746-574C-BE5D-86CDD9609B7C}" destId="{407A58FB-2E3C-6F41-B6BC-8D3D48C1A2AD}" srcOrd="8" destOrd="0" presId="urn:microsoft.com/office/officeart/2005/8/layout/lProcess3"/>
    <dgm:cxn modelId="{66C0D9B8-B3C8-AD48-9AE7-FFC6F6490169}" type="presParOf" srcId="{3566C0E4-9385-ED41-BE9B-2B98DCC146F1}" destId="{9766209F-BFCF-7447-BF02-E05038A9B96D}" srcOrd="9" destOrd="0" presId="urn:microsoft.com/office/officeart/2005/8/layout/lProcess3"/>
    <dgm:cxn modelId="{BD1167C3-A387-CC45-9268-1EF44BEA1371}" type="presParOf" srcId="{3566C0E4-9385-ED41-BE9B-2B98DCC146F1}" destId="{5198764C-1097-594A-9DB1-BD3A30651C15}" srcOrd="10" destOrd="0" presId="urn:microsoft.com/office/officeart/2005/8/layout/lProcess3"/>
    <dgm:cxn modelId="{2CBDB217-B1C1-C34C-A6CA-70A3514E63B2}" type="presParOf" srcId="{5198764C-1097-594A-9DB1-BD3A30651C15}" destId="{E966E4A0-A61E-D44B-AD65-94A928B6A054}" srcOrd="0" destOrd="0" presId="urn:microsoft.com/office/officeart/2005/8/layout/lProcess3"/>
    <dgm:cxn modelId="{2FB5D19C-C914-B348-92A9-8EC3B02D4399}" type="presParOf" srcId="{5198764C-1097-594A-9DB1-BD3A30651C15}" destId="{5B40F8BA-7F2B-7D41-BF95-EBA02FC8D860}" srcOrd="1" destOrd="0" presId="urn:microsoft.com/office/officeart/2005/8/layout/lProcess3"/>
    <dgm:cxn modelId="{08F4A5B9-C44B-1F47-9FBD-F12B2A46F788}" type="presParOf" srcId="{5198764C-1097-594A-9DB1-BD3A30651C15}" destId="{F43C8182-C304-634C-86A8-8D5B60AB0F83}" srcOrd="2" destOrd="0" presId="urn:microsoft.com/office/officeart/2005/8/layout/lProcess3"/>
    <dgm:cxn modelId="{06A0089B-14F4-E74A-9B44-2F96CB0165CC}" type="presParOf" srcId="{5198764C-1097-594A-9DB1-BD3A30651C15}" destId="{624779A0-DAD8-CE4A-B626-7AA32C6856C1}" srcOrd="3" destOrd="0" presId="urn:microsoft.com/office/officeart/2005/8/layout/lProcess3"/>
    <dgm:cxn modelId="{2A814F7F-FF9C-E545-8DF1-946DCFBF7293}" type="presParOf" srcId="{5198764C-1097-594A-9DB1-BD3A30651C15}" destId="{81299E45-D1C6-9A42-913C-F8CF8F87DF4F}" srcOrd="4" destOrd="0" presId="urn:microsoft.com/office/officeart/2005/8/layout/lProcess3"/>
    <dgm:cxn modelId="{74FC5B67-68A5-AE47-BAD3-72038C3487C6}" type="presParOf" srcId="{5198764C-1097-594A-9DB1-BD3A30651C15}" destId="{C0AC456C-A036-A844-B69A-DDA394037936}" srcOrd="5" destOrd="0" presId="urn:microsoft.com/office/officeart/2005/8/layout/lProcess3"/>
    <dgm:cxn modelId="{1A504807-A3AA-504F-8775-FD4518888031}" type="presParOf" srcId="{5198764C-1097-594A-9DB1-BD3A30651C15}" destId="{12989826-FA4E-6649-B826-FDF1168E5FEF}" srcOrd="6" destOrd="0" presId="urn:microsoft.com/office/officeart/2005/8/layout/lProcess3"/>
    <dgm:cxn modelId="{A44F0E9E-E073-F04E-AD21-4851416929F0}" type="presParOf" srcId="{3566C0E4-9385-ED41-BE9B-2B98DCC146F1}" destId="{CEF4225F-7F55-1F48-9C4F-61B29FF10E18}" srcOrd="11" destOrd="0" presId="urn:microsoft.com/office/officeart/2005/8/layout/lProcess3"/>
    <dgm:cxn modelId="{A6D97CC7-94DA-9849-BF1A-E64B5B84AF41}" type="presParOf" srcId="{3566C0E4-9385-ED41-BE9B-2B98DCC146F1}" destId="{914ACFF1-B81D-784D-9A8C-625F7BF78806}" srcOrd="12" destOrd="0" presId="urn:microsoft.com/office/officeart/2005/8/layout/lProcess3"/>
    <dgm:cxn modelId="{4E2D4ADD-349F-224E-8CC8-DC54559961BA}" type="presParOf" srcId="{914ACFF1-B81D-784D-9A8C-625F7BF78806}" destId="{36336D02-C550-D944-B631-175FA2C4F57B}" srcOrd="0" destOrd="0" presId="urn:microsoft.com/office/officeart/2005/8/layout/lProcess3"/>
    <dgm:cxn modelId="{4C7BC5BA-1EB0-E249-B2E4-003913463EF2}" type="presParOf" srcId="{914ACFF1-B81D-784D-9A8C-625F7BF78806}" destId="{1E39DC84-BC76-594E-8825-912E0CDFD5FA}" srcOrd="1" destOrd="0" presId="urn:microsoft.com/office/officeart/2005/8/layout/lProcess3"/>
    <dgm:cxn modelId="{37489BBC-2542-AB40-AC25-7064A20A49F9}" type="presParOf" srcId="{914ACFF1-B81D-784D-9A8C-625F7BF78806}" destId="{E3821D79-B4EA-E446-BBD2-E929E82729F8}" srcOrd="2" destOrd="0" presId="urn:microsoft.com/office/officeart/2005/8/layout/lProcess3"/>
    <dgm:cxn modelId="{F240577F-42F4-1C4A-B607-A8242705116D}" type="presParOf" srcId="{914ACFF1-B81D-784D-9A8C-625F7BF78806}" destId="{43B197D6-A9F8-D346-959E-791E276E332A}" srcOrd="3" destOrd="0" presId="urn:microsoft.com/office/officeart/2005/8/layout/lProcess3"/>
    <dgm:cxn modelId="{0D650859-1EDB-944B-A8E0-08514A07C54F}" type="presParOf" srcId="{914ACFF1-B81D-784D-9A8C-625F7BF78806}" destId="{06CFA33A-4013-1243-BFCA-C7603E973AB5}" srcOrd="4" destOrd="0" presId="urn:microsoft.com/office/officeart/2005/8/layout/lProcess3"/>
    <dgm:cxn modelId="{FF44A08C-DE92-0F46-9FF1-10074722E7B3}" type="presParOf" srcId="{3566C0E4-9385-ED41-BE9B-2B98DCC146F1}" destId="{C8542E6D-204B-4F4B-8AD1-8F975B646B31}" srcOrd="13" destOrd="0" presId="urn:microsoft.com/office/officeart/2005/8/layout/lProcess3"/>
    <dgm:cxn modelId="{7911972F-79F3-5542-8C5C-B4288BC701C4}" type="presParOf" srcId="{3566C0E4-9385-ED41-BE9B-2B98DCC146F1}" destId="{C2B23ED2-F928-634B-AD82-87B40E8D2DC9}" srcOrd="14" destOrd="0" presId="urn:microsoft.com/office/officeart/2005/8/layout/lProcess3"/>
    <dgm:cxn modelId="{417085FD-C8DF-C942-9C58-522B9F010193}" type="presParOf" srcId="{C2B23ED2-F928-634B-AD82-87B40E8D2DC9}" destId="{0E5D28D3-D3C8-AB45-B92A-1915419264B9}" srcOrd="0" destOrd="0" presId="urn:microsoft.com/office/officeart/2005/8/layout/lProcess3"/>
    <dgm:cxn modelId="{483328C7-238F-8E41-BE45-3DFFD030CAC4}" type="presParOf" srcId="{C2B23ED2-F928-634B-AD82-87B40E8D2DC9}" destId="{6D0728C8-F61B-8542-856B-E4C26489273E}" srcOrd="1" destOrd="0" presId="urn:microsoft.com/office/officeart/2005/8/layout/lProcess3"/>
    <dgm:cxn modelId="{4886C7AB-0806-974C-AD0F-0BD4B9DB1827}" type="presParOf" srcId="{C2B23ED2-F928-634B-AD82-87B40E8D2DC9}" destId="{D85D308A-FA7D-C54E-962C-8B2614DAC898}" srcOrd="2" destOrd="0" presId="urn:microsoft.com/office/officeart/2005/8/layout/lProcess3"/>
    <dgm:cxn modelId="{99D6EEDC-ADBA-EC43-A388-020A4AF06FD9}" type="presParOf" srcId="{C2B23ED2-F928-634B-AD82-87B40E8D2DC9}" destId="{93A84A7B-3D16-E942-94CB-33E5A5673949}" srcOrd="3" destOrd="0" presId="urn:microsoft.com/office/officeart/2005/8/layout/lProcess3"/>
    <dgm:cxn modelId="{897D83D9-72F2-EC4E-94C9-40D1FC9DBB19}" type="presParOf" srcId="{C2B23ED2-F928-634B-AD82-87B40E8D2DC9}" destId="{BA1D8FE4-0F6F-8E48-B70C-DB93A57812F9}" srcOrd="4" destOrd="0" presId="urn:microsoft.com/office/officeart/2005/8/layout/lProcess3"/>
    <dgm:cxn modelId="{866218AD-CB1D-5741-BD8F-30AD2EE982D2}" type="presParOf" srcId="{C2B23ED2-F928-634B-AD82-87B40E8D2DC9}" destId="{B74CF2A7-BD15-7E48-BE23-6B97812A73C2}" srcOrd="5" destOrd="0" presId="urn:microsoft.com/office/officeart/2005/8/layout/lProcess3"/>
    <dgm:cxn modelId="{3D8BBB59-F20A-8343-8052-2B61878F2F21}" type="presParOf" srcId="{C2B23ED2-F928-634B-AD82-87B40E8D2DC9}" destId="{E0AEFE68-25A8-8D40-A4FC-BBD2CE3A2053}" srcOrd="6" destOrd="0" presId="urn:microsoft.com/office/officeart/2005/8/layout/lProcess3"/>
    <dgm:cxn modelId="{CE91230D-7817-7F41-B61B-71CF85959B31}" type="presParOf" srcId="{3566C0E4-9385-ED41-BE9B-2B98DCC146F1}" destId="{BD11ECAA-09F7-0F4C-9464-65D03647E4E3}" srcOrd="15" destOrd="0" presId="urn:microsoft.com/office/officeart/2005/8/layout/lProcess3"/>
    <dgm:cxn modelId="{49A50F47-C36F-234B-9DD4-31CF1DE225D3}" type="presParOf" srcId="{3566C0E4-9385-ED41-BE9B-2B98DCC146F1}" destId="{3D2D359D-5732-9C40-AD90-8B50F10EC5F6}" srcOrd="16" destOrd="0" presId="urn:microsoft.com/office/officeart/2005/8/layout/lProcess3"/>
    <dgm:cxn modelId="{D0E8F1B0-2513-5246-BCCD-FB76FAEF0C96}" type="presParOf" srcId="{3D2D359D-5732-9C40-AD90-8B50F10EC5F6}" destId="{EF2FC03A-D364-1A4A-AD55-22A55BBB8040}" srcOrd="0" destOrd="0" presId="urn:microsoft.com/office/officeart/2005/8/layout/lProcess3"/>
    <dgm:cxn modelId="{9B41EF0C-2025-0843-AE60-2118536C43AA}" type="presParOf" srcId="{3D2D359D-5732-9C40-AD90-8B50F10EC5F6}" destId="{A1ECC0F3-7311-6D4F-8EB4-25715E882C41}" srcOrd="1" destOrd="0" presId="urn:microsoft.com/office/officeart/2005/8/layout/lProcess3"/>
    <dgm:cxn modelId="{8F3BEDBE-549B-1B48-B530-2A0C9B620297}" type="presParOf" srcId="{3D2D359D-5732-9C40-AD90-8B50F10EC5F6}" destId="{26962BB9-824C-D748-B1D4-C4790A5BE4D7}" srcOrd="2" destOrd="0" presId="urn:microsoft.com/office/officeart/2005/8/layout/lProcess3"/>
    <dgm:cxn modelId="{B703CC97-C104-BD46-9543-2A70369447CD}" type="presParOf" srcId="{3D2D359D-5732-9C40-AD90-8B50F10EC5F6}" destId="{215B3E4B-B856-DF42-BC2C-51CB4E9282F7}" srcOrd="3" destOrd="0" presId="urn:microsoft.com/office/officeart/2005/8/layout/lProcess3"/>
    <dgm:cxn modelId="{66E835DB-18E7-E749-90CF-72ADBD90E3EA}" type="presParOf" srcId="{3D2D359D-5732-9C40-AD90-8B50F10EC5F6}" destId="{1BF6F809-3A82-3940-BD5C-B348890CC165}" srcOrd="4" destOrd="0" presId="urn:microsoft.com/office/officeart/2005/8/layout/lProcess3"/>
    <dgm:cxn modelId="{A197034F-F2E2-5145-95ED-B368EA298CBB}" type="presParOf" srcId="{3D2D359D-5732-9C40-AD90-8B50F10EC5F6}" destId="{124717DD-4B91-7843-BE3C-6506E9139F2A}" srcOrd="5" destOrd="0" presId="urn:microsoft.com/office/officeart/2005/8/layout/lProcess3"/>
    <dgm:cxn modelId="{ED20E843-4B48-C746-98B1-E8D10E858AAC}" type="presParOf" srcId="{3D2D359D-5732-9C40-AD90-8B50F10EC5F6}" destId="{C1307278-5063-784A-8B45-40B5E89E6DDD}" srcOrd="6" destOrd="0" presId="urn:microsoft.com/office/officeart/2005/8/layout/lProcess3"/>
    <dgm:cxn modelId="{AF372BF6-9429-074B-AF9C-D0B405DA01C5}" type="presParOf" srcId="{3566C0E4-9385-ED41-BE9B-2B98DCC146F1}" destId="{79BF67B2-3EAA-4146-816B-8FF7D6188482}" srcOrd="17" destOrd="0" presId="urn:microsoft.com/office/officeart/2005/8/layout/lProcess3"/>
    <dgm:cxn modelId="{59AD6EA6-F64A-5246-8E79-EDF3B97CAE34}" type="presParOf" srcId="{3566C0E4-9385-ED41-BE9B-2B98DCC146F1}" destId="{DB4EE1B7-7AE4-AA41-9AA5-77257796E529}" srcOrd="18" destOrd="0" presId="urn:microsoft.com/office/officeart/2005/8/layout/lProcess3"/>
    <dgm:cxn modelId="{35EA8522-8BD5-564D-9080-D8D30F500836}" type="presParOf" srcId="{DB4EE1B7-7AE4-AA41-9AA5-77257796E529}" destId="{841A710E-E224-8346-B505-A4B47BA839B4}" srcOrd="0" destOrd="0" presId="urn:microsoft.com/office/officeart/2005/8/layout/lProcess3"/>
    <dgm:cxn modelId="{E8D1F936-2098-3245-9BE3-C67DD7554600}" type="presParOf" srcId="{DB4EE1B7-7AE4-AA41-9AA5-77257796E529}" destId="{7E6B8802-BFB1-5D45-9FB2-475E4B76A5AF}" srcOrd="1" destOrd="0" presId="urn:microsoft.com/office/officeart/2005/8/layout/lProcess3"/>
    <dgm:cxn modelId="{7E65D101-860C-AB41-9AE3-8D9916736D7A}" type="presParOf" srcId="{DB4EE1B7-7AE4-AA41-9AA5-77257796E529}" destId="{1B95B9FF-E066-384C-8B83-D89ED4A0D7F0}" srcOrd="2" destOrd="0" presId="urn:microsoft.com/office/officeart/2005/8/layout/lProcess3"/>
    <dgm:cxn modelId="{A529C786-4CFB-F344-A176-C8B84201DBEB}" type="presParOf" srcId="{DB4EE1B7-7AE4-AA41-9AA5-77257796E529}" destId="{0658DA7B-30BB-4745-858B-CFF4A6A01919}" srcOrd="3" destOrd="0" presId="urn:microsoft.com/office/officeart/2005/8/layout/lProcess3"/>
    <dgm:cxn modelId="{844AE8D2-E451-F040-B5BE-A563CEAA1F0F}" type="presParOf" srcId="{DB4EE1B7-7AE4-AA41-9AA5-77257796E529}" destId="{E711392D-D202-024A-BB54-161D2EED1C16}" srcOrd="4" destOrd="0" presId="urn:microsoft.com/office/officeart/2005/8/layout/lProcess3"/>
    <dgm:cxn modelId="{050C4AB5-110A-4341-BAD1-15A4D0755CEA}" type="presParOf" srcId="{DB4EE1B7-7AE4-AA41-9AA5-77257796E529}" destId="{6238655F-F3D6-FA4A-8E4B-E30576C8E3CC}" srcOrd="5" destOrd="0" presId="urn:microsoft.com/office/officeart/2005/8/layout/lProcess3"/>
    <dgm:cxn modelId="{168A3748-FBE1-B44E-88AA-886DD84E6F9B}" type="presParOf" srcId="{DB4EE1B7-7AE4-AA41-9AA5-77257796E529}" destId="{B95E32E4-6E91-C14D-A195-B818FF834F9A}" srcOrd="6" destOrd="0" presId="urn:microsoft.com/office/officeart/2005/8/layout/lProcess3"/>
    <dgm:cxn modelId="{F0832E77-0178-3C46-B615-AABD7D607AEE}" type="presParOf" srcId="{3566C0E4-9385-ED41-BE9B-2B98DCC146F1}" destId="{9A6D7613-DFA8-804F-AC48-C0C5734C4244}" srcOrd="19" destOrd="0" presId="urn:microsoft.com/office/officeart/2005/8/layout/lProcess3"/>
    <dgm:cxn modelId="{A98F6D05-887C-EF48-8601-F9E5B1A600D1}" type="presParOf" srcId="{3566C0E4-9385-ED41-BE9B-2B98DCC146F1}" destId="{B46E15B1-362C-2346-AEBF-E64238A34E36}" srcOrd="20" destOrd="0" presId="urn:microsoft.com/office/officeart/2005/8/layout/lProcess3"/>
    <dgm:cxn modelId="{9262F8A9-CA24-F544-BF43-5CCDA75E09E1}" type="presParOf" srcId="{B46E15B1-362C-2346-AEBF-E64238A34E36}" destId="{D3CD4A0A-04B8-6F4E-AD8B-5A03C8FC3624}" srcOrd="0" destOrd="0" presId="urn:microsoft.com/office/officeart/2005/8/layout/lProcess3"/>
    <dgm:cxn modelId="{AE6ECA17-632E-9944-9B7F-86FBB0044A33}" type="presParOf" srcId="{B46E15B1-362C-2346-AEBF-E64238A34E36}" destId="{B1AFA0F9-228C-2943-A830-6810B43388D1}" srcOrd="1" destOrd="0" presId="urn:microsoft.com/office/officeart/2005/8/layout/lProcess3"/>
    <dgm:cxn modelId="{508B55B4-50C3-7643-AC26-45B10F866AD6}" type="presParOf" srcId="{B46E15B1-362C-2346-AEBF-E64238A34E36}" destId="{47BEDD15-2D7B-3E4B-A71B-44F886AB6C9E}" srcOrd="2" destOrd="0" presId="urn:microsoft.com/office/officeart/2005/8/layout/lProcess3"/>
    <dgm:cxn modelId="{4C0C5995-C55A-3748-A5D2-16520A81FCAA}" type="presParOf" srcId="{B46E15B1-362C-2346-AEBF-E64238A34E36}" destId="{39874168-C397-9544-94B4-3BF3A8B7583E}" srcOrd="3" destOrd="0" presId="urn:microsoft.com/office/officeart/2005/8/layout/lProcess3"/>
    <dgm:cxn modelId="{8A8313B4-A242-7947-A262-F32B0E3E3F50}" type="presParOf" srcId="{B46E15B1-362C-2346-AEBF-E64238A34E36}" destId="{3D14BBF9-FE33-E045-8F1B-24E914273D78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A4A3AF-A582-8B40-9B72-D207BF0EECB3}">
      <dsp:nvSpPr>
        <dsp:cNvPr id="0" name=""/>
        <dsp:cNvSpPr/>
      </dsp:nvSpPr>
      <dsp:spPr>
        <a:xfrm>
          <a:off x="5633014" y="3061804"/>
          <a:ext cx="3304002" cy="3931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887"/>
              </a:lnTo>
              <a:lnTo>
                <a:pt x="3304002" y="267887"/>
              </a:lnTo>
              <a:lnTo>
                <a:pt x="3304002" y="39310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684E2C-DC3A-E94C-BFB4-B968A4E6DEE1}">
      <dsp:nvSpPr>
        <dsp:cNvPr id="0" name=""/>
        <dsp:cNvSpPr/>
      </dsp:nvSpPr>
      <dsp:spPr>
        <a:xfrm>
          <a:off x="5753978" y="4313195"/>
          <a:ext cx="1531037" cy="2569140"/>
        </a:xfrm>
        <a:custGeom>
          <a:avLst/>
          <a:gdLst/>
          <a:ahLst/>
          <a:cxnLst/>
          <a:rect l="0" t="0" r="0" b="0"/>
          <a:pathLst>
            <a:path>
              <a:moveTo>
                <a:pt x="1531037" y="0"/>
              </a:moveTo>
              <a:lnTo>
                <a:pt x="1531037" y="2443926"/>
              </a:lnTo>
              <a:lnTo>
                <a:pt x="0" y="2443926"/>
              </a:lnTo>
              <a:lnTo>
                <a:pt x="0" y="256914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61E292-F81C-634A-AB45-BE2A8D4E5249}">
      <dsp:nvSpPr>
        <dsp:cNvPr id="0" name=""/>
        <dsp:cNvSpPr/>
      </dsp:nvSpPr>
      <dsp:spPr>
        <a:xfrm>
          <a:off x="5676134" y="4313195"/>
          <a:ext cx="1608881" cy="1319084"/>
        </a:xfrm>
        <a:custGeom>
          <a:avLst/>
          <a:gdLst/>
          <a:ahLst/>
          <a:cxnLst/>
          <a:rect l="0" t="0" r="0" b="0"/>
          <a:pathLst>
            <a:path>
              <a:moveTo>
                <a:pt x="1608881" y="0"/>
              </a:moveTo>
              <a:lnTo>
                <a:pt x="1608881" y="1193870"/>
              </a:lnTo>
              <a:lnTo>
                <a:pt x="0" y="1193870"/>
              </a:lnTo>
              <a:lnTo>
                <a:pt x="0" y="13190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F8DC97-BAF1-9049-A9FC-E635A39C3FFC}">
      <dsp:nvSpPr>
        <dsp:cNvPr id="0" name=""/>
        <dsp:cNvSpPr/>
      </dsp:nvSpPr>
      <dsp:spPr>
        <a:xfrm>
          <a:off x="5702461" y="4313195"/>
          <a:ext cx="1582554" cy="103737"/>
        </a:xfrm>
        <a:custGeom>
          <a:avLst/>
          <a:gdLst/>
          <a:ahLst/>
          <a:cxnLst/>
          <a:rect l="0" t="0" r="0" b="0"/>
          <a:pathLst>
            <a:path>
              <a:moveTo>
                <a:pt x="1582554" y="0"/>
              </a:moveTo>
              <a:lnTo>
                <a:pt x="0" y="0"/>
              </a:lnTo>
              <a:lnTo>
                <a:pt x="0" y="10373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1DDD4B-29FE-B145-8FCC-D4E915F709C0}">
      <dsp:nvSpPr>
        <dsp:cNvPr id="0" name=""/>
        <dsp:cNvSpPr/>
      </dsp:nvSpPr>
      <dsp:spPr>
        <a:xfrm>
          <a:off x="5633014" y="3061804"/>
          <a:ext cx="1652001" cy="3931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887"/>
              </a:lnTo>
              <a:lnTo>
                <a:pt x="1652001" y="267887"/>
              </a:lnTo>
              <a:lnTo>
                <a:pt x="1652001" y="39310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649819-18E9-5F4F-8B0A-26744C80D8AF}">
      <dsp:nvSpPr>
        <dsp:cNvPr id="0" name=""/>
        <dsp:cNvSpPr/>
      </dsp:nvSpPr>
      <dsp:spPr>
        <a:xfrm>
          <a:off x="3981013" y="3061804"/>
          <a:ext cx="1652001" cy="393101"/>
        </a:xfrm>
        <a:custGeom>
          <a:avLst/>
          <a:gdLst/>
          <a:ahLst/>
          <a:cxnLst/>
          <a:rect l="0" t="0" r="0" b="0"/>
          <a:pathLst>
            <a:path>
              <a:moveTo>
                <a:pt x="1652001" y="0"/>
              </a:moveTo>
              <a:lnTo>
                <a:pt x="1652001" y="267887"/>
              </a:lnTo>
              <a:lnTo>
                <a:pt x="0" y="267887"/>
              </a:lnTo>
              <a:lnTo>
                <a:pt x="0" y="39310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769580-DDB9-B44C-A660-3120A7B6E5FD}">
      <dsp:nvSpPr>
        <dsp:cNvPr id="0" name=""/>
        <dsp:cNvSpPr/>
      </dsp:nvSpPr>
      <dsp:spPr>
        <a:xfrm>
          <a:off x="698967" y="4313195"/>
          <a:ext cx="1630044" cy="2596615"/>
        </a:xfrm>
        <a:custGeom>
          <a:avLst/>
          <a:gdLst/>
          <a:ahLst/>
          <a:cxnLst/>
          <a:rect l="0" t="0" r="0" b="0"/>
          <a:pathLst>
            <a:path>
              <a:moveTo>
                <a:pt x="1630044" y="0"/>
              </a:moveTo>
              <a:lnTo>
                <a:pt x="1630044" y="2471401"/>
              </a:lnTo>
              <a:lnTo>
                <a:pt x="0" y="2471401"/>
              </a:lnTo>
              <a:lnTo>
                <a:pt x="0" y="259661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10E4D2-EA21-674B-807E-C569BC911A09}">
      <dsp:nvSpPr>
        <dsp:cNvPr id="0" name=""/>
        <dsp:cNvSpPr/>
      </dsp:nvSpPr>
      <dsp:spPr>
        <a:xfrm>
          <a:off x="685407" y="4313195"/>
          <a:ext cx="1643604" cy="1419152"/>
        </a:xfrm>
        <a:custGeom>
          <a:avLst/>
          <a:gdLst/>
          <a:ahLst/>
          <a:cxnLst/>
          <a:rect l="0" t="0" r="0" b="0"/>
          <a:pathLst>
            <a:path>
              <a:moveTo>
                <a:pt x="1643604" y="0"/>
              </a:moveTo>
              <a:lnTo>
                <a:pt x="1643604" y="1293938"/>
              </a:lnTo>
              <a:lnTo>
                <a:pt x="0" y="1293938"/>
              </a:lnTo>
              <a:lnTo>
                <a:pt x="0" y="141915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8D07B3-C8E5-F64C-B08D-CAF2369B9E4C}">
      <dsp:nvSpPr>
        <dsp:cNvPr id="0" name=""/>
        <dsp:cNvSpPr/>
      </dsp:nvSpPr>
      <dsp:spPr>
        <a:xfrm>
          <a:off x="688580" y="4313195"/>
          <a:ext cx="1640431" cy="150033"/>
        </a:xfrm>
        <a:custGeom>
          <a:avLst/>
          <a:gdLst/>
          <a:ahLst/>
          <a:cxnLst/>
          <a:rect l="0" t="0" r="0" b="0"/>
          <a:pathLst>
            <a:path>
              <a:moveTo>
                <a:pt x="1640431" y="0"/>
              </a:moveTo>
              <a:lnTo>
                <a:pt x="1640431" y="24819"/>
              </a:lnTo>
              <a:lnTo>
                <a:pt x="0" y="24819"/>
              </a:lnTo>
              <a:lnTo>
                <a:pt x="0" y="15003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E92C72-A27F-2646-8944-3011E34BAFE6}">
      <dsp:nvSpPr>
        <dsp:cNvPr id="0" name=""/>
        <dsp:cNvSpPr/>
      </dsp:nvSpPr>
      <dsp:spPr>
        <a:xfrm>
          <a:off x="2329012" y="3061804"/>
          <a:ext cx="3304002" cy="393101"/>
        </a:xfrm>
        <a:custGeom>
          <a:avLst/>
          <a:gdLst/>
          <a:ahLst/>
          <a:cxnLst/>
          <a:rect l="0" t="0" r="0" b="0"/>
          <a:pathLst>
            <a:path>
              <a:moveTo>
                <a:pt x="3304002" y="0"/>
              </a:moveTo>
              <a:lnTo>
                <a:pt x="3304002" y="267887"/>
              </a:lnTo>
              <a:lnTo>
                <a:pt x="0" y="267887"/>
              </a:lnTo>
              <a:lnTo>
                <a:pt x="0" y="39310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9FAD77-BC41-1E4A-83B2-C4EBE7C37125}">
      <dsp:nvSpPr>
        <dsp:cNvPr id="0" name=""/>
        <dsp:cNvSpPr/>
      </dsp:nvSpPr>
      <dsp:spPr>
        <a:xfrm>
          <a:off x="4957195" y="2203514"/>
          <a:ext cx="1351637" cy="8582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1C5FF0B-C3EE-9D44-A0D0-65D13AF4FC83}">
      <dsp:nvSpPr>
        <dsp:cNvPr id="0" name=""/>
        <dsp:cNvSpPr/>
      </dsp:nvSpPr>
      <dsp:spPr>
        <a:xfrm>
          <a:off x="5107377" y="2346187"/>
          <a:ext cx="1351637" cy="8582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Buy a product online</a:t>
          </a:r>
        </a:p>
      </dsp:txBody>
      <dsp:txXfrm>
        <a:off x="5132515" y="2371325"/>
        <a:ext cx="1301361" cy="808013"/>
      </dsp:txXfrm>
    </dsp:sp>
    <dsp:sp modelId="{E334CF19-3FDD-054F-A77A-5AFD7E423507}">
      <dsp:nvSpPr>
        <dsp:cNvPr id="0" name=""/>
        <dsp:cNvSpPr/>
      </dsp:nvSpPr>
      <dsp:spPr>
        <a:xfrm>
          <a:off x="1653193" y="3454905"/>
          <a:ext cx="1351637" cy="8582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F567C5-AE0C-A846-B664-2DAA8D602172}">
      <dsp:nvSpPr>
        <dsp:cNvPr id="0" name=""/>
        <dsp:cNvSpPr/>
      </dsp:nvSpPr>
      <dsp:spPr>
        <a:xfrm>
          <a:off x="1803375" y="3597578"/>
          <a:ext cx="1351637" cy="8582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1. Search for product</a:t>
          </a:r>
        </a:p>
      </dsp:txBody>
      <dsp:txXfrm>
        <a:off x="1828513" y="3622716"/>
        <a:ext cx="1301361" cy="808013"/>
      </dsp:txXfrm>
    </dsp:sp>
    <dsp:sp modelId="{0D245AAC-F199-2548-8E7A-3D63B41C728F}">
      <dsp:nvSpPr>
        <dsp:cNvPr id="0" name=""/>
        <dsp:cNvSpPr/>
      </dsp:nvSpPr>
      <dsp:spPr>
        <a:xfrm>
          <a:off x="12761" y="4463229"/>
          <a:ext cx="1351637" cy="8582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FA1ECC2-203D-EC4C-849D-AA1712DB4268}">
      <dsp:nvSpPr>
        <dsp:cNvPr id="0" name=""/>
        <dsp:cNvSpPr/>
      </dsp:nvSpPr>
      <dsp:spPr>
        <a:xfrm>
          <a:off x="162943" y="4605901"/>
          <a:ext cx="1351637" cy="8582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1.1 Enter keywords in search bar</a:t>
          </a:r>
        </a:p>
      </dsp:txBody>
      <dsp:txXfrm>
        <a:off x="188081" y="4631039"/>
        <a:ext cx="1301361" cy="808013"/>
      </dsp:txXfrm>
    </dsp:sp>
    <dsp:sp modelId="{F63CFF81-B1FE-6D40-B6A1-30ABEF0C2EF0}">
      <dsp:nvSpPr>
        <dsp:cNvPr id="0" name=""/>
        <dsp:cNvSpPr/>
      </dsp:nvSpPr>
      <dsp:spPr>
        <a:xfrm>
          <a:off x="9588" y="5732347"/>
          <a:ext cx="1351637" cy="8582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D99F7FB-EEA1-1640-B49E-87D0CD12669F}">
      <dsp:nvSpPr>
        <dsp:cNvPr id="0" name=""/>
        <dsp:cNvSpPr/>
      </dsp:nvSpPr>
      <dsp:spPr>
        <a:xfrm>
          <a:off x="159770" y="5875020"/>
          <a:ext cx="1351637" cy="8582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1.2 Browse results</a:t>
          </a:r>
        </a:p>
      </dsp:txBody>
      <dsp:txXfrm>
        <a:off x="184908" y="5900158"/>
        <a:ext cx="1301361" cy="808013"/>
      </dsp:txXfrm>
    </dsp:sp>
    <dsp:sp modelId="{487C4D3F-BFDE-0941-85B4-862B5F4A6A33}">
      <dsp:nvSpPr>
        <dsp:cNvPr id="0" name=""/>
        <dsp:cNvSpPr/>
      </dsp:nvSpPr>
      <dsp:spPr>
        <a:xfrm>
          <a:off x="23148" y="6909811"/>
          <a:ext cx="1351637" cy="8582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EB89E39-FB8F-0048-936B-139975809FC6}">
      <dsp:nvSpPr>
        <dsp:cNvPr id="0" name=""/>
        <dsp:cNvSpPr/>
      </dsp:nvSpPr>
      <dsp:spPr>
        <a:xfrm>
          <a:off x="173330" y="7052484"/>
          <a:ext cx="1351637" cy="8582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1.3 Select desired item</a:t>
          </a:r>
        </a:p>
      </dsp:txBody>
      <dsp:txXfrm>
        <a:off x="198468" y="7077622"/>
        <a:ext cx="1301361" cy="808013"/>
      </dsp:txXfrm>
    </dsp:sp>
    <dsp:sp modelId="{D728ED57-2FE7-F147-B746-39C07C1337D3}">
      <dsp:nvSpPr>
        <dsp:cNvPr id="0" name=""/>
        <dsp:cNvSpPr/>
      </dsp:nvSpPr>
      <dsp:spPr>
        <a:xfrm>
          <a:off x="3305194" y="3454905"/>
          <a:ext cx="1351637" cy="8582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6BB849E-242E-A54A-BDF6-3D9EE9D0A625}">
      <dsp:nvSpPr>
        <dsp:cNvPr id="0" name=""/>
        <dsp:cNvSpPr/>
      </dsp:nvSpPr>
      <dsp:spPr>
        <a:xfrm>
          <a:off x="3455376" y="3597578"/>
          <a:ext cx="1351637" cy="8582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2.0 Add product to cart</a:t>
          </a:r>
        </a:p>
      </dsp:txBody>
      <dsp:txXfrm>
        <a:off x="3480514" y="3622716"/>
        <a:ext cx="1301361" cy="808013"/>
      </dsp:txXfrm>
    </dsp:sp>
    <dsp:sp modelId="{20E3F212-CADB-994D-AA66-267C53000C5D}">
      <dsp:nvSpPr>
        <dsp:cNvPr id="0" name=""/>
        <dsp:cNvSpPr/>
      </dsp:nvSpPr>
      <dsp:spPr>
        <a:xfrm>
          <a:off x="6609197" y="3454905"/>
          <a:ext cx="1351637" cy="8582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B0D8265-C19D-2E45-915A-80A867E4BCC6}">
      <dsp:nvSpPr>
        <dsp:cNvPr id="0" name=""/>
        <dsp:cNvSpPr/>
      </dsp:nvSpPr>
      <dsp:spPr>
        <a:xfrm>
          <a:off x="6759379" y="3597578"/>
          <a:ext cx="1351637" cy="8582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3.0 Proceed to checkout</a:t>
          </a:r>
        </a:p>
      </dsp:txBody>
      <dsp:txXfrm>
        <a:off x="6784517" y="3622716"/>
        <a:ext cx="1301361" cy="808013"/>
      </dsp:txXfrm>
    </dsp:sp>
    <dsp:sp modelId="{F9AF29B0-B6F9-F046-A6C4-32225B9E026D}">
      <dsp:nvSpPr>
        <dsp:cNvPr id="0" name=""/>
        <dsp:cNvSpPr/>
      </dsp:nvSpPr>
      <dsp:spPr>
        <a:xfrm>
          <a:off x="5026643" y="4416932"/>
          <a:ext cx="1351637" cy="8582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7613B3-7254-504F-A38E-757CE1A6D373}">
      <dsp:nvSpPr>
        <dsp:cNvPr id="0" name=""/>
        <dsp:cNvSpPr/>
      </dsp:nvSpPr>
      <dsp:spPr>
        <a:xfrm>
          <a:off x="5176825" y="4559605"/>
          <a:ext cx="1351637" cy="8582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3.1 Enter shipping details</a:t>
          </a:r>
        </a:p>
      </dsp:txBody>
      <dsp:txXfrm>
        <a:off x="5201963" y="4584743"/>
        <a:ext cx="1301361" cy="808013"/>
      </dsp:txXfrm>
    </dsp:sp>
    <dsp:sp modelId="{80D3E8B8-610F-3441-BD26-B03E1D4ABBB2}">
      <dsp:nvSpPr>
        <dsp:cNvPr id="0" name=""/>
        <dsp:cNvSpPr/>
      </dsp:nvSpPr>
      <dsp:spPr>
        <a:xfrm>
          <a:off x="5000316" y="5632279"/>
          <a:ext cx="1351637" cy="8582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ECF147E-647A-1E4D-BCEA-06A40990BCAD}">
      <dsp:nvSpPr>
        <dsp:cNvPr id="0" name=""/>
        <dsp:cNvSpPr/>
      </dsp:nvSpPr>
      <dsp:spPr>
        <a:xfrm>
          <a:off x="5150498" y="5774952"/>
          <a:ext cx="1351637" cy="8582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3.2 Select payment method</a:t>
          </a:r>
          <a:endParaRPr lang="en-US" sz="1600" kern="1200" dirty="0"/>
        </a:p>
      </dsp:txBody>
      <dsp:txXfrm>
        <a:off x="5175636" y="5800090"/>
        <a:ext cx="1301361" cy="808013"/>
      </dsp:txXfrm>
    </dsp:sp>
    <dsp:sp modelId="{17BE8B3D-61A2-D746-8CBA-8A3AD953E12B}">
      <dsp:nvSpPr>
        <dsp:cNvPr id="0" name=""/>
        <dsp:cNvSpPr/>
      </dsp:nvSpPr>
      <dsp:spPr>
        <a:xfrm>
          <a:off x="5078160" y="6882335"/>
          <a:ext cx="1351637" cy="8582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85FE30C-A9AC-8148-ABCD-894E931898FF}">
      <dsp:nvSpPr>
        <dsp:cNvPr id="0" name=""/>
        <dsp:cNvSpPr/>
      </dsp:nvSpPr>
      <dsp:spPr>
        <a:xfrm>
          <a:off x="5228341" y="7025008"/>
          <a:ext cx="1351637" cy="8582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3.3 Confirm Order</a:t>
          </a:r>
        </a:p>
      </dsp:txBody>
      <dsp:txXfrm>
        <a:off x="5253479" y="7050146"/>
        <a:ext cx="1301361" cy="808013"/>
      </dsp:txXfrm>
    </dsp:sp>
    <dsp:sp modelId="{00CFC085-3571-C841-BAE7-65A326AB4E05}">
      <dsp:nvSpPr>
        <dsp:cNvPr id="0" name=""/>
        <dsp:cNvSpPr/>
      </dsp:nvSpPr>
      <dsp:spPr>
        <a:xfrm>
          <a:off x="8261198" y="3454905"/>
          <a:ext cx="1351637" cy="8582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2626C63-6CA1-A94B-B1AF-2652AD0C4FE4}">
      <dsp:nvSpPr>
        <dsp:cNvPr id="0" name=""/>
        <dsp:cNvSpPr/>
      </dsp:nvSpPr>
      <dsp:spPr>
        <a:xfrm>
          <a:off x="8411380" y="3597578"/>
          <a:ext cx="1351637" cy="8582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4.0 Receive Confirmation</a:t>
          </a:r>
        </a:p>
      </dsp:txBody>
      <dsp:txXfrm>
        <a:off x="8436518" y="3622716"/>
        <a:ext cx="1301361" cy="8080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BBBF6E-6D10-F34F-AFD2-5DF26525DAA9}">
      <dsp:nvSpPr>
        <dsp:cNvPr id="0" name=""/>
        <dsp:cNvSpPr/>
      </dsp:nvSpPr>
      <dsp:spPr>
        <a:xfrm>
          <a:off x="3340" y="1716406"/>
          <a:ext cx="1265181" cy="901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700" kern="1200" dirty="0"/>
            <a:t>Insert ATM card</a:t>
          </a:r>
        </a:p>
      </dsp:txBody>
      <dsp:txXfrm>
        <a:off x="29742" y="1742808"/>
        <a:ext cx="1212377" cy="848638"/>
      </dsp:txXfrm>
    </dsp:sp>
    <dsp:sp modelId="{3E0DB29A-FFE3-B545-B59E-99556440C4D8}">
      <dsp:nvSpPr>
        <dsp:cNvPr id="0" name=""/>
        <dsp:cNvSpPr/>
      </dsp:nvSpPr>
      <dsp:spPr>
        <a:xfrm>
          <a:off x="1395040" y="2010245"/>
          <a:ext cx="268218" cy="3137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395040" y="2072998"/>
        <a:ext cx="187753" cy="188259"/>
      </dsp:txXfrm>
    </dsp:sp>
    <dsp:sp modelId="{1AEB02B8-AE71-A84C-AC03-332D4103337F}">
      <dsp:nvSpPr>
        <dsp:cNvPr id="0" name=""/>
        <dsp:cNvSpPr/>
      </dsp:nvSpPr>
      <dsp:spPr>
        <a:xfrm>
          <a:off x="1774595" y="1716406"/>
          <a:ext cx="1265181" cy="901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700" kern="1200"/>
            <a:t>Enter PIN</a:t>
          </a:r>
        </a:p>
      </dsp:txBody>
      <dsp:txXfrm>
        <a:off x="1800997" y="1742808"/>
        <a:ext cx="1212377" cy="848638"/>
      </dsp:txXfrm>
    </dsp:sp>
    <dsp:sp modelId="{DC5FC156-2FA4-E049-A940-1D971333F8BA}">
      <dsp:nvSpPr>
        <dsp:cNvPr id="0" name=""/>
        <dsp:cNvSpPr/>
      </dsp:nvSpPr>
      <dsp:spPr>
        <a:xfrm>
          <a:off x="3166295" y="2010245"/>
          <a:ext cx="268218" cy="3137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166295" y="2072998"/>
        <a:ext cx="187753" cy="188259"/>
      </dsp:txXfrm>
    </dsp:sp>
    <dsp:sp modelId="{BDB1CFC2-8F9D-1545-8A81-8EB390A2C86D}">
      <dsp:nvSpPr>
        <dsp:cNvPr id="0" name=""/>
        <dsp:cNvSpPr/>
      </dsp:nvSpPr>
      <dsp:spPr>
        <a:xfrm>
          <a:off x="3545850" y="1716406"/>
          <a:ext cx="1265181" cy="901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700" kern="1200"/>
            <a:t>Select withdrawal option</a:t>
          </a:r>
        </a:p>
      </dsp:txBody>
      <dsp:txXfrm>
        <a:off x="3572252" y="1742808"/>
        <a:ext cx="1212377" cy="848638"/>
      </dsp:txXfrm>
    </dsp:sp>
    <dsp:sp modelId="{85322684-6AAD-A445-9D53-7BAAE5A943AB}">
      <dsp:nvSpPr>
        <dsp:cNvPr id="0" name=""/>
        <dsp:cNvSpPr/>
      </dsp:nvSpPr>
      <dsp:spPr>
        <a:xfrm>
          <a:off x="4937550" y="2010245"/>
          <a:ext cx="268218" cy="3137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4937550" y="2072998"/>
        <a:ext cx="187753" cy="188259"/>
      </dsp:txXfrm>
    </dsp:sp>
    <dsp:sp modelId="{74AA0FCF-3DBE-564F-9077-87FD1EBEFAAE}">
      <dsp:nvSpPr>
        <dsp:cNvPr id="0" name=""/>
        <dsp:cNvSpPr/>
      </dsp:nvSpPr>
      <dsp:spPr>
        <a:xfrm>
          <a:off x="5317104" y="1716406"/>
          <a:ext cx="1265181" cy="901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700" kern="1200" dirty="0"/>
            <a:t>Enter amount</a:t>
          </a:r>
        </a:p>
      </dsp:txBody>
      <dsp:txXfrm>
        <a:off x="5343506" y="1742808"/>
        <a:ext cx="1212377" cy="848638"/>
      </dsp:txXfrm>
    </dsp:sp>
    <dsp:sp modelId="{CE837DAB-60C4-D546-BAA2-75C1A90870BE}">
      <dsp:nvSpPr>
        <dsp:cNvPr id="0" name=""/>
        <dsp:cNvSpPr/>
      </dsp:nvSpPr>
      <dsp:spPr>
        <a:xfrm>
          <a:off x="6708804" y="2010245"/>
          <a:ext cx="268218" cy="3137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708804" y="2072998"/>
        <a:ext cx="187753" cy="188259"/>
      </dsp:txXfrm>
    </dsp:sp>
    <dsp:sp modelId="{78DB9CD7-F15D-3848-BBFC-74DCA1BA89DA}">
      <dsp:nvSpPr>
        <dsp:cNvPr id="0" name=""/>
        <dsp:cNvSpPr/>
      </dsp:nvSpPr>
      <dsp:spPr>
        <a:xfrm>
          <a:off x="7088359" y="1716406"/>
          <a:ext cx="1265181" cy="901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700" kern="1200"/>
            <a:t>Collect cash</a:t>
          </a:r>
        </a:p>
      </dsp:txBody>
      <dsp:txXfrm>
        <a:off x="7114761" y="1742808"/>
        <a:ext cx="1212377" cy="848638"/>
      </dsp:txXfrm>
    </dsp:sp>
    <dsp:sp modelId="{541F62E2-A6F6-9D4E-8677-D45330C55374}">
      <dsp:nvSpPr>
        <dsp:cNvPr id="0" name=""/>
        <dsp:cNvSpPr/>
      </dsp:nvSpPr>
      <dsp:spPr>
        <a:xfrm>
          <a:off x="8480059" y="2010245"/>
          <a:ext cx="268218" cy="3137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8480059" y="2072998"/>
        <a:ext cx="187753" cy="188259"/>
      </dsp:txXfrm>
    </dsp:sp>
    <dsp:sp modelId="{FF840C6C-E498-B645-A677-1C618B62A378}">
      <dsp:nvSpPr>
        <dsp:cNvPr id="0" name=""/>
        <dsp:cNvSpPr/>
      </dsp:nvSpPr>
      <dsp:spPr>
        <a:xfrm>
          <a:off x="8859613" y="1716406"/>
          <a:ext cx="1265181" cy="901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700" kern="1200"/>
            <a:t>Collect receipt (optional)</a:t>
          </a:r>
        </a:p>
      </dsp:txBody>
      <dsp:txXfrm>
        <a:off x="8886015" y="1742808"/>
        <a:ext cx="1212377" cy="848638"/>
      </dsp:txXfrm>
    </dsp:sp>
    <dsp:sp modelId="{DE918A41-DB15-4740-A0AA-447DC713EC44}">
      <dsp:nvSpPr>
        <dsp:cNvPr id="0" name=""/>
        <dsp:cNvSpPr/>
      </dsp:nvSpPr>
      <dsp:spPr>
        <a:xfrm>
          <a:off x="10251313" y="2010245"/>
          <a:ext cx="268218" cy="3137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0251313" y="2072998"/>
        <a:ext cx="187753" cy="188259"/>
      </dsp:txXfrm>
    </dsp:sp>
    <dsp:sp modelId="{2565EE1F-9FFE-BB4A-AE2A-83AF22E1F4C2}">
      <dsp:nvSpPr>
        <dsp:cNvPr id="0" name=""/>
        <dsp:cNvSpPr/>
      </dsp:nvSpPr>
      <dsp:spPr>
        <a:xfrm>
          <a:off x="10630868" y="1716406"/>
          <a:ext cx="1265181" cy="9014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Retrieve card</a:t>
          </a:r>
        </a:p>
      </dsp:txBody>
      <dsp:txXfrm>
        <a:off x="10657270" y="1742808"/>
        <a:ext cx="1212377" cy="8486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E8F940-B18B-EB42-8F0D-33992D96B8ED}">
      <dsp:nvSpPr>
        <dsp:cNvPr id="0" name=""/>
        <dsp:cNvSpPr/>
      </dsp:nvSpPr>
      <dsp:spPr>
        <a:xfrm>
          <a:off x="1063" y="1548446"/>
          <a:ext cx="2749927" cy="45848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u="none" kern="1200" dirty="0"/>
            <a:t>1.0 Launch </a:t>
          </a:r>
          <a:r>
            <a:rPr lang="en-US" sz="1500" b="0" i="0" u="none" kern="1200" dirty="0" err="1"/>
            <a:t>Foodpanda</a:t>
          </a:r>
          <a:r>
            <a:rPr lang="en-US" sz="1500" b="0" i="0" u="none" kern="1200" dirty="0"/>
            <a:t> app/website</a:t>
          </a:r>
          <a:endParaRPr lang="en-US" sz="1500" kern="1200" dirty="0"/>
        </a:p>
      </dsp:txBody>
      <dsp:txXfrm>
        <a:off x="230306" y="1548446"/>
        <a:ext cx="2291442" cy="458485"/>
      </dsp:txXfrm>
    </dsp:sp>
    <dsp:sp modelId="{F41FB64C-1C0B-3A48-95FA-685663B9343D}">
      <dsp:nvSpPr>
        <dsp:cNvPr id="0" name=""/>
        <dsp:cNvSpPr/>
      </dsp:nvSpPr>
      <dsp:spPr>
        <a:xfrm>
          <a:off x="2670375" y="1587837"/>
          <a:ext cx="2282439" cy="380536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1.1 </a:t>
          </a:r>
          <a:r>
            <a:rPr lang="en-US" sz="900" b="0" i="0" u="none" kern="1200" dirty="0"/>
            <a:t>Unlock phone / open browser</a:t>
          </a:r>
        </a:p>
      </dsp:txBody>
      <dsp:txXfrm>
        <a:off x="2860643" y="1587837"/>
        <a:ext cx="1901903" cy="380536"/>
      </dsp:txXfrm>
    </dsp:sp>
    <dsp:sp modelId="{6D0FF7C3-78D5-B54A-BCB3-0545BA211CBE}">
      <dsp:nvSpPr>
        <dsp:cNvPr id="0" name=""/>
        <dsp:cNvSpPr/>
      </dsp:nvSpPr>
      <dsp:spPr>
        <a:xfrm>
          <a:off x="4880757" y="1587837"/>
          <a:ext cx="2282439" cy="380536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1.2 Open </a:t>
          </a:r>
          <a:r>
            <a:rPr lang="en-US" sz="900" b="0" i="0" u="none" kern="1200" dirty="0" err="1"/>
            <a:t>Foodpanda</a:t>
          </a:r>
          <a:r>
            <a:rPr lang="en-US" sz="900" b="0" i="0" u="none" kern="1200" dirty="0"/>
            <a:t> app / go to website</a:t>
          </a:r>
          <a:endParaRPr lang="en-US" sz="900" kern="1200" dirty="0"/>
        </a:p>
      </dsp:txBody>
      <dsp:txXfrm>
        <a:off x="5071025" y="1587837"/>
        <a:ext cx="1901903" cy="380536"/>
      </dsp:txXfrm>
    </dsp:sp>
    <dsp:sp modelId="{EC850F65-5980-464C-B67C-B2091EF4DFA6}">
      <dsp:nvSpPr>
        <dsp:cNvPr id="0" name=""/>
        <dsp:cNvSpPr/>
      </dsp:nvSpPr>
      <dsp:spPr>
        <a:xfrm>
          <a:off x="1063" y="2034177"/>
          <a:ext cx="2749927" cy="45848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u="none" kern="1200" dirty="0"/>
            <a:t>2.0 Log in / Sign up (if not already logged in)</a:t>
          </a:r>
          <a:endParaRPr lang="en-US" sz="1500" kern="1200" dirty="0"/>
        </a:p>
      </dsp:txBody>
      <dsp:txXfrm>
        <a:off x="230303" y="2034177"/>
        <a:ext cx="2291447" cy="458480"/>
      </dsp:txXfrm>
    </dsp:sp>
    <dsp:sp modelId="{21276F31-956B-6C4B-8412-B4B8FBF03D82}">
      <dsp:nvSpPr>
        <dsp:cNvPr id="0" name=""/>
        <dsp:cNvSpPr/>
      </dsp:nvSpPr>
      <dsp:spPr>
        <a:xfrm>
          <a:off x="2670375" y="2073149"/>
          <a:ext cx="2282439" cy="380536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2.1 Enter phone/email</a:t>
          </a:r>
          <a:endParaRPr lang="en-US" sz="900" kern="1200" dirty="0"/>
        </a:p>
      </dsp:txBody>
      <dsp:txXfrm>
        <a:off x="2860643" y="2073149"/>
        <a:ext cx="1901903" cy="380536"/>
      </dsp:txXfrm>
    </dsp:sp>
    <dsp:sp modelId="{4C5BDEF0-558E-7348-8590-D3744386B39D}">
      <dsp:nvSpPr>
        <dsp:cNvPr id="0" name=""/>
        <dsp:cNvSpPr/>
      </dsp:nvSpPr>
      <dsp:spPr>
        <a:xfrm>
          <a:off x="4880757" y="2073149"/>
          <a:ext cx="2282439" cy="380536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2.2 Enter password / OTP</a:t>
          </a:r>
          <a:endParaRPr lang="en-US" sz="900" kern="1200" dirty="0"/>
        </a:p>
      </dsp:txBody>
      <dsp:txXfrm>
        <a:off x="5071025" y="2073149"/>
        <a:ext cx="1901903" cy="380536"/>
      </dsp:txXfrm>
    </dsp:sp>
    <dsp:sp modelId="{734E97F8-613D-1940-8E51-92400008E498}">
      <dsp:nvSpPr>
        <dsp:cNvPr id="0" name=""/>
        <dsp:cNvSpPr/>
      </dsp:nvSpPr>
      <dsp:spPr>
        <a:xfrm>
          <a:off x="7091138" y="2073149"/>
          <a:ext cx="2282439" cy="380536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/>
            <a:t>2.3 Confirm login</a:t>
          </a:r>
          <a:endParaRPr lang="en-US" sz="900" kern="1200" dirty="0"/>
        </a:p>
      </dsp:txBody>
      <dsp:txXfrm>
        <a:off x="7281406" y="2073149"/>
        <a:ext cx="1901903" cy="380536"/>
      </dsp:txXfrm>
    </dsp:sp>
    <dsp:sp modelId="{AFA9857A-AA61-CE4D-AFE0-4300B0466C34}">
      <dsp:nvSpPr>
        <dsp:cNvPr id="0" name=""/>
        <dsp:cNvSpPr/>
      </dsp:nvSpPr>
      <dsp:spPr>
        <a:xfrm>
          <a:off x="1063" y="2527385"/>
          <a:ext cx="2749927" cy="45848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u="none" kern="1200" dirty="0"/>
            <a:t>3.0 Select delivery location</a:t>
          </a:r>
          <a:endParaRPr lang="en-US" sz="1500" kern="1200" dirty="0"/>
        </a:p>
      </dsp:txBody>
      <dsp:txXfrm>
        <a:off x="230303" y="2527385"/>
        <a:ext cx="2291447" cy="458480"/>
      </dsp:txXfrm>
    </dsp:sp>
    <dsp:sp modelId="{B2B03C40-9E83-844D-8C79-E655B346651F}">
      <dsp:nvSpPr>
        <dsp:cNvPr id="0" name=""/>
        <dsp:cNvSpPr/>
      </dsp:nvSpPr>
      <dsp:spPr>
        <a:xfrm>
          <a:off x="2670375" y="2566357"/>
          <a:ext cx="2282439" cy="380536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3.1 Allow GPS access or manually enter address</a:t>
          </a:r>
          <a:endParaRPr lang="en-US" sz="900" kern="1200" dirty="0"/>
        </a:p>
      </dsp:txBody>
      <dsp:txXfrm>
        <a:off x="2860643" y="2566357"/>
        <a:ext cx="1901903" cy="380536"/>
      </dsp:txXfrm>
    </dsp:sp>
    <dsp:sp modelId="{F6D4D88E-236B-C049-83CE-E40C7F245391}">
      <dsp:nvSpPr>
        <dsp:cNvPr id="0" name=""/>
        <dsp:cNvSpPr/>
      </dsp:nvSpPr>
      <dsp:spPr>
        <a:xfrm>
          <a:off x="4880757" y="2566357"/>
          <a:ext cx="2282439" cy="380536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3.2 Confirm location on map</a:t>
          </a:r>
          <a:endParaRPr lang="en-US" sz="900" kern="1200" dirty="0"/>
        </a:p>
      </dsp:txBody>
      <dsp:txXfrm>
        <a:off x="5071025" y="2566357"/>
        <a:ext cx="1901903" cy="380536"/>
      </dsp:txXfrm>
    </dsp:sp>
    <dsp:sp modelId="{57026CE6-E35D-F749-9C7D-CA78B8E54AC9}">
      <dsp:nvSpPr>
        <dsp:cNvPr id="0" name=""/>
        <dsp:cNvSpPr/>
      </dsp:nvSpPr>
      <dsp:spPr>
        <a:xfrm>
          <a:off x="1063" y="3020592"/>
          <a:ext cx="2749927" cy="45848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u="none" kern="1200" dirty="0"/>
            <a:t>4.0  Browse restaurants / food options</a:t>
          </a:r>
          <a:endParaRPr lang="en-US" sz="1500" kern="1200" dirty="0"/>
        </a:p>
      </dsp:txBody>
      <dsp:txXfrm>
        <a:off x="230303" y="3020592"/>
        <a:ext cx="2291447" cy="458480"/>
      </dsp:txXfrm>
    </dsp:sp>
    <dsp:sp modelId="{B072A4B0-674A-2546-B19C-F25422CF0080}">
      <dsp:nvSpPr>
        <dsp:cNvPr id="0" name=""/>
        <dsp:cNvSpPr/>
      </dsp:nvSpPr>
      <dsp:spPr>
        <a:xfrm>
          <a:off x="2670375" y="3059564"/>
          <a:ext cx="2282439" cy="380536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4.1 Use search bar (restaurant, cuisine, dish)</a:t>
          </a:r>
          <a:endParaRPr lang="en-US" sz="900" kern="1200" dirty="0"/>
        </a:p>
      </dsp:txBody>
      <dsp:txXfrm>
        <a:off x="2860643" y="3059564"/>
        <a:ext cx="1901903" cy="380536"/>
      </dsp:txXfrm>
    </dsp:sp>
    <dsp:sp modelId="{EA52F6C1-BC9A-8C49-AE5A-404FECB12F8A}">
      <dsp:nvSpPr>
        <dsp:cNvPr id="0" name=""/>
        <dsp:cNvSpPr/>
      </dsp:nvSpPr>
      <dsp:spPr>
        <a:xfrm>
          <a:off x="4880757" y="3059564"/>
          <a:ext cx="2282439" cy="380536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4.2 Filter by ratings, price, or offers</a:t>
          </a:r>
          <a:endParaRPr lang="en-US" sz="900" kern="1200" dirty="0"/>
        </a:p>
      </dsp:txBody>
      <dsp:txXfrm>
        <a:off x="5071025" y="3059564"/>
        <a:ext cx="1901903" cy="380536"/>
      </dsp:txXfrm>
    </dsp:sp>
    <dsp:sp modelId="{98BAEC3F-CD41-9F46-A6B0-CF701B65DAFD}">
      <dsp:nvSpPr>
        <dsp:cNvPr id="0" name=""/>
        <dsp:cNvSpPr/>
      </dsp:nvSpPr>
      <dsp:spPr>
        <a:xfrm>
          <a:off x="7091138" y="3059564"/>
          <a:ext cx="2282439" cy="380536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/>
            <a:t>4.3 Select restaurant</a:t>
          </a:r>
          <a:endParaRPr lang="en-US" sz="900" kern="1200" dirty="0"/>
        </a:p>
      </dsp:txBody>
      <dsp:txXfrm>
        <a:off x="7281406" y="3059564"/>
        <a:ext cx="1901903" cy="380536"/>
      </dsp:txXfrm>
    </dsp:sp>
    <dsp:sp modelId="{F8651985-D33D-864E-B683-E6D6ECF29DC6}">
      <dsp:nvSpPr>
        <dsp:cNvPr id="0" name=""/>
        <dsp:cNvSpPr/>
      </dsp:nvSpPr>
      <dsp:spPr>
        <a:xfrm>
          <a:off x="1063" y="3513799"/>
          <a:ext cx="2749927" cy="458480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u="none" kern="1200" dirty="0"/>
            <a:t>5.0 Select food items</a:t>
          </a:r>
          <a:endParaRPr lang="en-US" sz="1500" kern="1200" dirty="0"/>
        </a:p>
      </dsp:txBody>
      <dsp:txXfrm>
        <a:off x="230303" y="3513799"/>
        <a:ext cx="2291447" cy="458480"/>
      </dsp:txXfrm>
    </dsp:sp>
    <dsp:sp modelId="{87B64B08-945A-A945-9236-7FADEF5719E4}">
      <dsp:nvSpPr>
        <dsp:cNvPr id="0" name=""/>
        <dsp:cNvSpPr/>
      </dsp:nvSpPr>
      <dsp:spPr>
        <a:xfrm>
          <a:off x="2670375" y="3552771"/>
          <a:ext cx="2282439" cy="380536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/>
            <a:t>5.1 Browse menu categories</a:t>
          </a:r>
          <a:endParaRPr lang="en-US" sz="900" kern="1200" dirty="0"/>
        </a:p>
      </dsp:txBody>
      <dsp:txXfrm>
        <a:off x="2860643" y="3552771"/>
        <a:ext cx="1901903" cy="380536"/>
      </dsp:txXfrm>
    </dsp:sp>
    <dsp:sp modelId="{32DC153A-3AE2-8C4C-ACF6-018A8210137F}">
      <dsp:nvSpPr>
        <dsp:cNvPr id="0" name=""/>
        <dsp:cNvSpPr/>
      </dsp:nvSpPr>
      <dsp:spPr>
        <a:xfrm>
          <a:off x="4880757" y="3552771"/>
          <a:ext cx="2282439" cy="380536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5.2 Choose dish</a:t>
          </a:r>
          <a:endParaRPr lang="en-US" sz="900" kern="1200" dirty="0"/>
        </a:p>
      </dsp:txBody>
      <dsp:txXfrm>
        <a:off x="5071025" y="3552771"/>
        <a:ext cx="1901903" cy="380536"/>
      </dsp:txXfrm>
    </dsp:sp>
    <dsp:sp modelId="{291655F3-0324-814F-A5BD-85AE5C03F7CA}">
      <dsp:nvSpPr>
        <dsp:cNvPr id="0" name=""/>
        <dsp:cNvSpPr/>
      </dsp:nvSpPr>
      <dsp:spPr>
        <a:xfrm>
          <a:off x="7091138" y="3552771"/>
          <a:ext cx="2282439" cy="380536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/>
            <a:t>5.3 Customize (size, toppings, extras, notes)</a:t>
          </a:r>
          <a:endParaRPr lang="en-US" sz="900" kern="1200" dirty="0"/>
        </a:p>
      </dsp:txBody>
      <dsp:txXfrm>
        <a:off x="7281406" y="3552771"/>
        <a:ext cx="1901903" cy="380536"/>
      </dsp:txXfrm>
    </dsp:sp>
    <dsp:sp modelId="{407A58FB-2E3C-6F41-B6BC-8D3D48C1A2AD}">
      <dsp:nvSpPr>
        <dsp:cNvPr id="0" name=""/>
        <dsp:cNvSpPr/>
      </dsp:nvSpPr>
      <dsp:spPr>
        <a:xfrm>
          <a:off x="9301520" y="3552771"/>
          <a:ext cx="2282439" cy="380536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5.4 Add to cart</a:t>
          </a:r>
          <a:endParaRPr lang="en-US" sz="900" kern="1200" dirty="0"/>
        </a:p>
      </dsp:txBody>
      <dsp:txXfrm>
        <a:off x="9491788" y="3552771"/>
        <a:ext cx="1901903" cy="380536"/>
      </dsp:txXfrm>
    </dsp:sp>
    <dsp:sp modelId="{E966E4A0-A61E-D44B-AD65-94A928B6A054}">
      <dsp:nvSpPr>
        <dsp:cNvPr id="0" name=""/>
        <dsp:cNvSpPr/>
      </dsp:nvSpPr>
      <dsp:spPr>
        <a:xfrm>
          <a:off x="1063" y="4007006"/>
          <a:ext cx="2749927" cy="45848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u="none" kern="1200" dirty="0"/>
            <a:t>6.0 Review cart</a:t>
          </a:r>
          <a:endParaRPr lang="en-US" sz="1500" kern="1200" dirty="0"/>
        </a:p>
      </dsp:txBody>
      <dsp:txXfrm>
        <a:off x="230303" y="4007006"/>
        <a:ext cx="2291447" cy="458480"/>
      </dsp:txXfrm>
    </dsp:sp>
    <dsp:sp modelId="{F43C8182-C304-634C-86A8-8D5B60AB0F83}">
      <dsp:nvSpPr>
        <dsp:cNvPr id="0" name=""/>
        <dsp:cNvSpPr/>
      </dsp:nvSpPr>
      <dsp:spPr>
        <a:xfrm>
          <a:off x="2670375" y="4045978"/>
          <a:ext cx="2282439" cy="380536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6.1 Check items, quantity, price</a:t>
          </a:r>
          <a:endParaRPr lang="en-US" sz="900" kern="1200" dirty="0"/>
        </a:p>
      </dsp:txBody>
      <dsp:txXfrm>
        <a:off x="2860643" y="4045978"/>
        <a:ext cx="1901903" cy="380536"/>
      </dsp:txXfrm>
    </dsp:sp>
    <dsp:sp modelId="{81299E45-D1C6-9A42-913C-F8CF8F87DF4F}">
      <dsp:nvSpPr>
        <dsp:cNvPr id="0" name=""/>
        <dsp:cNvSpPr/>
      </dsp:nvSpPr>
      <dsp:spPr>
        <a:xfrm>
          <a:off x="4880757" y="4045978"/>
          <a:ext cx="2282439" cy="380536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6.2 Apply promo code / voucher</a:t>
          </a:r>
          <a:endParaRPr lang="en-US" sz="900" kern="1200" dirty="0"/>
        </a:p>
      </dsp:txBody>
      <dsp:txXfrm>
        <a:off x="5071025" y="4045978"/>
        <a:ext cx="1901903" cy="380536"/>
      </dsp:txXfrm>
    </dsp:sp>
    <dsp:sp modelId="{12989826-FA4E-6649-B826-FDF1168E5FEF}">
      <dsp:nvSpPr>
        <dsp:cNvPr id="0" name=""/>
        <dsp:cNvSpPr/>
      </dsp:nvSpPr>
      <dsp:spPr>
        <a:xfrm>
          <a:off x="7091138" y="4045978"/>
          <a:ext cx="2282439" cy="380536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6.3 Proceed to checkout</a:t>
          </a:r>
          <a:endParaRPr lang="en-US" sz="900" kern="1200" dirty="0"/>
        </a:p>
      </dsp:txBody>
      <dsp:txXfrm>
        <a:off x="7281406" y="4045978"/>
        <a:ext cx="1901903" cy="380536"/>
      </dsp:txXfrm>
    </dsp:sp>
    <dsp:sp modelId="{36336D02-C550-D944-B631-175FA2C4F57B}">
      <dsp:nvSpPr>
        <dsp:cNvPr id="0" name=""/>
        <dsp:cNvSpPr/>
      </dsp:nvSpPr>
      <dsp:spPr>
        <a:xfrm>
          <a:off x="1063" y="4500213"/>
          <a:ext cx="2749927" cy="45848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u="none" kern="1200" dirty="0"/>
            <a:t>7.0 Provide delivery details</a:t>
          </a:r>
          <a:endParaRPr lang="en-US" sz="1500" kern="1200" dirty="0"/>
        </a:p>
      </dsp:txBody>
      <dsp:txXfrm>
        <a:off x="230303" y="4500213"/>
        <a:ext cx="2291447" cy="458480"/>
      </dsp:txXfrm>
    </dsp:sp>
    <dsp:sp modelId="{E3821D79-B4EA-E446-BBD2-E929E82729F8}">
      <dsp:nvSpPr>
        <dsp:cNvPr id="0" name=""/>
        <dsp:cNvSpPr/>
      </dsp:nvSpPr>
      <dsp:spPr>
        <a:xfrm>
          <a:off x="2670375" y="4539185"/>
          <a:ext cx="2282439" cy="380536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/>
            <a:t>7.1 Confirm delivery address</a:t>
          </a:r>
          <a:endParaRPr lang="en-US" sz="900" kern="1200" dirty="0"/>
        </a:p>
      </dsp:txBody>
      <dsp:txXfrm>
        <a:off x="2860643" y="4539185"/>
        <a:ext cx="1901903" cy="380536"/>
      </dsp:txXfrm>
    </dsp:sp>
    <dsp:sp modelId="{06CFA33A-4013-1243-BFCA-C7603E973AB5}">
      <dsp:nvSpPr>
        <dsp:cNvPr id="0" name=""/>
        <dsp:cNvSpPr/>
      </dsp:nvSpPr>
      <dsp:spPr>
        <a:xfrm>
          <a:off x="4880757" y="4539185"/>
          <a:ext cx="2282439" cy="380536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7.2 Add delivery instructions (optional)</a:t>
          </a:r>
          <a:endParaRPr lang="en-US" sz="900" kern="1200" dirty="0"/>
        </a:p>
      </dsp:txBody>
      <dsp:txXfrm>
        <a:off x="5071025" y="4539185"/>
        <a:ext cx="1901903" cy="380536"/>
      </dsp:txXfrm>
    </dsp:sp>
    <dsp:sp modelId="{0E5D28D3-D3C8-AB45-B92A-1915419264B9}">
      <dsp:nvSpPr>
        <dsp:cNvPr id="0" name=""/>
        <dsp:cNvSpPr/>
      </dsp:nvSpPr>
      <dsp:spPr>
        <a:xfrm>
          <a:off x="1063" y="4993421"/>
          <a:ext cx="2749927" cy="45848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u="none" kern="1200" dirty="0"/>
            <a:t>8.0 Make payment</a:t>
          </a:r>
          <a:endParaRPr lang="en-US" sz="1500" kern="1200" dirty="0"/>
        </a:p>
      </dsp:txBody>
      <dsp:txXfrm>
        <a:off x="230303" y="4993421"/>
        <a:ext cx="2291447" cy="458480"/>
      </dsp:txXfrm>
    </dsp:sp>
    <dsp:sp modelId="{D85D308A-FA7D-C54E-962C-8B2614DAC898}">
      <dsp:nvSpPr>
        <dsp:cNvPr id="0" name=""/>
        <dsp:cNvSpPr/>
      </dsp:nvSpPr>
      <dsp:spPr>
        <a:xfrm>
          <a:off x="2670375" y="5032393"/>
          <a:ext cx="2282439" cy="380536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8.1 Choose payment method (Cash / Card / Wallet / Online banking / COD)</a:t>
          </a:r>
          <a:endParaRPr lang="en-US" sz="900" kern="1200" dirty="0"/>
        </a:p>
      </dsp:txBody>
      <dsp:txXfrm>
        <a:off x="2860643" y="5032393"/>
        <a:ext cx="1901903" cy="380536"/>
      </dsp:txXfrm>
    </dsp:sp>
    <dsp:sp modelId="{BA1D8FE4-0F6F-8E48-B70C-DB93A57812F9}">
      <dsp:nvSpPr>
        <dsp:cNvPr id="0" name=""/>
        <dsp:cNvSpPr/>
      </dsp:nvSpPr>
      <dsp:spPr>
        <a:xfrm>
          <a:off x="4880757" y="5032393"/>
          <a:ext cx="2282439" cy="380536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8.2 Enter payment details if required</a:t>
          </a:r>
          <a:endParaRPr lang="en-US" sz="900" kern="1200" dirty="0"/>
        </a:p>
      </dsp:txBody>
      <dsp:txXfrm>
        <a:off x="5071025" y="5032393"/>
        <a:ext cx="1901903" cy="380536"/>
      </dsp:txXfrm>
    </dsp:sp>
    <dsp:sp modelId="{E0AEFE68-25A8-8D40-A4FC-BBD2CE3A2053}">
      <dsp:nvSpPr>
        <dsp:cNvPr id="0" name=""/>
        <dsp:cNvSpPr/>
      </dsp:nvSpPr>
      <dsp:spPr>
        <a:xfrm>
          <a:off x="7091138" y="5032393"/>
          <a:ext cx="2282439" cy="380536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8.3 Confirm payment</a:t>
          </a:r>
          <a:endParaRPr lang="en-US" sz="900" kern="1200" dirty="0"/>
        </a:p>
      </dsp:txBody>
      <dsp:txXfrm>
        <a:off x="7281406" y="5032393"/>
        <a:ext cx="1901903" cy="380536"/>
      </dsp:txXfrm>
    </dsp:sp>
    <dsp:sp modelId="{EF2FC03A-D364-1A4A-AD55-22A55BBB8040}">
      <dsp:nvSpPr>
        <dsp:cNvPr id="0" name=""/>
        <dsp:cNvSpPr/>
      </dsp:nvSpPr>
      <dsp:spPr>
        <a:xfrm>
          <a:off x="1063" y="5486628"/>
          <a:ext cx="2749927" cy="45848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u="none" kern="1200" dirty="0"/>
            <a:t>9.0 Track order</a:t>
          </a:r>
          <a:endParaRPr lang="en-US" sz="1500" kern="1200" dirty="0"/>
        </a:p>
      </dsp:txBody>
      <dsp:txXfrm>
        <a:off x="230303" y="5486628"/>
        <a:ext cx="2291447" cy="458480"/>
      </dsp:txXfrm>
    </dsp:sp>
    <dsp:sp modelId="{26962BB9-824C-D748-B1D4-C4790A5BE4D7}">
      <dsp:nvSpPr>
        <dsp:cNvPr id="0" name=""/>
        <dsp:cNvSpPr/>
      </dsp:nvSpPr>
      <dsp:spPr>
        <a:xfrm>
          <a:off x="2670375" y="5525600"/>
          <a:ext cx="2282439" cy="380536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/>
            <a:t>9.1 See restaurant confirmation</a:t>
          </a:r>
          <a:endParaRPr lang="en-US" sz="900" kern="1200" dirty="0"/>
        </a:p>
      </dsp:txBody>
      <dsp:txXfrm>
        <a:off x="2860643" y="5525600"/>
        <a:ext cx="1901903" cy="380536"/>
      </dsp:txXfrm>
    </dsp:sp>
    <dsp:sp modelId="{1BF6F809-3A82-3940-BD5C-B348890CC165}">
      <dsp:nvSpPr>
        <dsp:cNvPr id="0" name=""/>
        <dsp:cNvSpPr/>
      </dsp:nvSpPr>
      <dsp:spPr>
        <a:xfrm>
          <a:off x="4880757" y="5525600"/>
          <a:ext cx="2282439" cy="380536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/>
            <a:t>9.2 Follow preparation status</a:t>
          </a:r>
          <a:endParaRPr lang="en-US" sz="900" kern="1200" dirty="0"/>
        </a:p>
      </dsp:txBody>
      <dsp:txXfrm>
        <a:off x="5071025" y="5525600"/>
        <a:ext cx="1901903" cy="380536"/>
      </dsp:txXfrm>
    </dsp:sp>
    <dsp:sp modelId="{C1307278-5063-784A-8B45-40B5E89E6DDD}">
      <dsp:nvSpPr>
        <dsp:cNvPr id="0" name=""/>
        <dsp:cNvSpPr/>
      </dsp:nvSpPr>
      <dsp:spPr>
        <a:xfrm>
          <a:off x="7091138" y="5525600"/>
          <a:ext cx="2282439" cy="380536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/>
            <a:t>9.3 Track rider location</a:t>
          </a:r>
          <a:endParaRPr lang="en-US" sz="900" kern="1200" dirty="0"/>
        </a:p>
      </dsp:txBody>
      <dsp:txXfrm>
        <a:off x="7281406" y="5525600"/>
        <a:ext cx="1901903" cy="380536"/>
      </dsp:txXfrm>
    </dsp:sp>
    <dsp:sp modelId="{841A710E-E224-8346-B505-A4B47BA839B4}">
      <dsp:nvSpPr>
        <dsp:cNvPr id="0" name=""/>
        <dsp:cNvSpPr/>
      </dsp:nvSpPr>
      <dsp:spPr>
        <a:xfrm>
          <a:off x="1063" y="5979835"/>
          <a:ext cx="2749927" cy="458480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u="none" kern="1200" dirty="0"/>
            <a:t>10.0  Receive delivery</a:t>
          </a:r>
          <a:endParaRPr lang="en-US" sz="1500" kern="1200" dirty="0"/>
        </a:p>
      </dsp:txBody>
      <dsp:txXfrm>
        <a:off x="230303" y="5979835"/>
        <a:ext cx="2291447" cy="458480"/>
      </dsp:txXfrm>
    </dsp:sp>
    <dsp:sp modelId="{1B95B9FF-E066-384C-8B83-D89ED4A0D7F0}">
      <dsp:nvSpPr>
        <dsp:cNvPr id="0" name=""/>
        <dsp:cNvSpPr/>
      </dsp:nvSpPr>
      <dsp:spPr>
        <a:xfrm>
          <a:off x="2670375" y="6018807"/>
          <a:ext cx="2282439" cy="380536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/>
            <a:t>10.1 Meet rider / collect order</a:t>
          </a:r>
          <a:endParaRPr lang="en-US" sz="900" kern="1200" dirty="0"/>
        </a:p>
      </dsp:txBody>
      <dsp:txXfrm>
        <a:off x="2860643" y="6018807"/>
        <a:ext cx="1901903" cy="380536"/>
      </dsp:txXfrm>
    </dsp:sp>
    <dsp:sp modelId="{E711392D-D202-024A-BB54-161D2EED1C16}">
      <dsp:nvSpPr>
        <dsp:cNvPr id="0" name=""/>
        <dsp:cNvSpPr/>
      </dsp:nvSpPr>
      <dsp:spPr>
        <a:xfrm>
          <a:off x="4880757" y="6018807"/>
          <a:ext cx="2282439" cy="380536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10.2 Check items received</a:t>
          </a:r>
          <a:endParaRPr lang="en-US" sz="900" kern="1200" dirty="0"/>
        </a:p>
      </dsp:txBody>
      <dsp:txXfrm>
        <a:off x="5071025" y="6018807"/>
        <a:ext cx="1901903" cy="380536"/>
      </dsp:txXfrm>
    </dsp:sp>
    <dsp:sp modelId="{B95E32E4-6E91-C14D-A195-B818FF834F9A}">
      <dsp:nvSpPr>
        <dsp:cNvPr id="0" name=""/>
        <dsp:cNvSpPr/>
      </dsp:nvSpPr>
      <dsp:spPr>
        <a:xfrm>
          <a:off x="7091138" y="6018807"/>
          <a:ext cx="2282439" cy="380536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10.3 Confirm delivery in app</a:t>
          </a:r>
          <a:endParaRPr lang="en-US" sz="900" kern="1200" dirty="0"/>
        </a:p>
      </dsp:txBody>
      <dsp:txXfrm>
        <a:off x="7281406" y="6018807"/>
        <a:ext cx="1901903" cy="380536"/>
      </dsp:txXfrm>
    </dsp:sp>
    <dsp:sp modelId="{D3CD4A0A-04B8-6F4E-AD8B-5A03C8FC3624}">
      <dsp:nvSpPr>
        <dsp:cNvPr id="0" name=""/>
        <dsp:cNvSpPr/>
      </dsp:nvSpPr>
      <dsp:spPr>
        <a:xfrm>
          <a:off x="1063" y="6473042"/>
          <a:ext cx="2749927" cy="45848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u="none" kern="1200" dirty="0"/>
            <a:t>11.0 Provide feedback</a:t>
          </a:r>
          <a:endParaRPr lang="en-US" sz="1500" kern="1200" dirty="0"/>
        </a:p>
      </dsp:txBody>
      <dsp:txXfrm>
        <a:off x="230303" y="6473042"/>
        <a:ext cx="2291447" cy="458480"/>
      </dsp:txXfrm>
    </dsp:sp>
    <dsp:sp modelId="{47BEDD15-2D7B-3E4B-A71B-44F886AB6C9E}">
      <dsp:nvSpPr>
        <dsp:cNvPr id="0" name=""/>
        <dsp:cNvSpPr/>
      </dsp:nvSpPr>
      <dsp:spPr>
        <a:xfrm>
          <a:off x="2670375" y="6512014"/>
          <a:ext cx="2282439" cy="380536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11.1 Rate restaurant &amp; rider</a:t>
          </a:r>
          <a:endParaRPr lang="en-US" sz="900" kern="1200" dirty="0"/>
        </a:p>
      </dsp:txBody>
      <dsp:txXfrm>
        <a:off x="2860643" y="6512014"/>
        <a:ext cx="1901903" cy="380536"/>
      </dsp:txXfrm>
    </dsp:sp>
    <dsp:sp modelId="{3D14BBF9-FE33-E045-8F1B-24E914273D78}">
      <dsp:nvSpPr>
        <dsp:cNvPr id="0" name=""/>
        <dsp:cNvSpPr/>
      </dsp:nvSpPr>
      <dsp:spPr>
        <a:xfrm>
          <a:off x="4880757" y="6512014"/>
          <a:ext cx="2282439" cy="380536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u="none" kern="1200" dirty="0"/>
            <a:t>11.2 Write review (optional)</a:t>
          </a:r>
          <a:endParaRPr lang="en-US" sz="900" kern="1200" dirty="0"/>
        </a:p>
      </dsp:txBody>
      <dsp:txXfrm>
        <a:off x="5071025" y="6512014"/>
        <a:ext cx="1901903" cy="380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A6875-FD39-CD36-342C-490E4BFC6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21855-3667-E0B9-50C4-4319914741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DC0F6-F7C7-9483-F77B-3805640CF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9AD0-83E8-B145-ADEC-E005E84F36C0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A9817-42C7-D8E6-0BE5-3752E684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D02A6-38F7-C5A8-AA0D-4AAE19C0E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A005-7B08-3B40-90F7-6CBE7F3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29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7107B-9F60-9600-4DB2-9E4256FDE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28291-FC0E-1F97-4907-EE3ECCF63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0FD9E-7D80-DCDD-2DF4-04FB35DD1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9AD0-83E8-B145-ADEC-E005E84F36C0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1CDC3-9679-5B5C-4B1F-6AE7C3B1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3E3C5-DDF8-459D-B5E9-C904CCBD2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A005-7B08-3B40-90F7-6CBE7F3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7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7CD70-7E80-D00A-7FA4-4E3D5E5F6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1ABD2-BE1B-5ED9-4470-8C0C6A4E2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D8ABF-F5B0-14A6-26D3-397E7BACA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9AD0-83E8-B145-ADEC-E005E84F36C0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434FC-45A7-C331-B5F4-215D21CD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8BACD-92E1-DB0C-98D5-5CDDDF0D8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A005-7B08-3B40-90F7-6CBE7F3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81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5FD6-D4AB-C9E8-36C4-19B1A1B4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DA046-C33F-8DDF-C577-276FD736D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ACD50-C52D-20DA-53CA-8B7A3C60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6AEEA-158B-A178-1C0E-A98BD7790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9AD0-83E8-B145-ADEC-E005E84F36C0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650F3-302E-BE06-64D2-AD85E06C3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93450-F3F2-5A24-DA9A-5E1EB4A06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A005-7B08-3B40-90F7-6CBE7F3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87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973F-DB7E-1FCC-14C8-6C2AF5175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6CF2D-23D6-FB80-E322-F1DE044FC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FA957-D0F9-C0E3-EF8B-EE49C4F56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5A1CA7-900C-E8C5-2020-98F9C59C6A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AE88A-A34B-18C4-ED79-307DD7E5A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D5232A-7BBA-89EB-E57C-FC8B68322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9AD0-83E8-B145-ADEC-E005E84F36C0}" type="datetimeFigureOut">
              <a:rPr lang="en-US" smtClean="0"/>
              <a:t>9/9/25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E110C0-D5C2-887E-BF75-8F8A73D5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329157-DE58-AC34-4F42-87BF7848C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A005-7B08-3B40-90F7-6CBE7F3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5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9B77-8283-0595-3F37-2860AFC7E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361CC-8434-5F2A-312D-E15CBD720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9AD0-83E8-B145-ADEC-E005E84F36C0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3F272-316B-7ECC-C622-3FD8CDB1A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226A4-14AB-B894-72B8-E41A0A28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A005-7B08-3B40-90F7-6CBE7F3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97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5354A-3032-0213-4C02-0D8A4FFA7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9AD0-83E8-B145-ADEC-E005E84F36C0}" type="datetimeFigureOut">
              <a:rPr lang="en-US" smtClean="0"/>
              <a:t>9/9/25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264DC6-DF00-B76F-58C9-884CC0709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74C8F-06CB-8195-F082-D92576E7F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A005-7B08-3B40-90F7-6CBE7F3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201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EB903-7FA5-8976-BC53-768F8027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DF7FC-FC5C-F09F-DCB7-8AF3576D1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CCB4A-DA70-407A-BE9E-05DD651E3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38DAE-E73F-A426-EA1F-A74EFBF89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9AD0-83E8-B145-ADEC-E005E84F36C0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CCD14-C585-DC4E-2932-9F24AFB02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9F68E-7664-52C5-6017-4583C46D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A005-7B08-3B40-90F7-6CBE7F3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83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EA4C6-4E57-69D9-CCE0-E96BCC6B2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C7CB5A-5583-2FED-D0B5-6B270ACC9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E23FE-18DB-9F65-EA9E-D4976CF84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9E2F6-4CDC-AA78-1328-114447A04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9AD0-83E8-B145-ADEC-E005E84F36C0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CA336-F121-B838-0C81-262D15D6B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A65D7-53B8-A9F1-CDE9-05741FFCA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A005-7B08-3B40-90F7-6CBE7F3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1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A1A4-44F9-17DE-DF33-B7499E2C0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D882AA-FB77-A021-D217-C8F3C09E3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B7724-128D-B81B-4F57-6EDC88ADD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9AD0-83E8-B145-ADEC-E005E84F36C0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93679-D3FC-1881-C941-CB500A43D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1E7F6-94CB-46CE-8C85-DFFB1ADB1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A005-7B08-3B40-90F7-6CBE7F3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95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C5426C-AE49-5A10-8D13-A1A33E4EF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0D9D6-5390-8439-4E85-0025F59DB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EF7EC-CA20-1CFF-E689-C53A53787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9AD0-83E8-B145-ADEC-E005E84F36C0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A8AE5-2C49-EEB4-697A-B88ABBDB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E091A-4D15-2FB7-A62A-4391CDB0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A005-7B08-3B40-90F7-6CBE7F3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01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EAC890-469E-FC97-FA90-BA29EA88C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F1A50-7B74-DA0B-0060-F5B9D975C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BADD1-AEFC-B069-4592-2F775C5B8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D19AD0-83E8-B145-ADEC-E005E84F36C0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09D60-46A5-160C-BC5B-3A221AE23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ADF9B-3375-CB45-DC62-21A6E06A17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1A005-7B08-3B40-90F7-6CBE7F3F0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84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7237C-9431-49B0-1DA5-5F86F00EDA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 Option Comment (QOC)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A60F8-39F2-E906-07F4-FB378834BD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7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E65C58-3352-ED97-09D8-7BCB3E36BD02}"/>
              </a:ext>
            </a:extLst>
          </p:cNvPr>
          <p:cNvSpPr/>
          <p:nvPr/>
        </p:nvSpPr>
        <p:spPr>
          <a:xfrm>
            <a:off x="241213" y="1849922"/>
            <a:ext cx="3173506" cy="1129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How should users log in to the system?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FF6914-BBAE-3B3A-269F-5CA26DE45D31}"/>
              </a:ext>
            </a:extLst>
          </p:cNvPr>
          <p:cNvSpPr/>
          <p:nvPr/>
        </p:nvSpPr>
        <p:spPr>
          <a:xfrm>
            <a:off x="3995131" y="1849922"/>
            <a:ext cx="3173506" cy="5127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effectLst/>
                <a:latin typeface="Menlo" panose="020B0609030804020204" pitchFamily="49" charset="0"/>
              </a:rPr>
              <a:t>Username + Password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493F79-B38C-16B5-070B-919737BD1F42}"/>
              </a:ext>
            </a:extLst>
          </p:cNvPr>
          <p:cNvSpPr/>
          <p:nvPr/>
        </p:nvSpPr>
        <p:spPr>
          <a:xfrm>
            <a:off x="3995131" y="2722217"/>
            <a:ext cx="3509892" cy="5127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effectLst/>
              <a:latin typeface="Helvetica Neue" panose="02000503000000020004" pitchFamily="2" charset="0"/>
            </a:endParaRP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Biometric (fingerprint/face scan)</a:t>
            </a:r>
          </a:p>
          <a:p>
            <a:endParaRPr lang="en-US" dirty="0">
              <a:effectLst/>
              <a:latin typeface="Menlo" panose="020B060903080402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F22890-2DAD-8309-02E4-9929F7E209DE}"/>
              </a:ext>
            </a:extLst>
          </p:cNvPr>
          <p:cNvSpPr/>
          <p:nvPr/>
        </p:nvSpPr>
        <p:spPr>
          <a:xfrm>
            <a:off x="3995131" y="3562106"/>
            <a:ext cx="3509892" cy="5127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Single Sign-On (Google/Facebook/LinkedIn)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D0E4310-4457-767D-4BE4-AEBC4455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84" y="120576"/>
            <a:ext cx="10515600" cy="1325563"/>
          </a:xfrm>
        </p:spPr>
        <p:txBody>
          <a:bodyPr/>
          <a:lstStyle/>
          <a:p>
            <a:r>
              <a:rPr lang="en-US" dirty="0"/>
              <a:t>How do users log in to the system?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9D200B-042B-65DD-6AD5-C0F3639381F1}"/>
              </a:ext>
            </a:extLst>
          </p:cNvPr>
          <p:cNvSpPr/>
          <p:nvPr/>
        </p:nvSpPr>
        <p:spPr>
          <a:xfrm>
            <a:off x="8443084" y="1766241"/>
            <a:ext cx="3173506" cy="872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effectLst/>
                <a:latin typeface="Menlo" panose="020B0609030804020204" pitchFamily="49" charset="0"/>
              </a:rPr>
              <a:t>Passwords are familiar but prone to forgetting and hacking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C38A18-8E0C-38FB-01E7-F61C9D2BFA78}"/>
              </a:ext>
            </a:extLst>
          </p:cNvPr>
          <p:cNvSpPr/>
          <p:nvPr/>
        </p:nvSpPr>
        <p:spPr>
          <a:xfrm>
            <a:off x="8443084" y="3202561"/>
            <a:ext cx="3173506" cy="872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effectLst/>
                <a:latin typeface="Helvetica Neue" panose="02000503000000020004" pitchFamily="2" charset="0"/>
              </a:rPr>
              <a:t>Biometrics are convenient but raise privacy concerns and require special hardware</a:t>
            </a:r>
            <a:endParaRPr lang="en-US" sz="1400" dirty="0">
              <a:effectLst/>
              <a:latin typeface="Menlo" panose="020B060903080402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D8A19C-8B55-CFE8-1A4F-B75CA6EA34F4}"/>
              </a:ext>
            </a:extLst>
          </p:cNvPr>
          <p:cNvSpPr/>
          <p:nvPr/>
        </p:nvSpPr>
        <p:spPr>
          <a:xfrm>
            <a:off x="8443084" y="4495707"/>
            <a:ext cx="3173506" cy="872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effectLst/>
                <a:latin typeface="Helvetica Neue" panose="02000503000000020004" pitchFamily="2" charset="0"/>
              </a:rPr>
              <a:t>Single Sign-On reduces friction but depends on third-party services</a:t>
            </a:r>
            <a:endParaRPr lang="en-US" sz="1400" dirty="0">
              <a:effectLst/>
              <a:latin typeface="Menlo" panose="020B060903080402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E8EBE0-703E-366F-E826-379CDBFA05AE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3414719" y="2106298"/>
            <a:ext cx="580412" cy="30840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CD7A9E2-6CEB-03EA-DDCE-C6C20C25E7D0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414719" y="2414699"/>
            <a:ext cx="580412" cy="563894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9348DA-C752-1B65-D95E-545EEA3B0C9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414719" y="2414699"/>
            <a:ext cx="580412" cy="138416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7DEB0EC-409D-1497-3DBB-8DB0CB258965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168637" y="2100636"/>
            <a:ext cx="1274447" cy="10175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816666C-CDBF-0B4A-EB5F-42208DC212B0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7505023" y="2988116"/>
            <a:ext cx="938061" cy="65059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32F4AF-576F-F66D-8D1C-0554570636CC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7505023" y="3812404"/>
            <a:ext cx="938061" cy="1119451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CEFF9EE-37D5-1A25-5723-3B02599BC507}"/>
              </a:ext>
            </a:extLst>
          </p:cNvPr>
          <p:cNvSpPr txBox="1"/>
          <p:nvPr/>
        </p:nvSpPr>
        <p:spPr>
          <a:xfrm>
            <a:off x="690915" y="5688106"/>
            <a:ext cx="1097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Question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C7BE5F-B247-61B9-89B2-A877C2F3E35F}"/>
              </a:ext>
            </a:extLst>
          </p:cNvPr>
          <p:cNvSpPr txBox="1"/>
          <p:nvPr/>
        </p:nvSpPr>
        <p:spPr>
          <a:xfrm>
            <a:off x="4971912" y="5688106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AD418F-6895-5897-E531-A5FFB5C4CF96}"/>
              </a:ext>
            </a:extLst>
          </p:cNvPr>
          <p:cNvSpPr txBox="1"/>
          <p:nvPr/>
        </p:nvSpPr>
        <p:spPr>
          <a:xfrm>
            <a:off x="9387192" y="568810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Comment</a:t>
            </a:r>
          </a:p>
        </p:txBody>
      </p:sp>
    </p:spTree>
    <p:extLst>
      <p:ext uri="{BB962C8B-B14F-4D97-AF65-F5344CB8AC3E}">
        <p14:creationId xmlns:p14="http://schemas.microsoft.com/office/powerpoint/2010/main" val="2053102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962F-9FF4-5261-EA5D-850256FED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23616D-C964-325E-2147-9A5238409766}"/>
              </a:ext>
            </a:extLst>
          </p:cNvPr>
          <p:cNvSpPr/>
          <p:nvPr/>
        </p:nvSpPr>
        <p:spPr>
          <a:xfrm>
            <a:off x="241213" y="1849922"/>
            <a:ext cx="3173506" cy="1129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How should users navigate between the main sections of the app?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2EB7C9-8FA7-5C9C-0FED-35217F1E860E}"/>
              </a:ext>
            </a:extLst>
          </p:cNvPr>
          <p:cNvSpPr/>
          <p:nvPr/>
        </p:nvSpPr>
        <p:spPr>
          <a:xfrm>
            <a:off x="3995131" y="1849922"/>
            <a:ext cx="3173506" cy="5127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Bottom navigation bar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D96770-650A-9781-C172-FE5EBA73E602}"/>
              </a:ext>
            </a:extLst>
          </p:cNvPr>
          <p:cNvSpPr/>
          <p:nvPr/>
        </p:nvSpPr>
        <p:spPr>
          <a:xfrm>
            <a:off x="3995131" y="2722217"/>
            <a:ext cx="3509892" cy="5127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effectLst/>
              <a:latin typeface="Helvetica Neue" panose="02000503000000020004" pitchFamily="2" charset="0"/>
            </a:endParaRPr>
          </a:p>
          <a:p>
            <a:r>
              <a:rPr lang="en-US" dirty="0"/>
              <a:t>Hamburger menu</a:t>
            </a:r>
          </a:p>
          <a:p>
            <a:endParaRPr lang="en-US" dirty="0">
              <a:effectLst/>
              <a:latin typeface="Menlo" panose="020B060903080402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90E0BE-1536-994D-7E27-DF71FF9DFC7B}"/>
              </a:ext>
            </a:extLst>
          </p:cNvPr>
          <p:cNvSpPr/>
          <p:nvPr/>
        </p:nvSpPr>
        <p:spPr>
          <a:xfrm>
            <a:off x="3995131" y="3562106"/>
            <a:ext cx="3509892" cy="5127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Swipe gestures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DA6ACCD-4D46-2A82-85E2-DA17DDAF6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84" y="120576"/>
            <a:ext cx="10515600" cy="1325563"/>
          </a:xfrm>
        </p:spPr>
        <p:txBody>
          <a:bodyPr/>
          <a:lstStyle/>
          <a:p>
            <a:r>
              <a:rPr lang="en-US" b="1" dirty="0"/>
              <a:t>Navigation in a Mobile App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13D872-F7BA-E1ED-EE26-13F7342C43CE}"/>
              </a:ext>
            </a:extLst>
          </p:cNvPr>
          <p:cNvSpPr/>
          <p:nvPr/>
        </p:nvSpPr>
        <p:spPr>
          <a:xfrm>
            <a:off x="8443084" y="1766241"/>
            <a:ext cx="3173506" cy="872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Bottom bar is visible and easy to use, but limited to 4–5 items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819F04-F81B-380D-F4EB-E408B146CEA1}"/>
              </a:ext>
            </a:extLst>
          </p:cNvPr>
          <p:cNvSpPr/>
          <p:nvPr/>
        </p:nvSpPr>
        <p:spPr>
          <a:xfrm>
            <a:off x="8443084" y="3202561"/>
            <a:ext cx="3173506" cy="872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Hamburger menu hides options and reduces clutter, but decreases discoverability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2DCD4F-C83C-FB1F-DE5D-5AAD093E603A}"/>
              </a:ext>
            </a:extLst>
          </p:cNvPr>
          <p:cNvSpPr/>
          <p:nvPr/>
        </p:nvSpPr>
        <p:spPr>
          <a:xfrm>
            <a:off x="8443084" y="4495707"/>
            <a:ext cx="3173506" cy="872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Gestures feel natural but have learnability issues and accessibility problems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8A2042-A371-5BA1-3E62-2C2E5E4AC9FB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3414719" y="2106298"/>
            <a:ext cx="580412" cy="30840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2B23988-D80E-FB09-277E-1F5AD1B8DD90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414719" y="2414699"/>
            <a:ext cx="580412" cy="149830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C9D183-D80B-C786-3657-219323788679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414719" y="2414699"/>
            <a:ext cx="580412" cy="563894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3BF5948-5A4D-964B-8D58-B868BD097229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168637" y="2100636"/>
            <a:ext cx="1274447" cy="10175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2E27D9F-D9E5-556C-F7D6-C644EFE370CC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7485777" y="3797325"/>
            <a:ext cx="957307" cy="113453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50F0699-330D-FEC7-1E41-2033AC9EE8F1}"/>
              </a:ext>
            </a:extLst>
          </p:cNvPr>
          <p:cNvCxnSpPr>
            <a:cxnSpLocks/>
          </p:cNvCxnSpPr>
          <p:nvPr/>
        </p:nvCxnSpPr>
        <p:spPr>
          <a:xfrm>
            <a:off x="7505023" y="2919770"/>
            <a:ext cx="938061" cy="75541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91D4A9B-5527-77DB-4A50-470E70A644FD}"/>
              </a:ext>
            </a:extLst>
          </p:cNvPr>
          <p:cNvSpPr txBox="1"/>
          <p:nvPr/>
        </p:nvSpPr>
        <p:spPr>
          <a:xfrm>
            <a:off x="690915" y="5688106"/>
            <a:ext cx="1097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Question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8E3402-7324-2FB0-9D63-B872C14E1B89}"/>
              </a:ext>
            </a:extLst>
          </p:cNvPr>
          <p:cNvSpPr txBox="1"/>
          <p:nvPr/>
        </p:nvSpPr>
        <p:spPr>
          <a:xfrm>
            <a:off x="4971912" y="5688106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CEDA47-887C-C0F5-473E-6731958732C4}"/>
              </a:ext>
            </a:extLst>
          </p:cNvPr>
          <p:cNvSpPr txBox="1"/>
          <p:nvPr/>
        </p:nvSpPr>
        <p:spPr>
          <a:xfrm>
            <a:off x="9387192" y="568810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Comment</a:t>
            </a:r>
          </a:p>
        </p:txBody>
      </p:sp>
    </p:spTree>
    <p:extLst>
      <p:ext uri="{BB962C8B-B14F-4D97-AF65-F5344CB8AC3E}">
        <p14:creationId xmlns:p14="http://schemas.microsoft.com/office/powerpoint/2010/main" val="2189511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0D7D2-A940-94B4-1B80-D09C60A1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0F9251-28C3-0F7B-58EC-D3B00B6545B9}"/>
              </a:ext>
            </a:extLst>
          </p:cNvPr>
          <p:cNvSpPr/>
          <p:nvPr/>
        </p:nvSpPr>
        <p:spPr>
          <a:xfrm>
            <a:off x="241213" y="1849922"/>
            <a:ext cx="3173506" cy="1129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How should the system notify users about errors?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CECC39-2E48-9D85-A2E9-C4E9FEBE6D7B}"/>
              </a:ext>
            </a:extLst>
          </p:cNvPr>
          <p:cNvSpPr/>
          <p:nvPr/>
        </p:nvSpPr>
        <p:spPr>
          <a:xfrm>
            <a:off x="3995131" y="1849922"/>
            <a:ext cx="3173506" cy="5127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Pop-up dialog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194DDC-61E0-768B-59E7-9BF3BE99F63B}"/>
              </a:ext>
            </a:extLst>
          </p:cNvPr>
          <p:cNvSpPr/>
          <p:nvPr/>
        </p:nvSpPr>
        <p:spPr>
          <a:xfrm>
            <a:off x="3995131" y="2722217"/>
            <a:ext cx="3644160" cy="5127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Inline error message near the field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2AC67C-6DB4-97DE-C709-1698E555BEA3}"/>
              </a:ext>
            </a:extLst>
          </p:cNvPr>
          <p:cNvSpPr/>
          <p:nvPr/>
        </p:nvSpPr>
        <p:spPr>
          <a:xfrm>
            <a:off x="3995131" y="3562106"/>
            <a:ext cx="3509892" cy="5127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Notification bar at the top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7D4A74F-7A6B-C19A-F21D-54D83A28F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84" y="120576"/>
            <a:ext cx="10515600" cy="1325563"/>
          </a:xfrm>
        </p:spPr>
        <p:txBody>
          <a:bodyPr/>
          <a:lstStyle/>
          <a:p>
            <a:r>
              <a:rPr lang="en-US" b="1" dirty="0"/>
              <a:t>Error Notifications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DFBAFD-1C2F-431D-3D17-216F0DA56D14}"/>
              </a:ext>
            </a:extLst>
          </p:cNvPr>
          <p:cNvSpPr/>
          <p:nvPr/>
        </p:nvSpPr>
        <p:spPr>
          <a:xfrm>
            <a:off x="8443084" y="1766241"/>
            <a:ext cx="3173506" cy="872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Pop-ups force attention but interrupt workflow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3735E0-D15A-4ADF-CF96-6A5230B21A21}"/>
              </a:ext>
            </a:extLst>
          </p:cNvPr>
          <p:cNvSpPr/>
          <p:nvPr/>
        </p:nvSpPr>
        <p:spPr>
          <a:xfrm>
            <a:off x="8443084" y="3202561"/>
            <a:ext cx="3173506" cy="872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Inline errors give context but may be overlooked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976D23-1B33-7BC8-C638-645EEAD41AB3}"/>
              </a:ext>
            </a:extLst>
          </p:cNvPr>
          <p:cNvSpPr/>
          <p:nvPr/>
        </p:nvSpPr>
        <p:spPr>
          <a:xfrm>
            <a:off x="8443084" y="4495707"/>
            <a:ext cx="3173506" cy="872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Notification bar is subtle but less effective for critical errors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0BA64D4-7C93-3B20-7FD2-9FE74FF877F2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3414719" y="2106298"/>
            <a:ext cx="580412" cy="30840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9C11AC1-0DD1-957A-715E-6039DF3B0A3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414719" y="2414699"/>
            <a:ext cx="580412" cy="149830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F8B54B-94C1-94F2-7053-AE76D5D2003D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414719" y="2414699"/>
            <a:ext cx="580412" cy="563894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273B0A8-B6E2-020E-0C1C-896D04CE9F4C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168637" y="2100636"/>
            <a:ext cx="1274447" cy="10175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79B3FEF-0BB7-477E-420A-5566C8F79C23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7485777" y="3797325"/>
            <a:ext cx="957307" cy="113453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A99C874-FC87-09CC-8F08-395D3E6D8DA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7639291" y="2978593"/>
            <a:ext cx="803793" cy="69659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404A551-47F8-EA8E-1354-87B286D29E4C}"/>
              </a:ext>
            </a:extLst>
          </p:cNvPr>
          <p:cNvSpPr txBox="1"/>
          <p:nvPr/>
        </p:nvSpPr>
        <p:spPr>
          <a:xfrm>
            <a:off x="690915" y="5688106"/>
            <a:ext cx="1097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Question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5B8698-8170-C289-46E2-86EACA766D2B}"/>
              </a:ext>
            </a:extLst>
          </p:cNvPr>
          <p:cNvSpPr txBox="1"/>
          <p:nvPr/>
        </p:nvSpPr>
        <p:spPr>
          <a:xfrm>
            <a:off x="4971912" y="5688106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81DFB4-B971-2CDE-F554-7793AD9396BD}"/>
              </a:ext>
            </a:extLst>
          </p:cNvPr>
          <p:cNvSpPr txBox="1"/>
          <p:nvPr/>
        </p:nvSpPr>
        <p:spPr>
          <a:xfrm>
            <a:off x="9387192" y="568810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Comment</a:t>
            </a:r>
          </a:p>
        </p:txBody>
      </p:sp>
    </p:spTree>
    <p:extLst>
      <p:ext uri="{BB962C8B-B14F-4D97-AF65-F5344CB8AC3E}">
        <p14:creationId xmlns:p14="http://schemas.microsoft.com/office/powerpoint/2010/main" val="7847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D395E-F89F-92AE-135B-09C572710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FE1D71-71E5-AB20-85AC-7C62902B9A53}"/>
              </a:ext>
            </a:extLst>
          </p:cNvPr>
          <p:cNvSpPr/>
          <p:nvPr/>
        </p:nvSpPr>
        <p:spPr>
          <a:xfrm>
            <a:off x="241213" y="1849922"/>
            <a:ext cx="3173506" cy="1129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How should users confirm their purchase?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BB8CC3-1BD5-93F3-D0C2-0F971F8C6B78}"/>
              </a:ext>
            </a:extLst>
          </p:cNvPr>
          <p:cNvSpPr/>
          <p:nvPr/>
        </p:nvSpPr>
        <p:spPr>
          <a:xfrm>
            <a:off x="3995131" y="1849922"/>
            <a:ext cx="3173506" cy="5127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One-click checkout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9AA931-7F26-8BDE-4436-2E1136543975}"/>
              </a:ext>
            </a:extLst>
          </p:cNvPr>
          <p:cNvSpPr/>
          <p:nvPr/>
        </p:nvSpPr>
        <p:spPr>
          <a:xfrm>
            <a:off x="3995131" y="2722217"/>
            <a:ext cx="3644160" cy="5127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Multi-step checkout (cart → address → payment → confirm)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7FA001-AF01-5A02-002B-B3FEAE736986}"/>
              </a:ext>
            </a:extLst>
          </p:cNvPr>
          <p:cNvSpPr/>
          <p:nvPr/>
        </p:nvSpPr>
        <p:spPr>
          <a:xfrm>
            <a:off x="3995131" y="3562106"/>
            <a:ext cx="3509892" cy="5127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Voice-assisted checkout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3A3FECC-BD9B-A6A4-D5EE-76392F0D3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84" y="120576"/>
            <a:ext cx="10515600" cy="1325563"/>
          </a:xfrm>
        </p:spPr>
        <p:txBody>
          <a:bodyPr/>
          <a:lstStyle/>
          <a:p>
            <a:r>
              <a:rPr lang="en-US" b="1" dirty="0"/>
              <a:t>Online Shopping Checkout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CCF5C-EA8C-8D78-81C9-6EEFA7D5A04D}"/>
              </a:ext>
            </a:extLst>
          </p:cNvPr>
          <p:cNvSpPr/>
          <p:nvPr/>
        </p:nvSpPr>
        <p:spPr>
          <a:xfrm>
            <a:off x="8443084" y="1766241"/>
            <a:ext cx="3173506" cy="872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One-click is fast but increases chances of accidental purchase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04D24F-554F-56EE-358E-13417A058D3E}"/>
              </a:ext>
            </a:extLst>
          </p:cNvPr>
          <p:cNvSpPr/>
          <p:nvPr/>
        </p:nvSpPr>
        <p:spPr>
          <a:xfrm>
            <a:off x="8443084" y="3202561"/>
            <a:ext cx="3173506" cy="872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Multi-step provides clarity but adds friction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DAA27F-9EC6-CFF0-8EC3-7C2BE1272FF2}"/>
              </a:ext>
            </a:extLst>
          </p:cNvPr>
          <p:cNvSpPr/>
          <p:nvPr/>
        </p:nvSpPr>
        <p:spPr>
          <a:xfrm>
            <a:off x="8443084" y="4495707"/>
            <a:ext cx="3173506" cy="872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Voice checkout is hands-free but not always secure or socially acceptable.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37529F-4A87-5CD3-9FB7-C61B17158DDD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3414719" y="2106298"/>
            <a:ext cx="580412" cy="30840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490C2DE-0815-DCB7-DF87-673E7FAB8B5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414719" y="2414699"/>
            <a:ext cx="580412" cy="149830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4C45298-7675-4048-2953-9E80AE227875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414719" y="2414699"/>
            <a:ext cx="580412" cy="563894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66AD133-639E-66AF-AC4F-8F6D10C5CC37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168637" y="2100636"/>
            <a:ext cx="1274447" cy="10175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9A09212-9626-6325-19B7-C72D87566D59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7485777" y="3797325"/>
            <a:ext cx="957307" cy="113453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9292874-AA84-661B-0C78-B0188F776545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7639291" y="2978593"/>
            <a:ext cx="803793" cy="69659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570D574-D79A-FA9C-CA7A-17423996D951}"/>
              </a:ext>
            </a:extLst>
          </p:cNvPr>
          <p:cNvSpPr txBox="1"/>
          <p:nvPr/>
        </p:nvSpPr>
        <p:spPr>
          <a:xfrm>
            <a:off x="690915" y="5688106"/>
            <a:ext cx="1097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Question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23B97D-CA73-62CF-F51C-EBEF11CC1496}"/>
              </a:ext>
            </a:extLst>
          </p:cNvPr>
          <p:cNvSpPr txBox="1"/>
          <p:nvPr/>
        </p:nvSpPr>
        <p:spPr>
          <a:xfrm>
            <a:off x="4971912" y="5688106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7ECAE0-5B89-F2F2-1637-2AF4E32A688C}"/>
              </a:ext>
            </a:extLst>
          </p:cNvPr>
          <p:cNvSpPr txBox="1"/>
          <p:nvPr/>
        </p:nvSpPr>
        <p:spPr>
          <a:xfrm>
            <a:off x="9387192" y="568810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Comment</a:t>
            </a:r>
          </a:p>
        </p:txBody>
      </p:sp>
    </p:spTree>
    <p:extLst>
      <p:ext uri="{BB962C8B-B14F-4D97-AF65-F5344CB8AC3E}">
        <p14:creationId xmlns:p14="http://schemas.microsoft.com/office/powerpoint/2010/main" val="3957362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90FD0-CE5A-143B-B8F6-77A02F7F4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1AFA6F-B65E-161A-52D0-54591C77CED0}"/>
              </a:ext>
            </a:extLst>
          </p:cNvPr>
          <p:cNvSpPr/>
          <p:nvPr/>
        </p:nvSpPr>
        <p:spPr>
          <a:xfrm>
            <a:off x="241213" y="1849922"/>
            <a:ext cx="3173506" cy="1129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How should the app collect user feedback?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F0A4D1-C3DF-525A-AB54-32F739F7DBF4}"/>
              </a:ext>
            </a:extLst>
          </p:cNvPr>
          <p:cNvSpPr/>
          <p:nvPr/>
        </p:nvSpPr>
        <p:spPr>
          <a:xfrm>
            <a:off x="3995131" y="1849922"/>
            <a:ext cx="3173506" cy="5127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Star rating (1–5)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FBD38F-22AE-2E22-7530-C3F265A14FC3}"/>
              </a:ext>
            </a:extLst>
          </p:cNvPr>
          <p:cNvSpPr/>
          <p:nvPr/>
        </p:nvSpPr>
        <p:spPr>
          <a:xfrm>
            <a:off x="3995131" y="2722217"/>
            <a:ext cx="3644160" cy="5127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Open-text comment box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EB8E38-163F-5FA9-824F-4951E06671D8}"/>
              </a:ext>
            </a:extLst>
          </p:cNvPr>
          <p:cNvSpPr/>
          <p:nvPr/>
        </p:nvSpPr>
        <p:spPr>
          <a:xfrm>
            <a:off x="3995131" y="3562106"/>
            <a:ext cx="3509892" cy="5127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Emoji-based reactions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072C88EC-9697-EBEF-DEC8-53D3851E7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84" y="120576"/>
            <a:ext cx="10515600" cy="1325563"/>
          </a:xfrm>
        </p:spPr>
        <p:txBody>
          <a:bodyPr/>
          <a:lstStyle/>
          <a:p>
            <a:r>
              <a:rPr lang="en-US" b="1" dirty="0"/>
              <a:t>Feedback Collection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725B28-CA01-58BC-99B3-38FF19A274CC}"/>
              </a:ext>
            </a:extLst>
          </p:cNvPr>
          <p:cNvSpPr/>
          <p:nvPr/>
        </p:nvSpPr>
        <p:spPr>
          <a:xfrm>
            <a:off x="8443084" y="1766241"/>
            <a:ext cx="3173506" cy="872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Star ratings are quick but lack detail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FCD3E2-106C-F9C7-7CF7-9DFD06FBCCAB}"/>
              </a:ext>
            </a:extLst>
          </p:cNvPr>
          <p:cNvSpPr/>
          <p:nvPr/>
        </p:nvSpPr>
        <p:spPr>
          <a:xfrm>
            <a:off x="8443084" y="3202561"/>
            <a:ext cx="3173506" cy="872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Text comments are rich but time-consuming for users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09C983-40AF-3A4A-03B3-CB330C3B391F}"/>
              </a:ext>
            </a:extLst>
          </p:cNvPr>
          <p:cNvSpPr/>
          <p:nvPr/>
        </p:nvSpPr>
        <p:spPr>
          <a:xfrm>
            <a:off x="8443084" y="4495707"/>
            <a:ext cx="3173506" cy="872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Emojis are engaging but vague in meaning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7D4AAA0-3093-4216-FFB0-3DD49742B6B9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3414719" y="2106298"/>
            <a:ext cx="580412" cy="30840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CC6D9A0-685D-98F4-6ED6-C6D3D9F87247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414719" y="2414699"/>
            <a:ext cx="580412" cy="149830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61BAD1-8313-58D6-2320-C4F03D248BBE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414719" y="2414699"/>
            <a:ext cx="580412" cy="563894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344E0E7-2361-5B53-07CC-E79B09258D86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168637" y="2100636"/>
            <a:ext cx="1274447" cy="10175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B26A854-51F1-EBC6-9219-CD27EC7C17DA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7485777" y="3797325"/>
            <a:ext cx="957307" cy="113453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A2708B9-B916-DC2C-C833-A24E56D90DD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7639291" y="2978593"/>
            <a:ext cx="803793" cy="69659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5B14ADC-8C79-F0BA-A196-7F2E04DCB260}"/>
              </a:ext>
            </a:extLst>
          </p:cNvPr>
          <p:cNvSpPr txBox="1"/>
          <p:nvPr/>
        </p:nvSpPr>
        <p:spPr>
          <a:xfrm>
            <a:off x="690915" y="5688106"/>
            <a:ext cx="1097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Question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6888FA-7B27-DB64-708E-31A222E72230}"/>
              </a:ext>
            </a:extLst>
          </p:cNvPr>
          <p:cNvSpPr txBox="1"/>
          <p:nvPr/>
        </p:nvSpPr>
        <p:spPr>
          <a:xfrm>
            <a:off x="4971912" y="5688106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BA31E5-6C6C-3316-4912-3449BDF4C1B1}"/>
              </a:ext>
            </a:extLst>
          </p:cNvPr>
          <p:cNvSpPr txBox="1"/>
          <p:nvPr/>
        </p:nvSpPr>
        <p:spPr>
          <a:xfrm>
            <a:off x="9387192" y="568810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Comment</a:t>
            </a:r>
          </a:p>
        </p:txBody>
      </p:sp>
    </p:spTree>
    <p:extLst>
      <p:ext uri="{BB962C8B-B14F-4D97-AF65-F5344CB8AC3E}">
        <p14:creationId xmlns:p14="http://schemas.microsoft.com/office/powerpoint/2010/main" val="2231267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8962A4-9989-E6E7-CCAA-942C7B020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Hierarchical Task Analysis (HTA)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78B852C-55A7-DCCE-543A-07AA011BA4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03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B3A949-05CC-E8A9-AF70-9C7D1443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88" y="-297657"/>
            <a:ext cx="10515600" cy="1325563"/>
          </a:xfrm>
        </p:spPr>
        <p:txBody>
          <a:bodyPr/>
          <a:lstStyle/>
          <a:p>
            <a:r>
              <a:rPr lang="en-US" b="1" dirty="0"/>
              <a:t>Online Shopping Checkout</a:t>
            </a:r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D5694A9-FAC1-4665-7A09-B1374E62F8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2830262"/>
              </p:ext>
            </p:extLst>
          </p:nvPr>
        </p:nvGraphicFramePr>
        <p:xfrm>
          <a:off x="716183" y="-1278480"/>
          <a:ext cx="9764210" cy="7910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658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CA18D-5EFE-9327-A50C-72A0D26F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714530-E317-F16E-4A6F-E43C6C20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28" y="580167"/>
            <a:ext cx="10515600" cy="1325563"/>
          </a:xfrm>
        </p:spPr>
        <p:txBody>
          <a:bodyPr/>
          <a:lstStyle/>
          <a:p>
            <a:r>
              <a:rPr lang="en-US" b="1" dirty="0"/>
              <a:t>ATM Cash Withdrawal</a:t>
            </a:r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B64BFE4-DED3-B4D6-7EE8-24BE014FF3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6918941"/>
              </p:ext>
            </p:extLst>
          </p:nvPr>
        </p:nvGraphicFramePr>
        <p:xfrm>
          <a:off x="292608" y="859536"/>
          <a:ext cx="11899391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8279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24D94-833A-C2C9-55F3-7DF8D655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" y="-128651"/>
            <a:ext cx="10515600" cy="1325563"/>
          </a:xfrm>
        </p:spPr>
        <p:txBody>
          <a:bodyPr/>
          <a:lstStyle/>
          <a:p>
            <a:r>
              <a:rPr lang="en-US" dirty="0"/>
              <a:t>Ordering food from </a:t>
            </a:r>
            <a:r>
              <a:rPr lang="en-US" dirty="0" err="1"/>
              <a:t>FoodPanda</a:t>
            </a:r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C857643-A463-3870-8912-6A113F1AEF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1241470"/>
              </p:ext>
            </p:extLst>
          </p:nvPr>
        </p:nvGraphicFramePr>
        <p:xfrm>
          <a:off x="502202" y="-371477"/>
          <a:ext cx="11585024" cy="84724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138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2E8F940-B18B-EB42-8F0D-33992D96B8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12E8F940-B18B-EB42-8F0D-33992D96B8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12E8F940-B18B-EB42-8F0D-33992D96B8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C850F65-5980-464C-B67C-B2091EF4DF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EC850F65-5980-464C-B67C-B2091EF4DF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EC850F65-5980-464C-B67C-B2091EF4DF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FA9857A-AA61-CE4D-AFE0-4300B0466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AFA9857A-AA61-CE4D-AFE0-4300B0466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AFA9857A-AA61-CE4D-AFE0-4300B0466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7026CE6-E35D-F749-9C7D-CA78B8E54A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57026CE6-E35D-F749-9C7D-CA78B8E54A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57026CE6-E35D-F749-9C7D-CA78B8E54A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8651985-D33D-864E-B683-E6D6ECF29D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graphicEl>
                                              <a:dgm id="{F8651985-D33D-864E-B683-E6D6ECF29D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graphicEl>
                                              <a:dgm id="{F8651985-D33D-864E-B683-E6D6ECF29D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966E4A0-A61E-D44B-AD65-94A928B6A0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graphicEl>
                                              <a:dgm id="{E966E4A0-A61E-D44B-AD65-94A928B6A0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graphicEl>
                                              <a:dgm id="{E966E4A0-A61E-D44B-AD65-94A928B6A0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6336D02-C550-D944-B631-175FA2C4F5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graphicEl>
                                              <a:dgm id="{36336D02-C550-D944-B631-175FA2C4F5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graphicEl>
                                              <a:dgm id="{36336D02-C550-D944-B631-175FA2C4F5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E5D28D3-D3C8-AB45-B92A-1915419264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graphicEl>
                                              <a:dgm id="{0E5D28D3-D3C8-AB45-B92A-1915419264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graphicEl>
                                              <a:dgm id="{0E5D28D3-D3C8-AB45-B92A-1915419264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F2FC03A-D364-1A4A-AD55-22A55BBB80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graphicEl>
                                              <a:dgm id="{EF2FC03A-D364-1A4A-AD55-22A55BBB80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graphicEl>
                                              <a:dgm id="{EF2FC03A-D364-1A4A-AD55-22A55BBB80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41A710E-E224-8346-B505-A4B47BA839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graphicEl>
                                              <a:dgm id="{841A710E-E224-8346-B505-A4B47BA839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graphicEl>
                                              <a:dgm id="{841A710E-E224-8346-B505-A4B47BA839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3CD4A0A-04B8-6F4E-AD8B-5A03C8FC36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graphicEl>
                                              <a:dgm id="{D3CD4A0A-04B8-6F4E-AD8B-5A03C8FC36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graphicEl>
                                              <a:dgm id="{D3CD4A0A-04B8-6F4E-AD8B-5A03C8FC36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41FB64C-1C0B-3A48-95FA-685663B934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graphicEl>
                                              <a:dgm id="{F41FB64C-1C0B-3A48-95FA-685663B934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graphicEl>
                                              <a:dgm id="{F41FB64C-1C0B-3A48-95FA-685663B934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D0FF7C3-78D5-B54A-BCB3-0545BA211C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graphicEl>
                                              <a:dgm id="{6D0FF7C3-78D5-B54A-BCB3-0545BA211C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graphicEl>
                                              <a:dgm id="{6D0FF7C3-78D5-B54A-BCB3-0545BA211C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1276F31-956B-6C4B-8412-B4B8FBF03D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graphicEl>
                                              <a:dgm id="{21276F31-956B-6C4B-8412-B4B8FBF03D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graphicEl>
                                              <a:dgm id="{21276F31-956B-6C4B-8412-B4B8FBF03D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C5BDEF0-558E-7348-8590-D3744386B3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graphicEl>
                                              <a:dgm id="{4C5BDEF0-558E-7348-8590-D3744386B3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graphicEl>
                                              <a:dgm id="{4C5BDEF0-558E-7348-8590-D3744386B3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34E97F8-613D-1940-8E51-92400008E4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graphicEl>
                                              <a:dgm id="{734E97F8-613D-1940-8E51-92400008E4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graphicEl>
                                              <a:dgm id="{734E97F8-613D-1940-8E51-92400008E4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2B03C40-9E83-844D-8C79-E655B3466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">
                                            <p:graphicEl>
                                              <a:dgm id="{B2B03C40-9E83-844D-8C79-E655B3466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">
                                            <p:graphicEl>
                                              <a:dgm id="{B2B03C40-9E83-844D-8C79-E655B3466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6D4D88E-236B-C049-83CE-E40C7F2453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">
                                            <p:graphicEl>
                                              <a:dgm id="{F6D4D88E-236B-C049-83CE-E40C7F2453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">
                                            <p:graphicEl>
                                              <a:dgm id="{F6D4D88E-236B-C049-83CE-E40C7F2453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072A4B0-674A-2546-B19C-F25422CF00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">
                                            <p:graphicEl>
                                              <a:dgm id="{B072A4B0-674A-2546-B19C-F25422CF00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">
                                            <p:graphicEl>
                                              <a:dgm id="{B072A4B0-674A-2546-B19C-F25422CF00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A52F6C1-BC9A-8C49-AE5A-404FECB12F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">
                                            <p:graphicEl>
                                              <a:dgm id="{EA52F6C1-BC9A-8C49-AE5A-404FECB12F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">
                                            <p:graphicEl>
                                              <a:dgm id="{EA52F6C1-BC9A-8C49-AE5A-404FECB12F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8BAEC3F-CD41-9F46-A6B0-CF701B65DA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">
                                            <p:graphicEl>
                                              <a:dgm id="{98BAEC3F-CD41-9F46-A6B0-CF701B65DA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">
                                            <p:graphicEl>
                                              <a:dgm id="{98BAEC3F-CD41-9F46-A6B0-CF701B65DA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7B64B08-945A-A945-9236-7FADEF5719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">
                                            <p:graphicEl>
                                              <a:dgm id="{87B64B08-945A-A945-9236-7FADEF5719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">
                                            <p:graphicEl>
                                              <a:dgm id="{87B64B08-945A-A945-9236-7FADEF5719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2DC153A-3AE2-8C4C-ACF6-018A821013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">
                                            <p:graphicEl>
                                              <a:dgm id="{32DC153A-3AE2-8C4C-ACF6-018A821013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">
                                            <p:graphicEl>
                                              <a:dgm id="{32DC153A-3AE2-8C4C-ACF6-018A821013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91655F3-0324-814F-A5BD-85AE5C03F7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">
                                            <p:graphicEl>
                                              <a:dgm id="{291655F3-0324-814F-A5BD-85AE5C03F7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">
                                            <p:graphicEl>
                                              <a:dgm id="{291655F3-0324-814F-A5BD-85AE5C03F7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07A58FB-2E3C-6F41-B6BC-8D3D48C1A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">
                                            <p:graphicEl>
                                              <a:dgm id="{407A58FB-2E3C-6F41-B6BC-8D3D48C1A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">
                                            <p:graphicEl>
                                              <a:dgm id="{407A58FB-2E3C-6F41-B6BC-8D3D48C1A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43C8182-C304-634C-86A8-8D5B60AB0F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">
                                            <p:graphicEl>
                                              <a:dgm id="{F43C8182-C304-634C-86A8-8D5B60AB0F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">
                                            <p:graphicEl>
                                              <a:dgm id="{F43C8182-C304-634C-86A8-8D5B60AB0F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1299E45-D1C6-9A42-913C-F8CF8F87DF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">
                                            <p:graphicEl>
                                              <a:dgm id="{81299E45-D1C6-9A42-913C-F8CF8F87DF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">
                                            <p:graphicEl>
                                              <a:dgm id="{81299E45-D1C6-9A42-913C-F8CF8F87DF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2989826-FA4E-6649-B826-FDF1168E5F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">
                                            <p:graphicEl>
                                              <a:dgm id="{12989826-FA4E-6649-B826-FDF1168E5F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">
                                            <p:graphicEl>
                                              <a:dgm id="{12989826-FA4E-6649-B826-FDF1168E5F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3821D79-B4EA-E446-BBD2-E929E82729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">
                                            <p:graphicEl>
                                              <a:dgm id="{E3821D79-B4EA-E446-BBD2-E929E82729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">
                                            <p:graphicEl>
                                              <a:dgm id="{E3821D79-B4EA-E446-BBD2-E929E82729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6CFA33A-4013-1243-BFCA-C7603E973A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">
                                            <p:graphicEl>
                                              <a:dgm id="{06CFA33A-4013-1243-BFCA-C7603E973A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">
                                            <p:graphicEl>
                                              <a:dgm id="{06CFA33A-4013-1243-BFCA-C7603E973A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85D308A-FA7D-C54E-962C-8B2614DAC8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3">
                                            <p:graphicEl>
                                              <a:dgm id="{D85D308A-FA7D-C54E-962C-8B2614DAC8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">
                                            <p:graphicEl>
                                              <a:dgm id="{D85D308A-FA7D-C54E-962C-8B2614DAC8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A1D8FE4-0F6F-8E48-B70C-DB93A57812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3">
                                            <p:graphicEl>
                                              <a:dgm id="{BA1D8FE4-0F6F-8E48-B70C-DB93A57812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3">
                                            <p:graphicEl>
                                              <a:dgm id="{BA1D8FE4-0F6F-8E48-B70C-DB93A57812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0AEFE68-25A8-8D40-A4FC-BBD2CE3A20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3">
                                            <p:graphicEl>
                                              <a:dgm id="{E0AEFE68-25A8-8D40-A4FC-BBD2CE3A20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3">
                                            <p:graphicEl>
                                              <a:dgm id="{E0AEFE68-25A8-8D40-A4FC-BBD2CE3A20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6962BB9-824C-D748-B1D4-C4790A5BE4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3">
                                            <p:graphicEl>
                                              <a:dgm id="{26962BB9-824C-D748-B1D4-C4790A5BE4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3">
                                            <p:graphicEl>
                                              <a:dgm id="{26962BB9-824C-D748-B1D4-C4790A5BE4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BF6F809-3A82-3940-BD5C-B348890CC1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3">
                                            <p:graphicEl>
                                              <a:dgm id="{1BF6F809-3A82-3940-BD5C-B348890CC1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3">
                                            <p:graphicEl>
                                              <a:dgm id="{1BF6F809-3A82-3940-BD5C-B348890CC1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307278-5063-784A-8B45-40B5E89E6D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3">
                                            <p:graphicEl>
                                              <a:dgm id="{C1307278-5063-784A-8B45-40B5E89E6D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3">
                                            <p:graphicEl>
                                              <a:dgm id="{C1307278-5063-784A-8B45-40B5E89E6D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B95B9FF-E066-384C-8B83-D89ED4A0D7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3">
                                            <p:graphicEl>
                                              <a:dgm id="{1B95B9FF-E066-384C-8B83-D89ED4A0D7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3">
                                            <p:graphicEl>
                                              <a:dgm id="{1B95B9FF-E066-384C-8B83-D89ED4A0D7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711392D-D202-024A-BB54-161D2EED1C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3">
                                            <p:graphicEl>
                                              <a:dgm id="{E711392D-D202-024A-BB54-161D2EED1C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3">
                                            <p:graphicEl>
                                              <a:dgm id="{E711392D-D202-024A-BB54-161D2EED1C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95E32E4-6E91-C14D-A195-B818FF834F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3">
                                            <p:graphicEl>
                                              <a:dgm id="{B95E32E4-6E91-C14D-A195-B818FF834F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3">
                                            <p:graphicEl>
                                              <a:dgm id="{B95E32E4-6E91-C14D-A195-B818FF834F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7BEDD15-2D7B-3E4B-A71B-44F886AB6C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3">
                                            <p:graphicEl>
                                              <a:dgm id="{47BEDD15-2D7B-3E4B-A71B-44F886AB6C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3">
                                            <p:graphicEl>
                                              <a:dgm id="{47BEDD15-2D7B-3E4B-A71B-44F886AB6C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D14BBF9-FE33-E045-8F1B-24E914273D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3">
                                            <p:graphicEl>
                                              <a:dgm id="{3D14BBF9-FE33-E045-8F1B-24E914273D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3">
                                            <p:graphicEl>
                                              <a:dgm id="{3D14BBF9-FE33-E045-8F1B-24E914273D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lvl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C5CB-F661-FB44-0A07-D1D73F8C7D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State Transition Network</a:t>
            </a:r>
            <a:br>
              <a:rPr lang="en-US" dirty="0"/>
            </a:br>
            <a:r>
              <a:rPr lang="en-US" dirty="0"/>
              <a:t>(STN)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14262-5403-7B12-C96F-C51E499BA7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39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B57F417-A05D-5D02-4028-1689497AA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846" y="1553844"/>
            <a:ext cx="7655583" cy="207835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6BC2F5-C417-BD43-A58B-E8E00A370E2D}"/>
              </a:ext>
            </a:extLst>
          </p:cNvPr>
          <p:cNvSpPr txBox="1"/>
          <p:nvPr/>
        </p:nvSpPr>
        <p:spPr>
          <a:xfrm>
            <a:off x="1701800" y="59252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basic idea is to define a machine that has a number of states (hence the term finite state machine)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632D69-4015-F37D-9071-D53AFEF6EA71}"/>
              </a:ext>
            </a:extLst>
          </p:cNvPr>
          <p:cNvSpPr txBox="1"/>
          <p:nvPr/>
        </p:nvSpPr>
        <p:spPr>
          <a:xfrm>
            <a:off x="4266154" y="36322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STN for attending a course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710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386AAA-32B4-FA08-9AEE-380FF2F1D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767" y="860361"/>
            <a:ext cx="5967921" cy="402469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35580B-5E74-354F-4CBF-F061E71538D7}"/>
              </a:ext>
            </a:extLst>
          </p:cNvPr>
          <p:cNvSpPr txBox="1"/>
          <p:nvPr/>
        </p:nvSpPr>
        <p:spPr>
          <a:xfrm>
            <a:off x="3046476" y="5674473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State Transition Diagram of a bottle in a bottling plant.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650855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DF2A78-B60E-CBF9-E7B6-B4D517503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19" b="11342"/>
          <a:stretch>
            <a:fillRect/>
          </a:stretch>
        </p:blipFill>
        <p:spPr bwMode="auto">
          <a:xfrm>
            <a:off x="2487168" y="2000249"/>
            <a:ext cx="8092440" cy="412623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12D1F9-2376-1ED0-4B14-FA3F69B25262}"/>
              </a:ext>
            </a:extLst>
          </p:cNvPr>
          <p:cNvSpPr txBox="1"/>
          <p:nvPr/>
        </p:nvSpPr>
        <p:spPr>
          <a:xfrm>
            <a:off x="3881628" y="5822942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State Transition Diagram of winning a chess game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007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654</Words>
  <Application>Microsoft Macintosh PowerPoint</Application>
  <PresentationFormat>Widescreen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Helvetica Neue</vt:lpstr>
      <vt:lpstr>Menlo</vt:lpstr>
      <vt:lpstr>Times New Roman</vt:lpstr>
      <vt:lpstr>Office Theme</vt:lpstr>
      <vt:lpstr>Question Option Comment (QOC)</vt:lpstr>
      <vt:lpstr>How do users log in to the system?</vt:lpstr>
      <vt:lpstr>Navigation in a Mobile App</vt:lpstr>
      <vt:lpstr>Error Notifications</vt:lpstr>
      <vt:lpstr>Online Shopping Checkout</vt:lpstr>
      <vt:lpstr>Feedback Collection</vt:lpstr>
      <vt:lpstr>Hierarchical Task Analysis (HTA)</vt:lpstr>
      <vt:lpstr>Online Shopping Checkout</vt:lpstr>
      <vt:lpstr>ATM Cash Withdrawal</vt:lpstr>
      <vt:lpstr>Ordering food from FoodPanda</vt:lpstr>
      <vt:lpstr>State Transition Network (STN)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Shakeel Ahmed Khoja / Professor and Dean School of Mathematics and Computer Science</dc:creator>
  <cp:lastModifiedBy>Dr. Shakeel Ahmed Khoja / Professor and Dean School of Mathematics and Computer Science</cp:lastModifiedBy>
  <cp:revision>2</cp:revision>
  <dcterms:created xsi:type="dcterms:W3CDTF">2025-09-09T06:59:41Z</dcterms:created>
  <dcterms:modified xsi:type="dcterms:W3CDTF">2025-09-09T10:09:48Z</dcterms:modified>
</cp:coreProperties>
</file>