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451"/>
    <p:restoredTop sz="94658"/>
  </p:normalViewPr>
  <p:slideViewPr>
    <p:cSldViewPr snapToGrid="0" snapToObjects="1">
      <p:cViewPr varScale="1">
        <p:scale>
          <a:sx n="112" d="100"/>
          <a:sy n="112" d="100"/>
        </p:scale>
        <p:origin x="200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9D75D-8FF9-2349-9E51-083C04823E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5941BB-E541-F240-A6F4-BA41C241D6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03FD55-C3B8-4945-A0CD-84BA65754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0CE88-D167-E044-98AE-3E76FED1A0E0}" type="datetimeFigureOut">
              <a:rPr lang="en-US" smtClean="0"/>
              <a:t>9/23/25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E0546A-237A-EB4F-9947-95802D964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2C5C27-E040-A84C-8553-F100CD8D7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7EB35-4CF2-2B4B-A6DB-014E8BD181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2503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FA906-3AF7-9340-B4EC-ACAD1D797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78EF76-887A-C34C-8751-C12A590ECC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812D3D-3E61-454E-ACD2-99B5DD74A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0CE88-D167-E044-98AE-3E76FED1A0E0}" type="datetimeFigureOut">
              <a:rPr lang="en-US" smtClean="0"/>
              <a:t>9/23/25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A630C3-EA70-2B43-B42D-EAC4E8625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13F39F-9C06-A445-A3A5-5BD74667F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7EB35-4CF2-2B4B-A6DB-014E8BD181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4093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54476-5B0D-6D4E-A306-4DA305A4B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4E39CD-66CA-314A-8BDA-0ADD6E2972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59CB2C-E930-9C40-945B-86A4D88D9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0CE88-D167-E044-98AE-3E76FED1A0E0}" type="datetimeFigureOut">
              <a:rPr lang="en-US" smtClean="0"/>
              <a:t>9/23/25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82FD65-3B0F-1848-B4A7-6D521C0DE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9B6864-FB61-3743-95DC-A9FEA51C1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7EB35-4CF2-2B4B-A6DB-014E8BD181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5280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C9D72-8B01-684A-97A2-43BA2AF0E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6759C7-E8C1-EC43-8E84-FE605F74F6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2F17DE-D5D4-234B-AB8A-9E84FA51C2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055A14-1717-9841-9AEB-877E25A34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0CE88-D167-E044-98AE-3E76FED1A0E0}" type="datetimeFigureOut">
              <a:rPr lang="en-US" smtClean="0"/>
              <a:t>9/23/25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2BB6EF-7812-DE4E-901A-01E1D1E31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AB7A70-B8BD-F34C-9A99-4A49358FD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7EB35-4CF2-2B4B-A6DB-014E8BD181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6670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75012-BC32-C843-BAED-1353E306F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2A4A20-55E2-DA41-8315-4E1B593FFA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5F38F6-459B-E84D-85A9-BEBBEF31A4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C23D61-7F22-3642-9662-11263B2C11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3ED6C6-2529-7B48-88F6-52734E692A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7F23B0-9A0D-D240-BFD2-B0340D6D8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0CE88-D167-E044-98AE-3E76FED1A0E0}" type="datetimeFigureOut">
              <a:rPr lang="en-US" smtClean="0"/>
              <a:t>9/23/25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36A068-7E8B-D940-AE99-DB4F56A81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E8709D-4C48-B240-AFC1-FF2CA7871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7EB35-4CF2-2B4B-A6DB-014E8BD181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4695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0A634-093C-CE41-8251-B86C885B1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E66005-1A8D-E543-BF79-1110EF857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0CE88-D167-E044-98AE-3E76FED1A0E0}" type="datetimeFigureOut">
              <a:rPr lang="en-US" smtClean="0"/>
              <a:t>9/23/25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1CE1A0-BC42-FC4E-8429-CF70A53B4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D7705F-9379-6847-8312-2E928F216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7EB35-4CF2-2B4B-A6DB-014E8BD181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4047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16B454-7ECE-2945-8210-B0B63D925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0CE88-D167-E044-98AE-3E76FED1A0E0}" type="datetimeFigureOut">
              <a:rPr lang="en-US" smtClean="0"/>
              <a:t>9/23/25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87FB6B-AE7F-BC46-9A3D-BC06BEBFD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3E0765-E1E9-D54E-9637-1B3E9B5DE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7EB35-4CF2-2B4B-A6DB-014E8BD181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346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8D535-2983-4746-9AD0-A447C8158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981933-4B5F-504F-BC52-C02F825518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0DD8F6-40CF-C742-A46B-F5706C7B83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734E2A-3F6B-6744-B66A-B040AE695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0CE88-D167-E044-98AE-3E76FED1A0E0}" type="datetimeFigureOut">
              <a:rPr lang="en-US" smtClean="0"/>
              <a:t>9/23/25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AE1529-5011-1742-9E1D-5294747F0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451431-1C45-9249-94D4-C76341BE7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7EB35-4CF2-2B4B-A6DB-014E8BD181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5289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E6760-C53C-714E-9647-9A8DC7D79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627B74-6989-014C-9A9C-1B26AAB70A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3146C9-A8C9-C741-8032-B1F613D9EA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01917D-50B0-7B4B-B23B-67CA84562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0CE88-D167-E044-98AE-3E76FED1A0E0}" type="datetimeFigureOut">
              <a:rPr lang="en-US" smtClean="0"/>
              <a:t>9/23/25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B47986-EB04-4C4F-A8D2-93E4ADB5C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4810A9-27BC-244B-83E7-276A24485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7EB35-4CF2-2B4B-A6DB-014E8BD181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0291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BDF5F-179A-AE46-8E9F-37B5C448A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A29016-9869-C647-8596-9FF5902519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8F237A-D323-6546-9334-69CA0FF87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0CE88-D167-E044-98AE-3E76FED1A0E0}" type="datetimeFigureOut">
              <a:rPr lang="en-US" smtClean="0"/>
              <a:t>9/23/25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0BC0DC-1142-D346-BB86-FEFD2FF0F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3651BE-4882-FF43-86DF-40B411A4B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7EB35-4CF2-2B4B-A6DB-014E8BD181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8135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06328A-7C78-EE48-88C9-1BE5379386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9FA5C2-1ABC-E04F-A88A-8F31204767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AE26B8-F131-B943-BBBF-77AB45801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0CE88-D167-E044-98AE-3E76FED1A0E0}" type="datetimeFigureOut">
              <a:rPr lang="en-US" smtClean="0"/>
              <a:t>9/23/25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CE38AD-F405-3F41-85A8-E530C33CE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856451-A193-AA4D-99B6-44AF5A46E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7EB35-4CF2-2B4B-A6DB-014E8BD181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6150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226792-24F4-084F-8F5E-4FF91EB58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68EC27-53CC-3C4C-BF2C-E1291D38EA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88ABF0-5AB6-F049-A6BE-4BE6422134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B0CE88-D167-E044-98AE-3E76FED1A0E0}" type="datetimeFigureOut">
              <a:rPr lang="en-US" smtClean="0"/>
              <a:t>9/23/25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ED5669-A73F-FF4A-BD43-FC0B24C9C6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4BCDF4-DEFC-B942-82B4-6A6EDD84E0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D7EB35-4CF2-2B4B-A6DB-014E8BD181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2936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bit.ly/3fpF1HA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836C5-5E9F-0C4C-AC6E-133DF37B228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5A8412-F060-9B4D-A6B3-6EF0FEA1D3D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140CEF9-65A1-C14F-B8BC-0334462C9E3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787" t="16367" r="27782" b="7567"/>
          <a:stretch/>
        </p:blipFill>
        <p:spPr>
          <a:xfrm>
            <a:off x="0" y="-2869"/>
            <a:ext cx="6685005" cy="7025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43565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F6730-0C54-434A-B21C-90610D6C6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2B21953-BCF2-4B4A-B149-9A0D7E16B0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7070" t="18757" r="28049" b="5345"/>
          <a:stretch/>
        </p:blipFill>
        <p:spPr>
          <a:xfrm>
            <a:off x="0" y="-1"/>
            <a:ext cx="6326659" cy="6812245"/>
          </a:xfrm>
        </p:spPr>
      </p:pic>
    </p:spTree>
    <p:extLst>
      <p:ext uri="{BB962C8B-B14F-4D97-AF65-F5344CB8AC3E}">
        <p14:creationId xmlns:p14="http://schemas.microsoft.com/office/powerpoint/2010/main" val="30595669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44011-037E-714A-B5A9-63260D930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6162F7E-D22D-2640-90BF-2E28F121C2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7157" t="16259" r="28182" b="5363"/>
          <a:stretch/>
        </p:blipFill>
        <p:spPr>
          <a:xfrm>
            <a:off x="-1" y="0"/>
            <a:ext cx="6153665" cy="6876158"/>
          </a:xfrm>
        </p:spPr>
      </p:pic>
    </p:spTree>
    <p:extLst>
      <p:ext uri="{BB962C8B-B14F-4D97-AF65-F5344CB8AC3E}">
        <p14:creationId xmlns:p14="http://schemas.microsoft.com/office/powerpoint/2010/main" val="6046835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A2257-6B75-9641-8516-EDB1A58B0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5DE181F-CD98-C44B-9DDD-98C9110860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7316" t="17086" r="27753" b="5227"/>
          <a:stretch/>
        </p:blipFill>
        <p:spPr>
          <a:xfrm>
            <a:off x="-1" y="0"/>
            <a:ext cx="6229467" cy="6858000"/>
          </a:xfrm>
        </p:spPr>
      </p:pic>
    </p:spTree>
    <p:extLst>
      <p:ext uri="{BB962C8B-B14F-4D97-AF65-F5344CB8AC3E}">
        <p14:creationId xmlns:p14="http://schemas.microsoft.com/office/powerpoint/2010/main" val="14250148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F7928-A935-D54E-8141-36EA1F378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8923EF1-42EA-5840-A35B-0E50F5E578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7106" t="16043" r="27892" b="5970"/>
          <a:stretch/>
        </p:blipFill>
        <p:spPr>
          <a:xfrm>
            <a:off x="0" y="-1"/>
            <a:ext cx="6252519" cy="6899147"/>
          </a:xfrm>
        </p:spPr>
      </p:pic>
    </p:spTree>
    <p:extLst>
      <p:ext uri="{BB962C8B-B14F-4D97-AF65-F5344CB8AC3E}">
        <p14:creationId xmlns:p14="http://schemas.microsoft.com/office/powerpoint/2010/main" val="26909142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A2981-F594-FB49-8270-2F74C133F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60F6FA1-A6C7-CE44-93B9-D68463964D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6959" t="14466" r="28083" b="5633"/>
          <a:stretch/>
        </p:blipFill>
        <p:spPr>
          <a:xfrm>
            <a:off x="-98855" y="0"/>
            <a:ext cx="6096000" cy="6898270"/>
          </a:xfrm>
        </p:spPr>
      </p:pic>
    </p:spTree>
    <p:extLst>
      <p:ext uri="{BB962C8B-B14F-4D97-AF65-F5344CB8AC3E}">
        <p14:creationId xmlns:p14="http://schemas.microsoft.com/office/powerpoint/2010/main" val="5323112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4F986-CED3-2E44-99E6-4FBA44C8F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ADA3CE0-4477-A745-B8F3-7176A3F30D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7309" t="16046" r="27978" b="5811"/>
          <a:stretch/>
        </p:blipFill>
        <p:spPr>
          <a:xfrm>
            <a:off x="-1" y="-1"/>
            <a:ext cx="6163058" cy="6858001"/>
          </a:xfrm>
        </p:spPr>
      </p:pic>
    </p:spTree>
    <p:extLst>
      <p:ext uri="{BB962C8B-B14F-4D97-AF65-F5344CB8AC3E}">
        <p14:creationId xmlns:p14="http://schemas.microsoft.com/office/powerpoint/2010/main" val="11072799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F97CE-503F-6446-A5F5-786277095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C3C686A-4005-9749-A5D1-30BFEEB43F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7458" t="16042" r="27868" b="6991"/>
          <a:stretch/>
        </p:blipFill>
        <p:spPr>
          <a:xfrm>
            <a:off x="0" y="0"/>
            <a:ext cx="6251768" cy="6858000"/>
          </a:xfrm>
        </p:spPr>
      </p:pic>
    </p:spTree>
    <p:extLst>
      <p:ext uri="{BB962C8B-B14F-4D97-AF65-F5344CB8AC3E}">
        <p14:creationId xmlns:p14="http://schemas.microsoft.com/office/powerpoint/2010/main" val="32492662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1B8BA-6ACF-3941-AF7F-00346B6E3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8A2CE6B-A816-7447-87AB-687D30FB35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7273" t="16196" r="28271" b="6979"/>
          <a:stretch/>
        </p:blipFill>
        <p:spPr>
          <a:xfrm>
            <a:off x="0" y="0"/>
            <a:ext cx="6240162" cy="6866132"/>
          </a:xfrm>
        </p:spPr>
      </p:pic>
    </p:spTree>
    <p:extLst>
      <p:ext uri="{BB962C8B-B14F-4D97-AF65-F5344CB8AC3E}">
        <p14:creationId xmlns:p14="http://schemas.microsoft.com/office/powerpoint/2010/main" val="30759386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F9817-D6DA-6640-97E2-42CAF0F5B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B8D6C4C-0834-2743-820D-204262A8D6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7729" t="14766" r="27869" b="8267"/>
          <a:stretch/>
        </p:blipFill>
        <p:spPr>
          <a:xfrm>
            <a:off x="0" y="0"/>
            <a:ext cx="6190735" cy="6832460"/>
          </a:xfrm>
        </p:spPr>
      </p:pic>
    </p:spTree>
    <p:extLst>
      <p:ext uri="{BB962C8B-B14F-4D97-AF65-F5344CB8AC3E}">
        <p14:creationId xmlns:p14="http://schemas.microsoft.com/office/powerpoint/2010/main" val="5793842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709D9-07E5-2902-E6BB-B90F20708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Class 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975091-5383-0EF6-A749-AD1F13B8E2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GB" dirty="0">
                <a:hlinkClick r:id="rId2"/>
              </a:rPr>
              <a:t>https://bit.ly/3fpF1HA</a:t>
            </a:r>
            <a:endParaRPr lang="en-GB" dirty="0"/>
          </a:p>
          <a:p>
            <a:endParaRPr lang="en-GB" dirty="0"/>
          </a:p>
          <a:p>
            <a:pPr marL="0" lvl="0" indent="0">
              <a:buNone/>
            </a:pPr>
            <a:r>
              <a:rPr lang="en-US" dirty="0"/>
              <a:t>Using Yango app: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Book a Comfort ride and enter the destination </a:t>
            </a:r>
            <a:r>
              <a:rPr lang="en-US" dirty="0" err="1"/>
              <a:t>LuckyOne</a:t>
            </a:r>
            <a:r>
              <a:rPr lang="en-US" dirty="0"/>
              <a:t> Mall and pickup from IBA Main Campus. Confirm ride and choose payment method as Jazz cash, also enable the traffic display option as well.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Book a courier delivery and add a pick-up time for tomorrow at 10 am, and provide instructions to the rider to bring a 1 kg box for the parcel.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Book a truck for moving furniture with two loaders and enter the date for tomorrow at 5 pm.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Buy at least 5 grocery items from the deal card and pay using the </a:t>
            </a:r>
            <a:r>
              <a:rPr lang="en-US" dirty="0" err="1"/>
              <a:t>Easypaisa</a:t>
            </a:r>
            <a:r>
              <a:rPr lang="en-US" dirty="0"/>
              <a:t> option. Please also apply the Rs 100 Discount Voucher before paying.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307656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602</TotalTime>
  <Words>127</Words>
  <Application>Microsoft Macintosh PowerPoint</Application>
  <PresentationFormat>Widescreen</PresentationFormat>
  <Paragraphs>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Class exercise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Dr. Shakeel Ahmed Khoja / Professor and Dean School of Mathematics and Computer Science</cp:lastModifiedBy>
  <cp:revision>4</cp:revision>
  <dcterms:created xsi:type="dcterms:W3CDTF">2018-12-03T12:33:47Z</dcterms:created>
  <dcterms:modified xsi:type="dcterms:W3CDTF">2025-09-23T16:53:36Z</dcterms:modified>
</cp:coreProperties>
</file>