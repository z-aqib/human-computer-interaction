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p:sldMasterIdLst>
    <p:sldMasterId id="2147483648" r:id="rId1"/>
  </p:sldMasterIdLst>
  <p:notesMasterIdLst>
    <p:notesMasterId r:id="rId97"/>
  </p:notesMasterIdLst>
  <p:handoutMasterIdLst>
    <p:handoutMasterId r:id="rId98"/>
  </p:handoutMasterIdLst>
  <p:sldIdLst>
    <p:sldId id="342" r:id="rId2"/>
    <p:sldId id="344" r:id="rId3"/>
    <p:sldId id="345" r:id="rId4"/>
    <p:sldId id="343" r:id="rId5"/>
    <p:sldId id="277" r:id="rId6"/>
    <p:sldId id="278" r:id="rId7"/>
    <p:sldId id="279" r:id="rId8"/>
    <p:sldId id="388" r:id="rId9"/>
    <p:sldId id="396" r:id="rId10"/>
    <p:sldId id="398" r:id="rId11"/>
    <p:sldId id="397" r:id="rId12"/>
    <p:sldId id="399" r:id="rId13"/>
    <p:sldId id="417" r:id="rId14"/>
    <p:sldId id="346" r:id="rId15"/>
    <p:sldId id="381" r:id="rId16"/>
    <p:sldId id="347" r:id="rId17"/>
    <p:sldId id="281" r:id="rId18"/>
    <p:sldId id="348" r:id="rId19"/>
    <p:sldId id="349" r:id="rId20"/>
    <p:sldId id="383" r:id="rId21"/>
    <p:sldId id="350" r:id="rId22"/>
    <p:sldId id="280" r:id="rId23"/>
    <p:sldId id="289" r:id="rId24"/>
    <p:sldId id="290" r:id="rId25"/>
    <p:sldId id="351" r:id="rId26"/>
    <p:sldId id="354" r:id="rId27"/>
    <p:sldId id="285" r:id="rId28"/>
    <p:sldId id="286" r:id="rId29"/>
    <p:sldId id="287" r:id="rId30"/>
    <p:sldId id="409" r:id="rId31"/>
    <p:sldId id="410" r:id="rId32"/>
    <p:sldId id="293" r:id="rId33"/>
    <p:sldId id="353" r:id="rId34"/>
    <p:sldId id="352" r:id="rId35"/>
    <p:sldId id="384" r:id="rId36"/>
    <p:sldId id="355" r:id="rId37"/>
    <p:sldId id="357" r:id="rId38"/>
    <p:sldId id="359" r:id="rId39"/>
    <p:sldId id="380" r:id="rId40"/>
    <p:sldId id="360" r:id="rId41"/>
    <p:sldId id="362" r:id="rId42"/>
    <p:sldId id="364" r:id="rId43"/>
    <p:sldId id="365" r:id="rId44"/>
    <p:sldId id="366" r:id="rId45"/>
    <p:sldId id="367" r:id="rId46"/>
    <p:sldId id="363" r:id="rId47"/>
    <p:sldId id="393" r:id="rId48"/>
    <p:sldId id="394" r:id="rId49"/>
    <p:sldId id="369" r:id="rId50"/>
    <p:sldId id="370" r:id="rId51"/>
    <p:sldId id="371" r:id="rId52"/>
    <p:sldId id="382" r:id="rId53"/>
    <p:sldId id="372" r:id="rId54"/>
    <p:sldId id="395" r:id="rId55"/>
    <p:sldId id="373" r:id="rId56"/>
    <p:sldId id="374" r:id="rId57"/>
    <p:sldId id="376" r:id="rId58"/>
    <p:sldId id="377" r:id="rId59"/>
    <p:sldId id="385" r:id="rId60"/>
    <p:sldId id="412" r:id="rId61"/>
    <p:sldId id="387" r:id="rId62"/>
    <p:sldId id="416" r:id="rId63"/>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400" r:id="rId82"/>
    <p:sldId id="401" r:id="rId83"/>
    <p:sldId id="389" r:id="rId84"/>
    <p:sldId id="406" r:id="rId85"/>
    <p:sldId id="402" r:id="rId86"/>
    <p:sldId id="390" r:id="rId87"/>
    <p:sldId id="403" r:id="rId88"/>
    <p:sldId id="404" r:id="rId89"/>
    <p:sldId id="408" r:id="rId90"/>
    <p:sldId id="405" r:id="rId91"/>
    <p:sldId id="386" r:id="rId92"/>
    <p:sldId id="282" r:id="rId93"/>
    <p:sldId id="391" r:id="rId94"/>
    <p:sldId id="283" r:id="rId95"/>
    <p:sldId id="392" r:id="rId96"/>
  </p:sldIdLst>
  <p:sldSz cx="9144000" cy="6858000" type="screen4x3"/>
  <p:notesSz cx="6858000" cy="9144000"/>
  <p:custDataLst>
    <p:tags r:id="rId99"/>
  </p:custDataLst>
  <p:defaultTextStyle>
    <a:defPPr>
      <a:defRPr lang="en-GB"/>
    </a:defPPr>
    <a:lvl1pPr algn="l" rtl="0" eaLnBrk="0" fontAlgn="base" hangingPunct="0">
      <a:spcBef>
        <a:spcPct val="0"/>
      </a:spcBef>
      <a:spcAft>
        <a:spcPct val="0"/>
      </a:spcAft>
      <a:defRPr sz="2400" kern="1200">
        <a:solidFill>
          <a:schemeClr val="tx1"/>
        </a:solidFill>
        <a:latin typeface="Times"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 charset="0"/>
        <a:ea typeface="+mn-ea"/>
        <a:cs typeface="+mn-cs"/>
      </a:defRPr>
    </a:lvl5pPr>
    <a:lvl6pPr marL="2286000" algn="l" defTabSz="914400" rtl="0" eaLnBrk="1" latinLnBrk="0" hangingPunct="1">
      <a:defRPr sz="2400" kern="1200">
        <a:solidFill>
          <a:schemeClr val="tx1"/>
        </a:solidFill>
        <a:latin typeface="Times" pitchFamily="1" charset="0"/>
        <a:ea typeface="+mn-ea"/>
        <a:cs typeface="+mn-cs"/>
      </a:defRPr>
    </a:lvl6pPr>
    <a:lvl7pPr marL="2743200" algn="l" defTabSz="914400" rtl="0" eaLnBrk="1" latinLnBrk="0" hangingPunct="1">
      <a:defRPr sz="2400" kern="1200">
        <a:solidFill>
          <a:schemeClr val="tx1"/>
        </a:solidFill>
        <a:latin typeface="Times" pitchFamily="1" charset="0"/>
        <a:ea typeface="+mn-ea"/>
        <a:cs typeface="+mn-cs"/>
      </a:defRPr>
    </a:lvl7pPr>
    <a:lvl8pPr marL="3200400" algn="l" defTabSz="914400" rtl="0" eaLnBrk="1" latinLnBrk="0" hangingPunct="1">
      <a:defRPr sz="2400" kern="1200">
        <a:solidFill>
          <a:schemeClr val="tx1"/>
        </a:solidFill>
        <a:latin typeface="Times" pitchFamily="1" charset="0"/>
        <a:ea typeface="+mn-ea"/>
        <a:cs typeface="+mn-cs"/>
      </a:defRPr>
    </a:lvl8pPr>
    <a:lvl9pPr marL="3657600" algn="l" defTabSz="914400" rtl="0" eaLnBrk="1" latinLnBrk="0" hangingPunct="1">
      <a:defRPr sz="2400" kern="1200">
        <a:solidFill>
          <a:schemeClr val="tx1"/>
        </a:solidFill>
        <a:latin typeface="Times"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25" autoAdjust="0"/>
    <p:restoredTop sz="90929" autoAdjust="0"/>
  </p:normalViewPr>
  <p:slideViewPr>
    <p:cSldViewPr>
      <p:cViewPr varScale="1">
        <p:scale>
          <a:sx n="108" d="100"/>
          <a:sy n="108" d="100"/>
        </p:scale>
        <p:origin x="138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7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gs" Target="tags/tag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1DFD30-64F5-9235-A0DC-2F110A8A9D5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charset="0"/>
              </a:defRPr>
            </a:lvl1pPr>
          </a:lstStyle>
          <a:p>
            <a:pPr>
              <a:defRPr/>
            </a:pPr>
            <a:endParaRPr lang="en-US"/>
          </a:p>
        </p:txBody>
      </p:sp>
      <p:sp>
        <p:nvSpPr>
          <p:cNvPr id="3" name="Date Placeholder 2">
            <a:extLst>
              <a:ext uri="{FF2B5EF4-FFF2-40B4-BE49-F238E27FC236}">
                <a16:creationId xmlns:a16="http://schemas.microsoft.com/office/drawing/2014/main" id="{DDFE3FF1-20A2-EF83-1A8A-A90717F5BAB8}"/>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Times" charset="0"/>
              </a:defRPr>
            </a:lvl1pPr>
          </a:lstStyle>
          <a:p>
            <a:pPr>
              <a:defRPr/>
            </a:pPr>
            <a:fld id="{D08BD29F-7AE8-AD45-8D60-7DA6F79FF69C}" type="datetimeFigureOut">
              <a:rPr lang="en-US"/>
              <a:pPr>
                <a:defRPr/>
              </a:pPr>
              <a:t>9/30/25</a:t>
            </a:fld>
            <a:endParaRPr lang="en-US"/>
          </a:p>
        </p:txBody>
      </p:sp>
      <p:sp>
        <p:nvSpPr>
          <p:cNvPr id="4" name="Footer Placeholder 3">
            <a:extLst>
              <a:ext uri="{FF2B5EF4-FFF2-40B4-BE49-F238E27FC236}">
                <a16:creationId xmlns:a16="http://schemas.microsoft.com/office/drawing/2014/main" id="{99BDC5F4-D5D1-42AE-D774-FBF8E0DF7510}"/>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Times" charset="0"/>
              </a:defRPr>
            </a:lvl1pPr>
          </a:lstStyle>
          <a:p>
            <a:pPr>
              <a:defRPr/>
            </a:pPr>
            <a:endParaRPr lang="en-US"/>
          </a:p>
        </p:txBody>
      </p:sp>
      <p:sp>
        <p:nvSpPr>
          <p:cNvPr id="5" name="Slide Number Placeholder 4">
            <a:extLst>
              <a:ext uri="{FF2B5EF4-FFF2-40B4-BE49-F238E27FC236}">
                <a16:creationId xmlns:a16="http://schemas.microsoft.com/office/drawing/2014/main" id="{5EBEDEE7-A268-DCFD-3533-1F3A2BA3AB14}"/>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C0FD477-FFA4-7A45-A138-D52EA4B07BC7}"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6092707-96B7-5400-C656-D77B0C14C14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charset="0"/>
              </a:defRPr>
            </a:lvl1pPr>
          </a:lstStyle>
          <a:p>
            <a:pPr>
              <a:defRPr/>
            </a:pPr>
            <a:endParaRPr lang="en-GB"/>
          </a:p>
        </p:txBody>
      </p:sp>
      <p:sp>
        <p:nvSpPr>
          <p:cNvPr id="8195" name="Rectangle 3">
            <a:extLst>
              <a:ext uri="{FF2B5EF4-FFF2-40B4-BE49-F238E27FC236}">
                <a16:creationId xmlns:a16="http://schemas.microsoft.com/office/drawing/2014/main" id="{A6E84BAC-5E17-73B9-AC51-9A83746442E4}"/>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pPr>
              <a:defRPr/>
            </a:pPr>
            <a:endParaRPr lang="en-GB"/>
          </a:p>
        </p:txBody>
      </p:sp>
      <p:sp>
        <p:nvSpPr>
          <p:cNvPr id="99332" name="Rectangle 4">
            <a:extLst>
              <a:ext uri="{FF2B5EF4-FFF2-40B4-BE49-F238E27FC236}">
                <a16:creationId xmlns:a16="http://schemas.microsoft.com/office/drawing/2014/main" id="{A4CEB33A-6A6E-D271-5650-E77ECC0DF1E4}"/>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1213AFD7-2353-511E-D0D0-9DE04400BDCF}"/>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8198" name="Rectangle 6">
            <a:extLst>
              <a:ext uri="{FF2B5EF4-FFF2-40B4-BE49-F238E27FC236}">
                <a16:creationId xmlns:a16="http://schemas.microsoft.com/office/drawing/2014/main" id="{F61C870A-6B2F-B190-2B03-6DF1F9EBDD54}"/>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charset="0"/>
              </a:defRPr>
            </a:lvl1pPr>
          </a:lstStyle>
          <a:p>
            <a:pPr>
              <a:defRPr/>
            </a:pPr>
            <a:endParaRPr lang="en-GB"/>
          </a:p>
        </p:txBody>
      </p:sp>
      <p:sp>
        <p:nvSpPr>
          <p:cNvPr id="8199" name="Rectangle 7">
            <a:extLst>
              <a:ext uri="{FF2B5EF4-FFF2-40B4-BE49-F238E27FC236}">
                <a16:creationId xmlns:a16="http://schemas.microsoft.com/office/drawing/2014/main" id="{737D6D35-DC69-03A5-6FD6-674865A4EF06}"/>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7FD66B-4D05-E94E-B433-3B2587F4991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3084482D-B272-D1B4-CDF1-79C1C9106A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C6C61F7C-A3B3-7A47-BCF0-05C152FD5803}" type="slidenum">
              <a:rPr lang="en-GB" altLang="en-US" sz="1200"/>
              <a:pPr/>
              <a:t>5</a:t>
            </a:fld>
            <a:endParaRPr lang="en-GB" altLang="en-US" sz="1200"/>
          </a:p>
        </p:txBody>
      </p:sp>
      <p:sp>
        <p:nvSpPr>
          <p:cNvPr id="100355" name="Rectangle 2">
            <a:extLst>
              <a:ext uri="{FF2B5EF4-FFF2-40B4-BE49-F238E27FC236}">
                <a16:creationId xmlns:a16="http://schemas.microsoft.com/office/drawing/2014/main" id="{6AE3E555-B462-C81E-620D-53C193D05A7F}"/>
              </a:ext>
            </a:extLst>
          </p:cNvPr>
          <p:cNvSpPr>
            <a:spLocks noChangeArrowheads="1" noTextEdit="1"/>
          </p:cNvSpPr>
          <p:nvPr>
            <p:ph type="sldImg"/>
          </p:nvPr>
        </p:nvSpPr>
        <p:spPr>
          <a:solidFill>
            <a:srgbClr val="FFFFFF"/>
          </a:solidFill>
          <a:ln/>
        </p:spPr>
      </p:sp>
      <p:sp>
        <p:nvSpPr>
          <p:cNvPr id="100356" name="Rectangle 3">
            <a:extLst>
              <a:ext uri="{FF2B5EF4-FFF2-40B4-BE49-F238E27FC236}">
                <a16:creationId xmlns:a16="http://schemas.microsoft.com/office/drawing/2014/main" id="{14E3C59D-58C6-8812-F668-648AFEC7DBD3}"/>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20DD57E1-9C1D-70B7-277C-909E097295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7EFB8FCD-73A8-E245-8E59-B41916A8F975}" type="slidenum">
              <a:rPr lang="en-GB" altLang="en-US" sz="1200"/>
              <a:pPr/>
              <a:t>6</a:t>
            </a:fld>
            <a:endParaRPr lang="en-GB" altLang="en-US" sz="1200"/>
          </a:p>
        </p:txBody>
      </p:sp>
      <p:sp>
        <p:nvSpPr>
          <p:cNvPr id="101379" name="Rectangle 2">
            <a:extLst>
              <a:ext uri="{FF2B5EF4-FFF2-40B4-BE49-F238E27FC236}">
                <a16:creationId xmlns:a16="http://schemas.microsoft.com/office/drawing/2014/main" id="{43EA182D-D4D0-0203-581C-CF70E24D807D}"/>
              </a:ext>
            </a:extLst>
          </p:cNvPr>
          <p:cNvSpPr>
            <a:spLocks noChangeArrowheads="1" noTextEdit="1"/>
          </p:cNvSpPr>
          <p:nvPr>
            <p:ph type="sldImg"/>
          </p:nvPr>
        </p:nvSpPr>
        <p:spPr>
          <a:solidFill>
            <a:srgbClr val="FFFFFF"/>
          </a:solidFill>
          <a:ln/>
        </p:spPr>
      </p:sp>
      <p:sp>
        <p:nvSpPr>
          <p:cNvPr id="101380" name="Rectangle 3">
            <a:extLst>
              <a:ext uri="{FF2B5EF4-FFF2-40B4-BE49-F238E27FC236}">
                <a16:creationId xmlns:a16="http://schemas.microsoft.com/office/drawing/2014/main" id="{A4D79DDF-4D8A-D7C0-AB09-421FFDA3D186}"/>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967EA280-481A-2F7F-FE0A-D4206D8781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55453A9C-AD68-444E-9552-F8ADF6019C51}" type="slidenum">
              <a:rPr lang="en-GB" altLang="en-US" sz="1200"/>
              <a:pPr/>
              <a:t>7</a:t>
            </a:fld>
            <a:endParaRPr lang="en-GB" altLang="en-US" sz="1200"/>
          </a:p>
        </p:txBody>
      </p:sp>
      <p:sp>
        <p:nvSpPr>
          <p:cNvPr id="102403" name="Rectangle 2">
            <a:extLst>
              <a:ext uri="{FF2B5EF4-FFF2-40B4-BE49-F238E27FC236}">
                <a16:creationId xmlns:a16="http://schemas.microsoft.com/office/drawing/2014/main" id="{8C4B95D0-FD4F-839A-1C80-CFB7EBAEA563}"/>
              </a:ext>
            </a:extLst>
          </p:cNvPr>
          <p:cNvSpPr>
            <a:spLocks noChangeArrowheads="1" noTextEdit="1"/>
          </p:cNvSpPr>
          <p:nvPr>
            <p:ph type="sldImg"/>
          </p:nvPr>
        </p:nvSpPr>
        <p:spPr>
          <a:solidFill>
            <a:srgbClr val="FFFFFF"/>
          </a:solidFill>
          <a:ln/>
        </p:spPr>
      </p:sp>
      <p:sp>
        <p:nvSpPr>
          <p:cNvPr id="102404" name="Rectangle 3">
            <a:extLst>
              <a:ext uri="{FF2B5EF4-FFF2-40B4-BE49-F238E27FC236}">
                <a16:creationId xmlns:a16="http://schemas.microsoft.com/office/drawing/2014/main" id="{04AEFA92-6F43-53AE-62E5-A4FBC42ED45E}"/>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0FB23E91-392A-D941-6380-9519558E7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1F5500EA-C6B2-BD4A-BE93-FDD03EC4AEC8}" type="slidenum">
              <a:rPr lang="en-GB" altLang="en-US" sz="1200"/>
              <a:pPr/>
              <a:t>27</a:t>
            </a:fld>
            <a:endParaRPr lang="en-GB" altLang="en-US" sz="1200"/>
          </a:p>
        </p:txBody>
      </p:sp>
      <p:sp>
        <p:nvSpPr>
          <p:cNvPr id="103427" name="Rectangle 2">
            <a:extLst>
              <a:ext uri="{FF2B5EF4-FFF2-40B4-BE49-F238E27FC236}">
                <a16:creationId xmlns:a16="http://schemas.microsoft.com/office/drawing/2014/main" id="{701E13A0-4546-8929-73E8-6C73E3D43EB0}"/>
              </a:ext>
            </a:extLst>
          </p:cNvPr>
          <p:cNvSpPr>
            <a:spLocks noChangeArrowheads="1" noTextEdit="1"/>
          </p:cNvSpPr>
          <p:nvPr>
            <p:ph type="sldImg"/>
          </p:nvPr>
        </p:nvSpPr>
        <p:spPr>
          <a:solidFill>
            <a:srgbClr val="FFFFFF"/>
          </a:solidFill>
          <a:ln/>
        </p:spPr>
      </p:sp>
      <p:sp>
        <p:nvSpPr>
          <p:cNvPr id="103428" name="Rectangle 3">
            <a:extLst>
              <a:ext uri="{FF2B5EF4-FFF2-40B4-BE49-F238E27FC236}">
                <a16:creationId xmlns:a16="http://schemas.microsoft.com/office/drawing/2014/main" id="{E6AF9574-0C26-7D14-6D57-810D963ACF95}"/>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871F7600-CEF4-7EED-65A0-BD2CBC9BD4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90F7C326-6112-1249-9928-5AB81E7B2461}" type="slidenum">
              <a:rPr lang="en-GB" altLang="en-US" sz="1200"/>
              <a:pPr/>
              <a:t>41</a:t>
            </a:fld>
            <a:endParaRPr lang="en-GB" altLang="en-US" sz="1200"/>
          </a:p>
        </p:txBody>
      </p:sp>
      <p:sp>
        <p:nvSpPr>
          <p:cNvPr id="104451" name="Rectangle 2">
            <a:extLst>
              <a:ext uri="{FF2B5EF4-FFF2-40B4-BE49-F238E27FC236}">
                <a16:creationId xmlns:a16="http://schemas.microsoft.com/office/drawing/2014/main" id="{F12B94C9-0564-E3E6-F04B-2BFA443D6FC3}"/>
              </a:ext>
            </a:extLst>
          </p:cNvPr>
          <p:cNvSpPr>
            <a:spLocks noChangeArrowheads="1" noTextEdit="1"/>
          </p:cNvSpPr>
          <p:nvPr>
            <p:ph type="sldImg"/>
          </p:nvPr>
        </p:nvSpPr>
        <p:spPr>
          <a:solidFill>
            <a:srgbClr val="FFFFFF"/>
          </a:solidFill>
          <a:ln/>
        </p:spPr>
      </p:sp>
      <p:sp>
        <p:nvSpPr>
          <p:cNvPr id="104452" name="Rectangle 3">
            <a:extLst>
              <a:ext uri="{FF2B5EF4-FFF2-40B4-BE49-F238E27FC236}">
                <a16:creationId xmlns:a16="http://schemas.microsoft.com/office/drawing/2014/main" id="{EF5FC387-E566-AF05-4341-820A2DEFF064}"/>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6E152E20-2372-7DC9-F05B-E96AD7367C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44BCDBDB-9FA4-6942-8990-2C014477CE55}" type="slidenum">
              <a:rPr lang="en-GB" altLang="en-US" sz="1200"/>
              <a:pPr/>
              <a:t>49</a:t>
            </a:fld>
            <a:endParaRPr lang="en-GB" altLang="en-US" sz="1200"/>
          </a:p>
        </p:txBody>
      </p:sp>
      <p:sp>
        <p:nvSpPr>
          <p:cNvPr id="105475" name="Rectangle 2">
            <a:extLst>
              <a:ext uri="{FF2B5EF4-FFF2-40B4-BE49-F238E27FC236}">
                <a16:creationId xmlns:a16="http://schemas.microsoft.com/office/drawing/2014/main" id="{5AFB566E-C08D-87AA-57E1-40FE1A575C78}"/>
              </a:ext>
            </a:extLst>
          </p:cNvPr>
          <p:cNvSpPr>
            <a:spLocks noChangeArrowheads="1" noTextEdit="1"/>
          </p:cNvSpPr>
          <p:nvPr>
            <p:ph type="sldImg"/>
          </p:nvPr>
        </p:nvSpPr>
        <p:spPr>
          <a:solidFill>
            <a:srgbClr val="FFFFFF"/>
          </a:solidFill>
          <a:ln/>
        </p:spPr>
      </p:sp>
      <p:sp>
        <p:nvSpPr>
          <p:cNvPr id="105476" name="Rectangle 3">
            <a:extLst>
              <a:ext uri="{FF2B5EF4-FFF2-40B4-BE49-F238E27FC236}">
                <a16:creationId xmlns:a16="http://schemas.microsoft.com/office/drawing/2014/main" id="{1D20138B-8830-B6AE-5806-FF5524692F1A}"/>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F97896F2-C67A-2E1E-5E5A-6EE95936DC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16D1479D-255E-E14A-B59F-7CC8775E6431}" type="slidenum">
              <a:rPr lang="en-GB" altLang="en-US" sz="1200"/>
              <a:pPr/>
              <a:t>57</a:t>
            </a:fld>
            <a:endParaRPr lang="en-GB" altLang="en-US" sz="1200"/>
          </a:p>
        </p:txBody>
      </p:sp>
      <p:sp>
        <p:nvSpPr>
          <p:cNvPr id="106499" name="Rectangle 2">
            <a:extLst>
              <a:ext uri="{FF2B5EF4-FFF2-40B4-BE49-F238E27FC236}">
                <a16:creationId xmlns:a16="http://schemas.microsoft.com/office/drawing/2014/main" id="{BC038BD4-EA9D-C630-536B-9F9955AB45E5}"/>
              </a:ext>
            </a:extLst>
          </p:cNvPr>
          <p:cNvSpPr>
            <a:spLocks noChangeArrowheads="1" noTextEdit="1"/>
          </p:cNvSpPr>
          <p:nvPr>
            <p:ph type="sldImg"/>
          </p:nvPr>
        </p:nvSpPr>
        <p:spPr>
          <a:solidFill>
            <a:srgbClr val="FFFFFF"/>
          </a:solidFill>
          <a:ln/>
        </p:spPr>
      </p:sp>
      <p:sp>
        <p:nvSpPr>
          <p:cNvPr id="106500" name="Rectangle 3">
            <a:extLst>
              <a:ext uri="{FF2B5EF4-FFF2-40B4-BE49-F238E27FC236}">
                <a16:creationId xmlns:a16="http://schemas.microsoft.com/office/drawing/2014/main" id="{DED64A31-31C3-D09B-C03E-0A4A1BD8EE6A}"/>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B61E4735-24D5-A48A-ACE8-A07531D73F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2C9A7026-86CB-D74C-8961-E9B11C2DDEF4}" type="slidenum">
              <a:rPr lang="en-US" altLang="en-US" sz="1200"/>
              <a:pPr/>
              <a:t>60</a:t>
            </a:fld>
            <a:endParaRPr lang="en-US" altLang="en-US" sz="1200"/>
          </a:p>
        </p:txBody>
      </p:sp>
      <p:sp>
        <p:nvSpPr>
          <p:cNvPr id="107523" name="Rectangle 2">
            <a:extLst>
              <a:ext uri="{FF2B5EF4-FFF2-40B4-BE49-F238E27FC236}">
                <a16:creationId xmlns:a16="http://schemas.microsoft.com/office/drawing/2014/main" id="{270A5E54-A4BD-7449-7D20-C7BAF0F8833C}"/>
              </a:ext>
            </a:extLst>
          </p:cNvPr>
          <p:cNvSpPr>
            <a:spLocks noChangeArrowheads="1" noTextEdit="1"/>
          </p:cNvSpPr>
          <p:nvPr>
            <p:ph type="sldImg"/>
          </p:nvPr>
        </p:nvSpPr>
        <p:spPr>
          <a:ln/>
        </p:spPr>
      </p:sp>
      <p:sp>
        <p:nvSpPr>
          <p:cNvPr id="107524" name="Rectangle 3">
            <a:extLst>
              <a:ext uri="{FF2B5EF4-FFF2-40B4-BE49-F238E27FC236}">
                <a16:creationId xmlns:a16="http://schemas.microsoft.com/office/drawing/2014/main" id="{5EE36190-B89D-7F87-51EB-3C7C7C671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itchFamily="1"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1D5E9628-650C-24EB-AF70-1B4FD1BCC9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7455177C-DA5C-964A-9F88-7E02C231A3EB}" type="slidenum">
              <a:rPr lang="en-US" altLang="en-US" sz="1200"/>
              <a:pPr/>
              <a:t>62</a:t>
            </a:fld>
            <a:endParaRPr lang="en-US" altLang="en-US" sz="1200"/>
          </a:p>
        </p:txBody>
      </p:sp>
      <p:sp>
        <p:nvSpPr>
          <p:cNvPr id="108547" name="Rectangle 2">
            <a:extLst>
              <a:ext uri="{FF2B5EF4-FFF2-40B4-BE49-F238E27FC236}">
                <a16:creationId xmlns:a16="http://schemas.microsoft.com/office/drawing/2014/main" id="{D467C66E-1AAC-E3C3-9ABD-0FF0A1C00AD4}"/>
              </a:ext>
            </a:extLst>
          </p:cNvPr>
          <p:cNvSpPr>
            <a:spLocks noChangeArrowheads="1" noTextEdit="1"/>
          </p:cNvSpPr>
          <p:nvPr>
            <p:ph type="sldImg"/>
          </p:nvPr>
        </p:nvSpPr>
        <p:spPr>
          <a:ln/>
        </p:spPr>
      </p:sp>
      <p:sp>
        <p:nvSpPr>
          <p:cNvPr id="108548" name="Rectangle 3">
            <a:extLst>
              <a:ext uri="{FF2B5EF4-FFF2-40B4-BE49-F238E27FC236}">
                <a16:creationId xmlns:a16="http://schemas.microsoft.com/office/drawing/2014/main" id="{38188F07-91BF-5387-00A7-EC3FB6E4B1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itchFamily="1"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C142924A-8F75-D090-81A8-5C7FC467AF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fld id="{63C6A368-18D1-0348-AC5E-825283C5B982}" type="slidenum">
              <a:rPr lang="en-GB" altLang="en-US" sz="1200"/>
              <a:pPr/>
              <a:t>89</a:t>
            </a:fld>
            <a:endParaRPr lang="en-GB" altLang="en-US" sz="1200"/>
          </a:p>
        </p:txBody>
      </p:sp>
      <p:sp>
        <p:nvSpPr>
          <p:cNvPr id="109571" name="Rectangle 2">
            <a:extLst>
              <a:ext uri="{FF2B5EF4-FFF2-40B4-BE49-F238E27FC236}">
                <a16:creationId xmlns:a16="http://schemas.microsoft.com/office/drawing/2014/main" id="{C44FA552-5A79-FE65-0A17-18DBB07085B6}"/>
              </a:ext>
            </a:extLst>
          </p:cNvPr>
          <p:cNvSpPr>
            <a:spLocks noChangeArrowheads="1" noTextEdit="1"/>
          </p:cNvSpPr>
          <p:nvPr>
            <p:ph type="sldImg"/>
          </p:nvPr>
        </p:nvSpPr>
        <p:spPr>
          <a:solidFill>
            <a:srgbClr val="FFFFFF"/>
          </a:solidFill>
          <a:ln/>
        </p:spPr>
      </p:sp>
      <p:sp>
        <p:nvSpPr>
          <p:cNvPr id="109572" name="Rectangle 3">
            <a:extLst>
              <a:ext uri="{FF2B5EF4-FFF2-40B4-BE49-F238E27FC236}">
                <a16:creationId xmlns:a16="http://schemas.microsoft.com/office/drawing/2014/main" id="{8378378C-D6E1-9F4A-12D7-1E102B9EBE23}"/>
              </a:ext>
            </a:extLst>
          </p:cNvPr>
          <p:cNvSpPr>
            <a:spLocks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1"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AB3A280-BA4E-1F62-6422-A3E98CC4F084}"/>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497F040-B675-BC94-DACE-6FA2BB5458C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5201B9C5-DBCD-8520-72F6-606A0D32C74A}"/>
              </a:ext>
            </a:extLst>
          </p:cNvPr>
          <p:cNvSpPr>
            <a:spLocks noGrp="1" noChangeArrowheads="1"/>
          </p:cNvSpPr>
          <p:nvPr>
            <p:ph type="sldNum" sz="quarter" idx="12"/>
          </p:nvPr>
        </p:nvSpPr>
        <p:spPr>
          <a:ln/>
        </p:spPr>
        <p:txBody>
          <a:bodyPr/>
          <a:lstStyle>
            <a:lvl1pPr>
              <a:defRPr/>
            </a:lvl1pPr>
          </a:lstStyle>
          <a:p>
            <a:fld id="{BBFFAAA6-37FE-E340-9128-E087903B940A}" type="slidenum">
              <a:rPr lang="en-GB" altLang="en-US"/>
              <a:pPr/>
              <a:t>‹#›</a:t>
            </a:fld>
            <a:endParaRPr lang="en-GB" altLang="en-US"/>
          </a:p>
        </p:txBody>
      </p:sp>
    </p:spTree>
    <p:extLst>
      <p:ext uri="{BB962C8B-B14F-4D97-AF65-F5344CB8AC3E}">
        <p14:creationId xmlns:p14="http://schemas.microsoft.com/office/powerpoint/2010/main" val="2308256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489DDDE-51EE-90F4-9966-4CE21DC08AD5}"/>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AFF36218-1F33-7588-B179-2BDBD9ED827B}"/>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5786948B-B8B6-3D3C-C57C-2E7F19BCC688}"/>
              </a:ext>
            </a:extLst>
          </p:cNvPr>
          <p:cNvSpPr>
            <a:spLocks noGrp="1" noChangeArrowheads="1"/>
          </p:cNvSpPr>
          <p:nvPr>
            <p:ph type="sldNum" sz="quarter" idx="12"/>
          </p:nvPr>
        </p:nvSpPr>
        <p:spPr>
          <a:ln/>
        </p:spPr>
        <p:txBody>
          <a:bodyPr/>
          <a:lstStyle>
            <a:lvl1pPr>
              <a:defRPr/>
            </a:lvl1pPr>
          </a:lstStyle>
          <a:p>
            <a:fld id="{13CF736C-3BEB-994E-AAF2-498392B5E0AC}" type="slidenum">
              <a:rPr lang="en-GB" altLang="en-US"/>
              <a:pPr/>
              <a:t>‹#›</a:t>
            </a:fld>
            <a:endParaRPr lang="en-GB" altLang="en-US"/>
          </a:p>
        </p:txBody>
      </p:sp>
    </p:spTree>
    <p:extLst>
      <p:ext uri="{BB962C8B-B14F-4D97-AF65-F5344CB8AC3E}">
        <p14:creationId xmlns:p14="http://schemas.microsoft.com/office/powerpoint/2010/main" val="534161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6582397-44CB-8D0B-F754-8DC97BD30651}"/>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05A47D26-399F-E119-9895-A7AE97E8967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303378D0-6189-4437-8F56-AD4913952330}"/>
              </a:ext>
            </a:extLst>
          </p:cNvPr>
          <p:cNvSpPr>
            <a:spLocks noGrp="1" noChangeArrowheads="1"/>
          </p:cNvSpPr>
          <p:nvPr>
            <p:ph type="sldNum" sz="quarter" idx="12"/>
          </p:nvPr>
        </p:nvSpPr>
        <p:spPr>
          <a:ln/>
        </p:spPr>
        <p:txBody>
          <a:bodyPr/>
          <a:lstStyle>
            <a:lvl1pPr>
              <a:defRPr/>
            </a:lvl1pPr>
          </a:lstStyle>
          <a:p>
            <a:fld id="{634A179B-81E2-E442-A40B-4BAE9E2BED13}" type="slidenum">
              <a:rPr lang="en-GB" altLang="en-US"/>
              <a:pPr/>
              <a:t>‹#›</a:t>
            </a:fld>
            <a:endParaRPr lang="en-GB" altLang="en-US"/>
          </a:p>
        </p:txBody>
      </p:sp>
    </p:spTree>
    <p:extLst>
      <p:ext uri="{BB962C8B-B14F-4D97-AF65-F5344CB8AC3E}">
        <p14:creationId xmlns:p14="http://schemas.microsoft.com/office/powerpoint/2010/main" val="899557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0C622AA-ADF8-E9C1-454E-8A94CF5B8944}"/>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350B3E9A-61EA-949A-4934-808A76BAFCF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8B31F9F9-5B7B-A189-3D21-CBE8829196DC}"/>
              </a:ext>
            </a:extLst>
          </p:cNvPr>
          <p:cNvSpPr>
            <a:spLocks noGrp="1" noChangeArrowheads="1"/>
          </p:cNvSpPr>
          <p:nvPr>
            <p:ph type="sldNum" sz="quarter" idx="12"/>
          </p:nvPr>
        </p:nvSpPr>
        <p:spPr>
          <a:ln/>
        </p:spPr>
        <p:txBody>
          <a:bodyPr/>
          <a:lstStyle>
            <a:lvl1pPr>
              <a:defRPr/>
            </a:lvl1pPr>
          </a:lstStyle>
          <a:p>
            <a:fld id="{20112460-5F1B-9345-874C-D32FB0493EAF}" type="slidenum">
              <a:rPr lang="en-GB" altLang="en-US"/>
              <a:pPr/>
              <a:t>‹#›</a:t>
            </a:fld>
            <a:endParaRPr lang="en-GB" altLang="en-US"/>
          </a:p>
        </p:txBody>
      </p:sp>
    </p:spTree>
    <p:extLst>
      <p:ext uri="{BB962C8B-B14F-4D97-AF65-F5344CB8AC3E}">
        <p14:creationId xmlns:p14="http://schemas.microsoft.com/office/powerpoint/2010/main" val="2200235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6F64EA-0070-2AC0-80C4-ABD16A32FB45}"/>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0464BB22-768A-44BC-0284-8BC1510C4757}"/>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6F1CD64B-9596-56C9-EF94-1FDE5E3D1B6E}"/>
              </a:ext>
            </a:extLst>
          </p:cNvPr>
          <p:cNvSpPr>
            <a:spLocks noGrp="1" noChangeArrowheads="1"/>
          </p:cNvSpPr>
          <p:nvPr>
            <p:ph type="sldNum" sz="quarter" idx="12"/>
          </p:nvPr>
        </p:nvSpPr>
        <p:spPr>
          <a:ln/>
        </p:spPr>
        <p:txBody>
          <a:bodyPr/>
          <a:lstStyle>
            <a:lvl1pPr>
              <a:defRPr/>
            </a:lvl1pPr>
          </a:lstStyle>
          <a:p>
            <a:fld id="{03A651F5-9C31-0D48-B4CA-8C24927FCDDD}" type="slidenum">
              <a:rPr lang="en-GB" altLang="en-US"/>
              <a:pPr/>
              <a:t>‹#›</a:t>
            </a:fld>
            <a:endParaRPr lang="en-GB" altLang="en-US"/>
          </a:p>
        </p:txBody>
      </p:sp>
    </p:spTree>
    <p:extLst>
      <p:ext uri="{BB962C8B-B14F-4D97-AF65-F5344CB8AC3E}">
        <p14:creationId xmlns:p14="http://schemas.microsoft.com/office/powerpoint/2010/main" val="2478596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21A217D-0BA3-233B-8417-178204700B25}"/>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446BD7EE-BBFB-6BC8-EEF7-81803857AC3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DEB52C93-263E-1CDA-9CDD-74245BEB6040}"/>
              </a:ext>
            </a:extLst>
          </p:cNvPr>
          <p:cNvSpPr>
            <a:spLocks noGrp="1" noChangeArrowheads="1"/>
          </p:cNvSpPr>
          <p:nvPr>
            <p:ph type="sldNum" sz="quarter" idx="12"/>
          </p:nvPr>
        </p:nvSpPr>
        <p:spPr>
          <a:ln/>
        </p:spPr>
        <p:txBody>
          <a:bodyPr/>
          <a:lstStyle>
            <a:lvl1pPr>
              <a:defRPr/>
            </a:lvl1pPr>
          </a:lstStyle>
          <a:p>
            <a:fld id="{B99EFEFF-D6CB-FB4F-90A8-95F67B48F0D6}" type="slidenum">
              <a:rPr lang="en-GB" altLang="en-US"/>
              <a:pPr/>
              <a:t>‹#›</a:t>
            </a:fld>
            <a:endParaRPr lang="en-GB" altLang="en-US"/>
          </a:p>
        </p:txBody>
      </p:sp>
    </p:spTree>
    <p:extLst>
      <p:ext uri="{BB962C8B-B14F-4D97-AF65-F5344CB8AC3E}">
        <p14:creationId xmlns:p14="http://schemas.microsoft.com/office/powerpoint/2010/main" val="29369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6095010-DA96-FAB6-498A-A7D4C1CF0F3B}"/>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98D49D7E-A50A-0157-E1AA-1097A15AAE38}"/>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BD5868BD-ABEF-9623-2FBD-479C7226226C}"/>
              </a:ext>
            </a:extLst>
          </p:cNvPr>
          <p:cNvSpPr>
            <a:spLocks noGrp="1" noChangeArrowheads="1"/>
          </p:cNvSpPr>
          <p:nvPr>
            <p:ph type="sldNum" sz="quarter" idx="12"/>
          </p:nvPr>
        </p:nvSpPr>
        <p:spPr>
          <a:ln/>
        </p:spPr>
        <p:txBody>
          <a:bodyPr/>
          <a:lstStyle>
            <a:lvl1pPr>
              <a:defRPr/>
            </a:lvl1pPr>
          </a:lstStyle>
          <a:p>
            <a:fld id="{BF5A9004-6FF5-CF43-A2D0-4B5F52B6731B}" type="slidenum">
              <a:rPr lang="en-GB" altLang="en-US"/>
              <a:pPr/>
              <a:t>‹#›</a:t>
            </a:fld>
            <a:endParaRPr lang="en-GB" altLang="en-US"/>
          </a:p>
        </p:txBody>
      </p:sp>
    </p:spTree>
    <p:extLst>
      <p:ext uri="{BB962C8B-B14F-4D97-AF65-F5344CB8AC3E}">
        <p14:creationId xmlns:p14="http://schemas.microsoft.com/office/powerpoint/2010/main" val="2990514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54919C4-D5E8-FEEB-5658-0BDF481012C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D661CA3-BB4F-0566-5310-6DDDFC3A643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4F88122D-DEB9-1520-0AC4-35CE86AAA40B}"/>
              </a:ext>
            </a:extLst>
          </p:cNvPr>
          <p:cNvSpPr>
            <a:spLocks noGrp="1" noChangeArrowheads="1"/>
          </p:cNvSpPr>
          <p:nvPr>
            <p:ph type="sldNum" sz="quarter" idx="12"/>
          </p:nvPr>
        </p:nvSpPr>
        <p:spPr>
          <a:ln/>
        </p:spPr>
        <p:txBody>
          <a:bodyPr/>
          <a:lstStyle>
            <a:lvl1pPr>
              <a:defRPr/>
            </a:lvl1pPr>
          </a:lstStyle>
          <a:p>
            <a:fld id="{03C6E869-9767-9946-92EB-83BEB666FF48}" type="slidenum">
              <a:rPr lang="en-GB" altLang="en-US"/>
              <a:pPr/>
              <a:t>‹#›</a:t>
            </a:fld>
            <a:endParaRPr lang="en-GB" altLang="en-US"/>
          </a:p>
        </p:txBody>
      </p:sp>
    </p:spTree>
    <p:extLst>
      <p:ext uri="{BB962C8B-B14F-4D97-AF65-F5344CB8AC3E}">
        <p14:creationId xmlns:p14="http://schemas.microsoft.com/office/powerpoint/2010/main" val="234977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BD2D6CE-85F7-A5D8-F200-4358600DB928}"/>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AF0E2A84-6C3B-5E59-D9F6-6E987EF535C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EB3911CE-70F6-07BC-679A-A9F9FE4AD82B}"/>
              </a:ext>
            </a:extLst>
          </p:cNvPr>
          <p:cNvSpPr>
            <a:spLocks noGrp="1" noChangeArrowheads="1"/>
          </p:cNvSpPr>
          <p:nvPr>
            <p:ph type="sldNum" sz="quarter" idx="12"/>
          </p:nvPr>
        </p:nvSpPr>
        <p:spPr>
          <a:ln/>
        </p:spPr>
        <p:txBody>
          <a:bodyPr/>
          <a:lstStyle>
            <a:lvl1pPr>
              <a:defRPr/>
            </a:lvl1pPr>
          </a:lstStyle>
          <a:p>
            <a:fld id="{FA42F3AD-ACB6-7548-84B0-1D0C0B708DA3}" type="slidenum">
              <a:rPr lang="en-GB" altLang="en-US"/>
              <a:pPr/>
              <a:t>‹#›</a:t>
            </a:fld>
            <a:endParaRPr lang="en-GB" altLang="en-US"/>
          </a:p>
        </p:txBody>
      </p:sp>
    </p:spTree>
    <p:extLst>
      <p:ext uri="{BB962C8B-B14F-4D97-AF65-F5344CB8AC3E}">
        <p14:creationId xmlns:p14="http://schemas.microsoft.com/office/powerpoint/2010/main" val="297551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EF69E59-4FBB-CEA9-AE5D-6D356E5D95C4}"/>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0753EFB4-1972-FBD9-8484-27DAC2013CC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91420020-7E8D-E786-96BD-C0D0EF618258}"/>
              </a:ext>
            </a:extLst>
          </p:cNvPr>
          <p:cNvSpPr>
            <a:spLocks noGrp="1" noChangeArrowheads="1"/>
          </p:cNvSpPr>
          <p:nvPr>
            <p:ph type="sldNum" sz="quarter" idx="12"/>
          </p:nvPr>
        </p:nvSpPr>
        <p:spPr>
          <a:ln/>
        </p:spPr>
        <p:txBody>
          <a:bodyPr/>
          <a:lstStyle>
            <a:lvl1pPr>
              <a:defRPr/>
            </a:lvl1pPr>
          </a:lstStyle>
          <a:p>
            <a:fld id="{22EB8E42-CBE8-1C49-94AA-3AAE10E6A011}" type="slidenum">
              <a:rPr lang="en-GB" altLang="en-US"/>
              <a:pPr/>
              <a:t>‹#›</a:t>
            </a:fld>
            <a:endParaRPr lang="en-GB" altLang="en-US"/>
          </a:p>
        </p:txBody>
      </p:sp>
    </p:spTree>
    <p:extLst>
      <p:ext uri="{BB962C8B-B14F-4D97-AF65-F5344CB8AC3E}">
        <p14:creationId xmlns:p14="http://schemas.microsoft.com/office/powerpoint/2010/main" val="50205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49DD70A-BB2C-2ECF-D7EC-F52B1FDAA311}"/>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549EF118-0922-80C3-4CE1-AF973D9EF6B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1DCA5FE-FCA9-A51C-53EB-E31465556643}"/>
              </a:ext>
            </a:extLst>
          </p:cNvPr>
          <p:cNvSpPr>
            <a:spLocks noGrp="1" noChangeArrowheads="1"/>
          </p:cNvSpPr>
          <p:nvPr>
            <p:ph type="sldNum" sz="quarter" idx="12"/>
          </p:nvPr>
        </p:nvSpPr>
        <p:spPr>
          <a:ln/>
        </p:spPr>
        <p:txBody>
          <a:bodyPr/>
          <a:lstStyle>
            <a:lvl1pPr>
              <a:defRPr/>
            </a:lvl1pPr>
          </a:lstStyle>
          <a:p>
            <a:fld id="{2ADECEBB-D6B9-9D4E-BF04-3B80F028A5C4}" type="slidenum">
              <a:rPr lang="en-GB" altLang="en-US"/>
              <a:pPr/>
              <a:t>‹#›</a:t>
            </a:fld>
            <a:endParaRPr lang="en-GB" altLang="en-US"/>
          </a:p>
        </p:txBody>
      </p:sp>
    </p:spTree>
    <p:extLst>
      <p:ext uri="{BB962C8B-B14F-4D97-AF65-F5344CB8AC3E}">
        <p14:creationId xmlns:p14="http://schemas.microsoft.com/office/powerpoint/2010/main" val="3142866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69D8423D-EF41-8840-043F-3E334D0B1A59}"/>
              </a:ext>
            </a:extLst>
          </p:cNvPr>
          <p:cNvSpPr>
            <a:spLocks noGrp="1" noChangeArrowheads="1"/>
          </p:cNvSpPr>
          <p:nvPr>
            <p:ph type="title"/>
          </p:nvPr>
        </p:nvSpPr>
        <p:spPr bwMode="auto">
          <a:xfrm>
            <a:off x="685800" y="609600"/>
            <a:ext cx="6858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8" name="Rectangle 3">
            <a:extLst>
              <a:ext uri="{FF2B5EF4-FFF2-40B4-BE49-F238E27FC236}">
                <a16:creationId xmlns:a16="http://schemas.microsoft.com/office/drawing/2014/main" id="{2475869E-CDF5-CDD8-9A0D-B9E2AC192F36}"/>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58ABC209-5D25-64EA-D267-C7FAB9F81932}"/>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charset="0"/>
              </a:defRPr>
            </a:lvl1pPr>
          </a:lstStyle>
          <a:p>
            <a:pPr>
              <a:defRPr/>
            </a:pPr>
            <a:endParaRPr lang="en-GB"/>
          </a:p>
        </p:txBody>
      </p:sp>
      <p:sp>
        <p:nvSpPr>
          <p:cNvPr id="1029" name="Rectangle 5">
            <a:extLst>
              <a:ext uri="{FF2B5EF4-FFF2-40B4-BE49-F238E27FC236}">
                <a16:creationId xmlns:a16="http://schemas.microsoft.com/office/drawing/2014/main" id="{C29FC548-FE8F-4FD5-9DC9-F32D1BD4740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charset="0"/>
              </a:defRPr>
            </a:lvl1pPr>
          </a:lstStyle>
          <a:p>
            <a:pPr>
              <a:defRPr/>
            </a:pPr>
            <a:endParaRPr lang="en-GB"/>
          </a:p>
        </p:txBody>
      </p:sp>
      <p:sp>
        <p:nvSpPr>
          <p:cNvPr id="1030" name="Rectangle 6">
            <a:extLst>
              <a:ext uri="{FF2B5EF4-FFF2-40B4-BE49-F238E27FC236}">
                <a16:creationId xmlns:a16="http://schemas.microsoft.com/office/drawing/2014/main" id="{D1EAE05F-93D7-F486-70A2-D4F905F5A14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30E127F7-B3EE-1942-B086-2280F33FD324}"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omic Sans MS" pitchFamily="66" charset="0"/>
        </a:defRPr>
      </a:lvl2pPr>
      <a:lvl3pPr algn="l" rtl="0" eaLnBrk="0" fontAlgn="base" hangingPunct="0">
        <a:spcBef>
          <a:spcPct val="0"/>
        </a:spcBef>
        <a:spcAft>
          <a:spcPct val="0"/>
        </a:spcAft>
        <a:defRPr sz="3600">
          <a:solidFill>
            <a:schemeClr val="tx2"/>
          </a:solidFill>
          <a:latin typeface="Comic Sans MS" pitchFamily="66" charset="0"/>
        </a:defRPr>
      </a:lvl3pPr>
      <a:lvl4pPr algn="l" rtl="0" eaLnBrk="0" fontAlgn="base" hangingPunct="0">
        <a:spcBef>
          <a:spcPct val="0"/>
        </a:spcBef>
        <a:spcAft>
          <a:spcPct val="0"/>
        </a:spcAft>
        <a:defRPr sz="3600">
          <a:solidFill>
            <a:schemeClr val="tx2"/>
          </a:solidFill>
          <a:latin typeface="Comic Sans MS" pitchFamily="66" charset="0"/>
        </a:defRPr>
      </a:lvl4pPr>
      <a:lvl5pPr algn="l" rtl="0" eaLnBrk="0" fontAlgn="base" hangingPunct="0">
        <a:spcBef>
          <a:spcPct val="0"/>
        </a:spcBef>
        <a:spcAft>
          <a:spcPct val="0"/>
        </a:spcAft>
        <a:defRPr sz="3600">
          <a:solidFill>
            <a:schemeClr val="tx2"/>
          </a:solidFill>
          <a:latin typeface="Comic Sans MS" pitchFamily="66" charset="0"/>
        </a:defRPr>
      </a:lvl5pPr>
      <a:lvl6pPr marL="457200" algn="l" rtl="0" fontAlgn="base">
        <a:spcBef>
          <a:spcPct val="0"/>
        </a:spcBef>
        <a:spcAft>
          <a:spcPct val="0"/>
        </a:spcAft>
        <a:defRPr sz="3600">
          <a:solidFill>
            <a:schemeClr val="tx2"/>
          </a:solidFill>
          <a:latin typeface="Comic Sans MS" pitchFamily="66" charset="0"/>
        </a:defRPr>
      </a:lvl6pPr>
      <a:lvl7pPr marL="914400" algn="l" rtl="0" fontAlgn="base">
        <a:spcBef>
          <a:spcPct val="0"/>
        </a:spcBef>
        <a:spcAft>
          <a:spcPct val="0"/>
        </a:spcAft>
        <a:defRPr sz="3600">
          <a:solidFill>
            <a:schemeClr val="tx2"/>
          </a:solidFill>
          <a:latin typeface="Comic Sans MS" pitchFamily="66" charset="0"/>
        </a:defRPr>
      </a:lvl7pPr>
      <a:lvl8pPr marL="1371600" algn="l" rtl="0" fontAlgn="base">
        <a:spcBef>
          <a:spcPct val="0"/>
        </a:spcBef>
        <a:spcAft>
          <a:spcPct val="0"/>
        </a:spcAft>
        <a:defRPr sz="3600">
          <a:solidFill>
            <a:schemeClr val="tx2"/>
          </a:solidFill>
          <a:latin typeface="Comic Sans MS" pitchFamily="66" charset="0"/>
        </a:defRPr>
      </a:lvl8pPr>
      <a:lvl9pPr marL="1828800" algn="l" rtl="0" fontAlgn="base">
        <a:spcBef>
          <a:spcPct val="0"/>
        </a:spcBef>
        <a:spcAft>
          <a:spcPct val="0"/>
        </a:spcAft>
        <a:defRPr sz="36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756B303E-8B60-4124-9C98-4524843717E0}"/>
              </a:ext>
            </a:extLst>
          </p:cNvPr>
          <p:cNvSpPr>
            <a:spLocks noGrp="1" noChangeArrowheads="1"/>
          </p:cNvSpPr>
          <p:nvPr>
            <p:ph type="subTitle" idx="1"/>
          </p:nvPr>
        </p:nvSpPr>
        <p:spPr>
          <a:xfrm>
            <a:off x="1371600" y="2133600"/>
            <a:ext cx="6400800" cy="2286000"/>
          </a:xfrm>
        </p:spPr>
        <p:txBody>
          <a:bodyPr/>
          <a:lstStyle/>
          <a:p>
            <a:pPr eaLnBrk="1" hangingPunct="1"/>
            <a:r>
              <a:rPr lang="en-GB" altLang="en-US" sz="4400" dirty="0">
                <a:latin typeface="Comic Sans MS" panose="030F0902030302020204" pitchFamily="66" charset="0"/>
              </a:rPr>
              <a:t>HCI Fall 2025</a:t>
            </a:r>
          </a:p>
          <a:p>
            <a:pPr eaLnBrk="1" hangingPunct="1"/>
            <a:r>
              <a:rPr lang="en-GB" altLang="en-US" sz="4400" dirty="0">
                <a:latin typeface="Comic Sans MS" panose="030F0902030302020204" pitchFamily="66" charset="0"/>
              </a:rPr>
              <a:t>Week 6</a:t>
            </a:r>
          </a:p>
          <a:p>
            <a:pPr eaLnBrk="1" hangingPunct="1"/>
            <a:endParaRPr lang="en-GB" altLang="en-US" sz="4400" dirty="0">
              <a:latin typeface="Comic Sans MS" panose="030F0902030302020204" pitchFamily="66" charset="0"/>
            </a:endParaRPr>
          </a:p>
          <a:p>
            <a:pPr eaLnBrk="1" hangingPunct="1"/>
            <a:r>
              <a:rPr lang="en-GB" altLang="en-US" sz="4400" b="1" dirty="0">
                <a:solidFill>
                  <a:srgbClr val="FF0000"/>
                </a:solidFill>
                <a:latin typeface="Comic Sans MS" panose="030F0902030302020204" pitchFamily="66" charset="0"/>
              </a:rPr>
              <a:t>Design Considerations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17024DB-8B95-80D9-03C9-7C5F5B1D7E51}"/>
              </a:ext>
            </a:extLst>
          </p:cNvPr>
          <p:cNvSpPr>
            <a:spLocks noGrp="1" noChangeArrowheads="1"/>
          </p:cNvSpPr>
          <p:nvPr>
            <p:ph type="title"/>
          </p:nvPr>
        </p:nvSpPr>
        <p:spPr/>
        <p:txBody>
          <a:bodyPr/>
          <a:lstStyle/>
          <a:p>
            <a:pPr eaLnBrk="1" hangingPunct="1"/>
            <a:r>
              <a:rPr lang="en-GB" altLang="en-US"/>
              <a:t>interaction design basics</a:t>
            </a:r>
          </a:p>
        </p:txBody>
      </p:sp>
      <p:sp>
        <p:nvSpPr>
          <p:cNvPr id="3075" name="Rectangle 3">
            <a:extLst>
              <a:ext uri="{FF2B5EF4-FFF2-40B4-BE49-F238E27FC236}">
                <a16:creationId xmlns:a16="http://schemas.microsoft.com/office/drawing/2014/main" id="{5BE094B4-574A-E6DD-8E1A-9CB70B83F0BC}"/>
              </a:ext>
            </a:extLst>
          </p:cNvPr>
          <p:cNvSpPr>
            <a:spLocks noGrp="1" noChangeArrowheads="1"/>
          </p:cNvSpPr>
          <p:nvPr>
            <p:ph type="body" idx="1"/>
          </p:nvPr>
        </p:nvSpPr>
        <p:spPr/>
        <p:txBody>
          <a:bodyPr/>
          <a:lstStyle/>
          <a:p>
            <a:pPr eaLnBrk="1" hangingPunct="1">
              <a:lnSpc>
                <a:spcPct val="90000"/>
              </a:lnSpc>
            </a:pPr>
            <a:r>
              <a:rPr lang="en-GB" altLang="en-US" sz="2400"/>
              <a:t>design:</a:t>
            </a:r>
          </a:p>
          <a:p>
            <a:pPr lvl="3" eaLnBrk="1" hangingPunct="1">
              <a:lnSpc>
                <a:spcPct val="90000"/>
              </a:lnSpc>
            </a:pPr>
            <a:r>
              <a:rPr lang="en-GB" altLang="en-US" sz="1600"/>
              <a:t>what it is, interventions, goals, constraints</a:t>
            </a:r>
          </a:p>
          <a:p>
            <a:pPr eaLnBrk="1" hangingPunct="1">
              <a:lnSpc>
                <a:spcPct val="90000"/>
              </a:lnSpc>
            </a:pPr>
            <a:r>
              <a:rPr lang="en-GB" altLang="en-US" sz="2400"/>
              <a:t>the design process</a:t>
            </a:r>
          </a:p>
          <a:p>
            <a:pPr lvl="3" eaLnBrk="1" hangingPunct="1">
              <a:lnSpc>
                <a:spcPct val="90000"/>
              </a:lnSpc>
            </a:pPr>
            <a:r>
              <a:rPr lang="en-GB" altLang="en-US" sz="1600"/>
              <a:t>what happens when</a:t>
            </a:r>
          </a:p>
          <a:p>
            <a:pPr eaLnBrk="1" hangingPunct="1">
              <a:lnSpc>
                <a:spcPct val="90000"/>
              </a:lnSpc>
            </a:pPr>
            <a:r>
              <a:rPr lang="en-GB" altLang="en-US" sz="2400"/>
              <a:t>users</a:t>
            </a:r>
          </a:p>
          <a:p>
            <a:pPr lvl="3" eaLnBrk="1" hangingPunct="1">
              <a:lnSpc>
                <a:spcPct val="90000"/>
              </a:lnSpc>
            </a:pPr>
            <a:r>
              <a:rPr lang="en-GB" altLang="en-US" sz="1600"/>
              <a:t>who they are, what they are like …</a:t>
            </a:r>
          </a:p>
          <a:p>
            <a:pPr eaLnBrk="1" hangingPunct="1">
              <a:lnSpc>
                <a:spcPct val="90000"/>
              </a:lnSpc>
            </a:pPr>
            <a:r>
              <a:rPr lang="en-GB" altLang="en-US" sz="2400"/>
              <a:t>scenarios</a:t>
            </a:r>
          </a:p>
          <a:p>
            <a:pPr lvl="3" eaLnBrk="1" hangingPunct="1">
              <a:lnSpc>
                <a:spcPct val="90000"/>
              </a:lnSpc>
            </a:pPr>
            <a:r>
              <a:rPr lang="en-GB" altLang="en-US" sz="1600"/>
              <a:t>rich stories of design</a:t>
            </a:r>
          </a:p>
          <a:p>
            <a:pPr eaLnBrk="1" hangingPunct="1">
              <a:lnSpc>
                <a:spcPct val="90000"/>
              </a:lnSpc>
            </a:pPr>
            <a:r>
              <a:rPr lang="en-GB" altLang="en-US" sz="2400"/>
              <a:t>navigation</a:t>
            </a:r>
          </a:p>
          <a:p>
            <a:pPr lvl="3" eaLnBrk="1" hangingPunct="1">
              <a:lnSpc>
                <a:spcPct val="90000"/>
              </a:lnSpc>
            </a:pPr>
            <a:r>
              <a:rPr lang="en-GB" altLang="en-US" sz="1600"/>
              <a:t>finding your way around a system</a:t>
            </a:r>
          </a:p>
          <a:p>
            <a:pPr eaLnBrk="1" hangingPunct="1">
              <a:lnSpc>
                <a:spcPct val="90000"/>
              </a:lnSpc>
            </a:pPr>
            <a:r>
              <a:rPr lang="en-GB" altLang="en-US" sz="2400"/>
              <a:t>iteration and prototypes</a:t>
            </a:r>
          </a:p>
          <a:p>
            <a:pPr lvl="3" eaLnBrk="1" hangingPunct="1">
              <a:lnSpc>
                <a:spcPct val="90000"/>
              </a:lnSpc>
            </a:pPr>
            <a:r>
              <a:rPr lang="en-GB" altLang="en-US" sz="1600"/>
              <a:t>never get it right first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DAC3716-3461-BE4B-0CEE-CED2702F7314}"/>
              </a:ext>
            </a:extLst>
          </p:cNvPr>
          <p:cNvSpPr>
            <a:spLocks noGrp="1" noChangeArrowheads="1"/>
          </p:cNvSpPr>
          <p:nvPr>
            <p:ph type="title"/>
          </p:nvPr>
        </p:nvSpPr>
        <p:spPr/>
        <p:txBody>
          <a:bodyPr/>
          <a:lstStyle/>
          <a:p>
            <a:pPr eaLnBrk="1" hangingPunct="1"/>
            <a:r>
              <a:rPr lang="en-GB" altLang="en-US"/>
              <a:t>interactions and interventions</a:t>
            </a:r>
          </a:p>
        </p:txBody>
      </p:sp>
      <p:sp>
        <p:nvSpPr>
          <p:cNvPr id="4099" name="Rectangle 3">
            <a:extLst>
              <a:ext uri="{FF2B5EF4-FFF2-40B4-BE49-F238E27FC236}">
                <a16:creationId xmlns:a16="http://schemas.microsoft.com/office/drawing/2014/main" id="{38B4B945-1409-2BC0-3DC1-10DF889C3CE9}"/>
              </a:ext>
            </a:extLst>
          </p:cNvPr>
          <p:cNvSpPr>
            <a:spLocks noGrp="1" noChangeArrowheads="1"/>
          </p:cNvSpPr>
          <p:nvPr>
            <p:ph type="body" idx="1"/>
          </p:nvPr>
        </p:nvSpPr>
        <p:spPr>
          <a:xfrm>
            <a:off x="685800" y="1981200"/>
            <a:ext cx="8077200" cy="4114800"/>
          </a:xfrm>
        </p:spPr>
        <p:txBody>
          <a:bodyPr/>
          <a:lstStyle/>
          <a:p>
            <a:pPr marL="190500" indent="-190500" eaLnBrk="1" hangingPunct="1">
              <a:buFontTx/>
              <a:buChar char=" "/>
              <a:tabLst>
                <a:tab pos="2286000" algn="l"/>
              </a:tabLst>
            </a:pPr>
            <a:r>
              <a:rPr lang="en-GB" altLang="en-US" dirty="0"/>
              <a:t>design interactions not just interfaces</a:t>
            </a:r>
          </a:p>
          <a:p>
            <a:pPr marL="565150" lvl="1" indent="-184150" eaLnBrk="1" hangingPunct="1">
              <a:buFontTx/>
              <a:buChar char=" "/>
              <a:tabLst>
                <a:tab pos="2286000" algn="l"/>
              </a:tabLst>
            </a:pPr>
            <a:r>
              <a:rPr lang="en-GB" altLang="en-US" sz="2000" dirty="0"/>
              <a:t>not just the immediate interaction</a:t>
            </a:r>
          </a:p>
          <a:p>
            <a:pPr marL="565150" lvl="1" indent="-184150" eaLnBrk="1" hangingPunct="1">
              <a:buFontTx/>
              <a:buChar char=" "/>
              <a:tabLst>
                <a:tab pos="2286000" algn="l"/>
              </a:tabLst>
            </a:pPr>
            <a:r>
              <a:rPr lang="en-GB" altLang="en-US" sz="1800" dirty="0"/>
              <a:t>e.g. stapler – technology changes interaction style</a:t>
            </a:r>
          </a:p>
          <a:p>
            <a:pPr marL="1238250" lvl="2" eaLnBrk="1" hangingPunct="1">
              <a:tabLst>
                <a:tab pos="2286000" algn="l"/>
              </a:tabLst>
            </a:pPr>
            <a:r>
              <a:rPr lang="en-GB" altLang="en-US" sz="1600" dirty="0"/>
              <a:t>manual:	write, print, staple, write, print, staple, …</a:t>
            </a:r>
          </a:p>
          <a:p>
            <a:pPr marL="1238250" lvl="2" eaLnBrk="1" hangingPunct="1">
              <a:tabLst>
                <a:tab pos="2286000" algn="l"/>
              </a:tabLst>
            </a:pPr>
            <a:r>
              <a:rPr lang="en-GB" altLang="en-US" sz="1600" dirty="0"/>
              <a:t>electronic:	write, print, write, print, …, staple </a:t>
            </a:r>
          </a:p>
          <a:p>
            <a:pPr marL="1238250" lvl="2" eaLnBrk="1" hangingPunct="1">
              <a:tabLst>
                <a:tab pos="2286000" algn="l"/>
              </a:tabLst>
            </a:pPr>
            <a:endParaRPr lang="en-GB" altLang="en-US" sz="1800" dirty="0"/>
          </a:p>
          <a:p>
            <a:pPr marL="190500" indent="-190500" eaLnBrk="1" hangingPunct="1">
              <a:buFontTx/>
              <a:buChar char=" "/>
              <a:tabLst>
                <a:tab pos="2286000" algn="l"/>
              </a:tabLst>
            </a:pPr>
            <a:r>
              <a:rPr lang="en-GB" altLang="en-US" dirty="0"/>
              <a:t>designing interventions not just artefacts</a:t>
            </a:r>
          </a:p>
          <a:p>
            <a:pPr marL="565150" lvl="1" indent="-184150" eaLnBrk="1" hangingPunct="1">
              <a:buFontTx/>
              <a:buChar char=" "/>
              <a:tabLst>
                <a:tab pos="2286000" algn="l"/>
              </a:tabLst>
            </a:pPr>
            <a:r>
              <a:rPr lang="en-GB" altLang="en-US" sz="2000" dirty="0"/>
              <a:t>not just the system, but also …</a:t>
            </a:r>
          </a:p>
          <a:p>
            <a:pPr marL="1238250" lvl="2" eaLnBrk="1" hangingPunct="1">
              <a:tabLst>
                <a:tab pos="2286000" algn="l"/>
              </a:tabLst>
            </a:pPr>
            <a:r>
              <a:rPr lang="en-GB" altLang="en-US" sz="1800" dirty="0"/>
              <a:t>documentation, manuals, tutorials</a:t>
            </a:r>
          </a:p>
          <a:p>
            <a:pPr marL="1238250" lvl="2" eaLnBrk="1" hangingPunct="1">
              <a:tabLst>
                <a:tab pos="2286000" algn="l"/>
              </a:tabLst>
            </a:pPr>
            <a:r>
              <a:rPr lang="en-GB" altLang="en-US" sz="1800" dirty="0"/>
              <a:t>what we say and do as well as what we make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03E101A-7F53-F5B6-E883-03AC1A20C804}"/>
              </a:ext>
            </a:extLst>
          </p:cNvPr>
          <p:cNvSpPr>
            <a:spLocks noGrp="1" noChangeArrowheads="1"/>
          </p:cNvSpPr>
          <p:nvPr>
            <p:ph type="ctrTitle"/>
          </p:nvPr>
        </p:nvSpPr>
        <p:spPr>
          <a:xfrm>
            <a:off x="685800" y="2286000"/>
            <a:ext cx="7772400" cy="1143000"/>
          </a:xfrm>
        </p:spPr>
        <p:txBody>
          <a:bodyPr/>
          <a:lstStyle/>
          <a:p>
            <a:pPr eaLnBrk="1" hangingPunct="1"/>
            <a:r>
              <a:rPr lang="en-GB" altLang="en-US"/>
              <a:t>what is design?</a:t>
            </a:r>
          </a:p>
        </p:txBody>
      </p:sp>
      <p:sp>
        <p:nvSpPr>
          <p:cNvPr id="5123" name="Rectangle 3">
            <a:extLst>
              <a:ext uri="{FF2B5EF4-FFF2-40B4-BE49-F238E27FC236}">
                <a16:creationId xmlns:a16="http://schemas.microsoft.com/office/drawing/2014/main" id="{8CBC5012-A953-B37C-2045-AFE6B0EA98B8}"/>
              </a:ext>
            </a:extLst>
          </p:cNvPr>
          <p:cNvSpPr>
            <a:spLocks noGrp="1" noChangeArrowheads="1"/>
          </p:cNvSpPr>
          <p:nvPr>
            <p:ph type="subTitle" idx="1"/>
          </p:nvPr>
        </p:nvSpPr>
        <p:spPr/>
        <p:txBody>
          <a:bodyPr/>
          <a:lstStyle/>
          <a:p>
            <a:pPr eaLnBrk="1" hangingPunct="1"/>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DB7B61E-D004-43B9-1AE0-47A42ADCF66B}"/>
              </a:ext>
            </a:extLst>
          </p:cNvPr>
          <p:cNvSpPr>
            <a:spLocks noGrp="1" noChangeArrowheads="1"/>
          </p:cNvSpPr>
          <p:nvPr>
            <p:ph type="title"/>
          </p:nvPr>
        </p:nvSpPr>
        <p:spPr/>
        <p:txBody>
          <a:bodyPr/>
          <a:lstStyle/>
          <a:p>
            <a:pPr eaLnBrk="1" hangingPunct="1"/>
            <a:r>
              <a:rPr lang="en-GB" altLang="en-US"/>
              <a:t>what is design?</a:t>
            </a:r>
          </a:p>
        </p:txBody>
      </p:sp>
      <p:sp>
        <p:nvSpPr>
          <p:cNvPr id="6147" name="Rectangle 3">
            <a:extLst>
              <a:ext uri="{FF2B5EF4-FFF2-40B4-BE49-F238E27FC236}">
                <a16:creationId xmlns:a16="http://schemas.microsoft.com/office/drawing/2014/main" id="{A17F6419-AAC3-EB1E-D6B1-E18EF3E32EB6}"/>
              </a:ext>
            </a:extLst>
          </p:cNvPr>
          <p:cNvSpPr>
            <a:spLocks noGrp="1" noChangeArrowheads="1"/>
          </p:cNvSpPr>
          <p:nvPr>
            <p:ph type="body" idx="1"/>
          </p:nvPr>
        </p:nvSpPr>
        <p:spPr>
          <a:xfrm>
            <a:off x="685800" y="2209800"/>
            <a:ext cx="7772400" cy="4114800"/>
          </a:xfrm>
        </p:spPr>
        <p:txBody>
          <a:bodyPr/>
          <a:lstStyle/>
          <a:p>
            <a:pPr algn="ctr" eaLnBrk="1" hangingPunct="1">
              <a:buFontTx/>
              <a:buNone/>
            </a:pPr>
            <a:r>
              <a:rPr lang="en-GB" altLang="en-US" dirty="0">
                <a:solidFill>
                  <a:srgbClr val="993333"/>
                </a:solidFill>
              </a:rPr>
              <a:t>achieving goals within constraints</a:t>
            </a:r>
          </a:p>
          <a:p>
            <a:pPr lvl="4" eaLnBrk="1" hangingPunct="1"/>
            <a:endParaRPr lang="en-GB" altLang="en-US" sz="1800" dirty="0"/>
          </a:p>
          <a:p>
            <a:pPr eaLnBrk="1" hangingPunct="1"/>
            <a:r>
              <a:rPr lang="en-GB" altLang="en-US" dirty="0"/>
              <a:t>goals - purpose</a:t>
            </a:r>
          </a:p>
          <a:p>
            <a:pPr lvl="1" eaLnBrk="1" hangingPunct="1"/>
            <a:r>
              <a:rPr lang="en-GB" altLang="en-US" dirty="0"/>
              <a:t>who is it for, why do they want it </a:t>
            </a:r>
          </a:p>
          <a:p>
            <a:pPr eaLnBrk="1" hangingPunct="1"/>
            <a:r>
              <a:rPr lang="en-GB" altLang="en-US" dirty="0"/>
              <a:t>constraints</a:t>
            </a:r>
          </a:p>
          <a:p>
            <a:pPr lvl="1" eaLnBrk="1" hangingPunct="1"/>
            <a:r>
              <a:rPr lang="en-GB" altLang="en-US" dirty="0"/>
              <a:t>materials, platforms</a:t>
            </a:r>
          </a:p>
          <a:p>
            <a:pPr eaLnBrk="1" hangingPunct="1"/>
            <a:r>
              <a:rPr lang="en-GB" altLang="en-US" dirty="0"/>
              <a:t>trade-offs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E4C79EC-7961-1108-D4E5-53422A052932}"/>
              </a:ext>
            </a:extLst>
          </p:cNvPr>
          <p:cNvSpPr>
            <a:spLocks noGrp="1" noChangeArrowheads="1"/>
          </p:cNvSpPr>
          <p:nvPr>
            <p:ph type="title"/>
          </p:nvPr>
        </p:nvSpPr>
        <p:spPr/>
        <p:txBody>
          <a:bodyPr/>
          <a:lstStyle/>
          <a:p>
            <a:pPr eaLnBrk="1" hangingPunct="1"/>
            <a:r>
              <a:rPr lang="en-GB" altLang="en-US"/>
              <a:t>golden rule of design</a:t>
            </a:r>
          </a:p>
        </p:txBody>
      </p:sp>
      <p:sp>
        <p:nvSpPr>
          <p:cNvPr id="7171" name="Rectangle 3">
            <a:extLst>
              <a:ext uri="{FF2B5EF4-FFF2-40B4-BE49-F238E27FC236}">
                <a16:creationId xmlns:a16="http://schemas.microsoft.com/office/drawing/2014/main" id="{35E48118-D8FF-1D6E-419A-21CEC8505D7E}"/>
              </a:ext>
            </a:extLst>
          </p:cNvPr>
          <p:cNvSpPr>
            <a:spLocks noGrp="1" noChangeArrowheads="1"/>
          </p:cNvSpPr>
          <p:nvPr>
            <p:ph type="body" idx="1"/>
          </p:nvPr>
        </p:nvSpPr>
        <p:spPr>
          <a:xfrm>
            <a:off x="685800" y="2209800"/>
            <a:ext cx="7772400" cy="4114800"/>
          </a:xfrm>
        </p:spPr>
        <p:txBody>
          <a:bodyPr/>
          <a:lstStyle/>
          <a:p>
            <a:pPr algn="ctr" eaLnBrk="1" hangingPunct="1">
              <a:buFontTx/>
              <a:buNone/>
            </a:pPr>
            <a:endParaRPr lang="en-GB" altLang="en-US">
              <a:solidFill>
                <a:schemeClr val="accent1"/>
              </a:solidFill>
            </a:endParaRPr>
          </a:p>
          <a:p>
            <a:pPr algn="ctr" eaLnBrk="1" hangingPunct="1">
              <a:buFontTx/>
              <a:buNone/>
            </a:pPr>
            <a:r>
              <a:rPr lang="en-GB" altLang="en-US" sz="3600">
                <a:solidFill>
                  <a:srgbClr val="993333"/>
                </a:solidFill>
              </a:rPr>
              <a:t>understand your materials</a:t>
            </a:r>
            <a:endParaRPr lang="en-GB" altLang="en-US"/>
          </a:p>
          <a:p>
            <a:pPr lvl="4" eaLnBrk="1" hangingPunct="1"/>
            <a:endParaRPr lang="en-GB" altLang="en-US" sz="1800"/>
          </a:p>
          <a:p>
            <a:pPr eaLnBrk="1" hangingPunct="1"/>
            <a:endParaRPr lang="en-GB"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C3C6EE3-1B3E-D363-AF52-59735F86617A}"/>
              </a:ext>
            </a:extLst>
          </p:cNvPr>
          <p:cNvSpPr>
            <a:spLocks noGrp="1" noChangeArrowheads="1"/>
          </p:cNvSpPr>
          <p:nvPr>
            <p:ph type="title"/>
          </p:nvPr>
        </p:nvSpPr>
        <p:spPr/>
        <p:txBody>
          <a:bodyPr/>
          <a:lstStyle/>
          <a:p>
            <a:pPr eaLnBrk="1" hangingPunct="1"/>
            <a:r>
              <a:rPr lang="en-GB" altLang="en-US" sz="2800"/>
              <a:t>for Human–Computer Interaction</a:t>
            </a:r>
            <a:endParaRPr lang="en-GB" altLang="en-US"/>
          </a:p>
        </p:txBody>
      </p:sp>
      <p:sp>
        <p:nvSpPr>
          <p:cNvPr id="8195" name="Rectangle 3">
            <a:extLst>
              <a:ext uri="{FF2B5EF4-FFF2-40B4-BE49-F238E27FC236}">
                <a16:creationId xmlns:a16="http://schemas.microsoft.com/office/drawing/2014/main" id="{CFF7EE16-FB19-599B-554A-DEECBC8EF227}"/>
              </a:ext>
            </a:extLst>
          </p:cNvPr>
          <p:cNvSpPr>
            <a:spLocks noGrp="1" noChangeArrowheads="1"/>
          </p:cNvSpPr>
          <p:nvPr>
            <p:ph type="body" idx="1"/>
          </p:nvPr>
        </p:nvSpPr>
        <p:spPr>
          <a:xfrm>
            <a:off x="685800" y="2057400"/>
            <a:ext cx="7772400" cy="4114800"/>
          </a:xfrm>
        </p:spPr>
        <p:txBody>
          <a:bodyPr/>
          <a:lstStyle/>
          <a:p>
            <a:pPr algn="ctr" eaLnBrk="1" hangingPunct="1">
              <a:buFontTx/>
              <a:buNone/>
            </a:pPr>
            <a:r>
              <a:rPr lang="en-GB" altLang="en-US" sz="2400">
                <a:solidFill>
                  <a:srgbClr val="993333"/>
                </a:solidFill>
              </a:rPr>
              <a:t>understand your materials</a:t>
            </a:r>
            <a:endParaRPr lang="en-GB" altLang="en-US" sz="2400"/>
          </a:p>
          <a:p>
            <a:pPr lvl="4" eaLnBrk="1" hangingPunct="1"/>
            <a:endParaRPr lang="en-GB" altLang="en-US" sz="1600"/>
          </a:p>
          <a:p>
            <a:pPr eaLnBrk="1" hangingPunct="1"/>
            <a:r>
              <a:rPr lang="en-GB" altLang="en-US" sz="2400"/>
              <a:t>understand computers</a:t>
            </a:r>
          </a:p>
          <a:p>
            <a:pPr lvl="1" eaLnBrk="1" hangingPunct="1"/>
            <a:r>
              <a:rPr lang="en-GB" altLang="en-US" sz="2000"/>
              <a:t>limitations, capacities, tools, platforms</a:t>
            </a:r>
          </a:p>
          <a:p>
            <a:pPr eaLnBrk="1" hangingPunct="1"/>
            <a:r>
              <a:rPr lang="en-GB" altLang="en-US" sz="2400"/>
              <a:t>understand people</a:t>
            </a:r>
          </a:p>
          <a:p>
            <a:pPr lvl="1" eaLnBrk="1" hangingPunct="1"/>
            <a:r>
              <a:rPr lang="en-GB" altLang="en-US" sz="2000"/>
              <a:t>psychological, social aspects</a:t>
            </a:r>
          </a:p>
          <a:p>
            <a:pPr lvl="1" eaLnBrk="1" hangingPunct="1"/>
            <a:r>
              <a:rPr lang="en-GB" altLang="en-US" sz="2000"/>
              <a:t>human error</a:t>
            </a:r>
          </a:p>
          <a:p>
            <a:pPr eaLnBrk="1" hangingPunct="1"/>
            <a:r>
              <a:rPr lang="en-GB" altLang="en-US" sz="2400"/>
              <a:t>and their interaction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33F3098-CA20-D677-F456-E537FCCACD8A}"/>
              </a:ext>
            </a:extLst>
          </p:cNvPr>
          <p:cNvSpPr>
            <a:spLocks noGrp="1" noChangeArrowheads="1"/>
          </p:cNvSpPr>
          <p:nvPr>
            <p:ph type="title"/>
          </p:nvPr>
        </p:nvSpPr>
        <p:spPr/>
        <p:txBody>
          <a:bodyPr/>
          <a:lstStyle/>
          <a:p>
            <a:pPr eaLnBrk="1" hangingPunct="1"/>
            <a:r>
              <a:rPr lang="en-GB" altLang="en-US"/>
              <a:t>physical controls</a:t>
            </a:r>
          </a:p>
        </p:txBody>
      </p:sp>
      <p:sp>
        <p:nvSpPr>
          <p:cNvPr id="78851" name="Rectangle 3">
            <a:extLst>
              <a:ext uri="{FF2B5EF4-FFF2-40B4-BE49-F238E27FC236}">
                <a16:creationId xmlns:a16="http://schemas.microsoft.com/office/drawing/2014/main" id="{DCC46DC0-BDBA-04DD-7B5A-5D443EB9301D}"/>
              </a:ext>
            </a:extLst>
          </p:cNvPr>
          <p:cNvSpPr>
            <a:spLocks noGrp="1" noChangeArrowheads="1"/>
          </p:cNvSpPr>
          <p:nvPr>
            <p:ph type="body" idx="1"/>
          </p:nvPr>
        </p:nvSpPr>
        <p:spPr/>
        <p:txBody>
          <a:bodyPr/>
          <a:lstStyle/>
          <a:p>
            <a:pPr marL="381000" indent="-381000" eaLnBrk="1" hangingPunct="1">
              <a:lnSpc>
                <a:spcPct val="120000"/>
              </a:lnSpc>
            </a:pPr>
            <a:r>
              <a:rPr lang="en-US" altLang="en-US" sz="3200"/>
              <a:t>grouping of items</a:t>
            </a:r>
          </a:p>
          <a:p>
            <a:pPr marL="857250" lvl="1" eaLnBrk="1" hangingPunct="1">
              <a:lnSpc>
                <a:spcPct val="120000"/>
              </a:lnSpc>
            </a:pPr>
            <a:r>
              <a:rPr lang="en-US" altLang="en-US" sz="2800"/>
              <a:t>defrost settings</a:t>
            </a:r>
          </a:p>
          <a:p>
            <a:pPr marL="857250" lvl="1" eaLnBrk="1" hangingPunct="1">
              <a:lnSpc>
                <a:spcPct val="120000"/>
              </a:lnSpc>
            </a:pPr>
            <a:r>
              <a:rPr lang="en-US" altLang="en-US" sz="2800"/>
              <a:t>type of food</a:t>
            </a:r>
          </a:p>
          <a:p>
            <a:pPr marL="857250" lvl="1" eaLnBrk="1" hangingPunct="1">
              <a:lnSpc>
                <a:spcPct val="120000"/>
              </a:lnSpc>
            </a:pPr>
            <a:r>
              <a:rPr lang="en-US" altLang="en-US" sz="2800"/>
              <a:t>time to cook</a:t>
            </a:r>
          </a:p>
        </p:txBody>
      </p:sp>
      <p:pic>
        <p:nvPicPr>
          <p:cNvPr id="78852" name="Picture 4" descr="&#13;microwave.jpg                                                  0007898DMacintosh HD                   ABA78158:">
            <a:extLst>
              <a:ext uri="{FF2B5EF4-FFF2-40B4-BE49-F238E27FC236}">
                <a16:creationId xmlns:a16="http://schemas.microsoft.com/office/drawing/2014/main" id="{D41BB205-3B2E-E8F8-B3C4-B8E6722094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6175" y="1600200"/>
            <a:ext cx="238442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Rectangle 14">
            <a:extLst>
              <a:ext uri="{FF2B5EF4-FFF2-40B4-BE49-F238E27FC236}">
                <a16:creationId xmlns:a16="http://schemas.microsoft.com/office/drawing/2014/main" id="{B4D4FE8D-CEE2-F8D8-AB34-FBB31CFB1B5E}"/>
              </a:ext>
            </a:extLst>
          </p:cNvPr>
          <p:cNvSpPr>
            <a:spLocks noChangeArrowheads="1"/>
          </p:cNvSpPr>
          <p:nvPr/>
        </p:nvSpPr>
        <p:spPr bwMode="auto">
          <a:xfrm>
            <a:off x="990600" y="2743200"/>
            <a:ext cx="3429000" cy="18288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2" name="Group 17">
            <a:extLst>
              <a:ext uri="{FF2B5EF4-FFF2-40B4-BE49-F238E27FC236}">
                <a16:creationId xmlns:a16="http://schemas.microsoft.com/office/drawing/2014/main" id="{5217041C-ADC9-D8E1-9918-17D57A40B4EE}"/>
              </a:ext>
            </a:extLst>
          </p:cNvPr>
          <p:cNvGrpSpPr>
            <a:grpSpLocks/>
          </p:cNvGrpSpPr>
          <p:nvPr/>
        </p:nvGrpSpPr>
        <p:grpSpPr bwMode="auto">
          <a:xfrm>
            <a:off x="1374775" y="3429000"/>
            <a:ext cx="7007225" cy="1828800"/>
            <a:chOff x="866" y="2160"/>
            <a:chExt cx="4414" cy="1152"/>
          </a:xfrm>
        </p:grpSpPr>
        <p:sp>
          <p:nvSpPr>
            <p:cNvPr id="78863" name="Oval 6">
              <a:extLst>
                <a:ext uri="{FF2B5EF4-FFF2-40B4-BE49-F238E27FC236}">
                  <a16:creationId xmlns:a16="http://schemas.microsoft.com/office/drawing/2014/main" id="{1B3ECE32-AC6B-7C94-893F-4F255453999C}"/>
                </a:ext>
              </a:extLst>
            </p:cNvPr>
            <p:cNvSpPr>
              <a:spLocks noChangeArrowheads="1"/>
            </p:cNvSpPr>
            <p:nvPr/>
          </p:nvSpPr>
          <p:spPr bwMode="auto">
            <a:xfrm>
              <a:off x="4656" y="2400"/>
              <a:ext cx="624" cy="912"/>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8864" name="Line 9">
              <a:extLst>
                <a:ext uri="{FF2B5EF4-FFF2-40B4-BE49-F238E27FC236}">
                  <a16:creationId xmlns:a16="http://schemas.microsoft.com/office/drawing/2014/main" id="{EBE28527-D634-3064-074D-DF4F9283CD8A}"/>
                </a:ext>
              </a:extLst>
            </p:cNvPr>
            <p:cNvSpPr>
              <a:spLocks noChangeShapeType="1"/>
            </p:cNvSpPr>
            <p:nvPr/>
          </p:nvSpPr>
          <p:spPr bwMode="auto">
            <a:xfrm>
              <a:off x="2400" y="2400"/>
              <a:ext cx="2256" cy="336"/>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65" name="Rectangle 11">
              <a:extLst>
                <a:ext uri="{FF2B5EF4-FFF2-40B4-BE49-F238E27FC236}">
                  <a16:creationId xmlns:a16="http://schemas.microsoft.com/office/drawing/2014/main" id="{FF660134-E13A-E80F-0036-DE2A5FA14543}"/>
                </a:ext>
              </a:extLst>
            </p:cNvPr>
            <p:cNvSpPr>
              <a:spLocks noChangeArrowheads="1"/>
            </p:cNvSpPr>
            <p:nvPr/>
          </p:nvSpPr>
          <p:spPr bwMode="auto">
            <a:xfrm>
              <a:off x="866" y="2160"/>
              <a:ext cx="14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lnSpc>
                  <a:spcPct val="120000"/>
                </a:lnSpc>
                <a:spcBef>
                  <a:spcPct val="20000"/>
                </a:spcBef>
              </a:pPr>
              <a:r>
                <a:rPr lang="en-US" altLang="en-US" sz="2800">
                  <a:latin typeface="Verdana" panose="020B0604030504040204" pitchFamily="34" charset="0"/>
                </a:rPr>
                <a:t>type of food</a:t>
              </a:r>
              <a:endParaRPr lang="en-GB" altLang="en-US" sz="2800">
                <a:latin typeface="Verdana" panose="020B0604030504040204" pitchFamily="34" charset="0"/>
              </a:endParaRPr>
            </a:p>
          </p:txBody>
        </p:sp>
      </p:grpSp>
      <p:grpSp>
        <p:nvGrpSpPr>
          <p:cNvPr id="3" name="Group 18">
            <a:extLst>
              <a:ext uri="{FF2B5EF4-FFF2-40B4-BE49-F238E27FC236}">
                <a16:creationId xmlns:a16="http://schemas.microsoft.com/office/drawing/2014/main" id="{D8AC1AD1-25A3-B7EA-079F-91C8F041DBA8}"/>
              </a:ext>
            </a:extLst>
          </p:cNvPr>
          <p:cNvGrpSpPr>
            <a:grpSpLocks/>
          </p:cNvGrpSpPr>
          <p:nvPr/>
        </p:nvGrpSpPr>
        <p:grpSpPr bwMode="auto">
          <a:xfrm>
            <a:off x="1374775" y="4114800"/>
            <a:ext cx="6931025" cy="2209800"/>
            <a:chOff x="866" y="2592"/>
            <a:chExt cx="4366" cy="1392"/>
          </a:xfrm>
        </p:grpSpPr>
        <p:sp>
          <p:nvSpPr>
            <p:cNvPr id="78860" name="Oval 7">
              <a:extLst>
                <a:ext uri="{FF2B5EF4-FFF2-40B4-BE49-F238E27FC236}">
                  <a16:creationId xmlns:a16="http://schemas.microsoft.com/office/drawing/2014/main" id="{D7E34486-5110-81D0-8B4B-65AE7653EC07}"/>
                </a:ext>
              </a:extLst>
            </p:cNvPr>
            <p:cNvSpPr>
              <a:spLocks noChangeArrowheads="1"/>
            </p:cNvSpPr>
            <p:nvPr/>
          </p:nvSpPr>
          <p:spPr bwMode="auto">
            <a:xfrm rot="510320">
              <a:off x="4176" y="3456"/>
              <a:ext cx="1056" cy="528"/>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8861" name="Line 10">
              <a:extLst>
                <a:ext uri="{FF2B5EF4-FFF2-40B4-BE49-F238E27FC236}">
                  <a16:creationId xmlns:a16="http://schemas.microsoft.com/office/drawing/2014/main" id="{26AD631A-F227-56F0-E876-533FE31E71B3}"/>
                </a:ext>
              </a:extLst>
            </p:cNvPr>
            <p:cNvSpPr>
              <a:spLocks noChangeShapeType="1"/>
            </p:cNvSpPr>
            <p:nvPr/>
          </p:nvSpPr>
          <p:spPr bwMode="auto">
            <a:xfrm>
              <a:off x="2448" y="2880"/>
              <a:ext cx="1776" cy="72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62" name="Rectangle 13">
              <a:extLst>
                <a:ext uri="{FF2B5EF4-FFF2-40B4-BE49-F238E27FC236}">
                  <a16:creationId xmlns:a16="http://schemas.microsoft.com/office/drawing/2014/main" id="{54E60BE8-E40A-7D9B-94B3-0651CBBEC099}"/>
                </a:ext>
              </a:extLst>
            </p:cNvPr>
            <p:cNvSpPr>
              <a:spLocks noChangeArrowheads="1"/>
            </p:cNvSpPr>
            <p:nvPr/>
          </p:nvSpPr>
          <p:spPr bwMode="auto">
            <a:xfrm>
              <a:off x="866" y="2592"/>
              <a:ext cx="15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lnSpc>
                  <a:spcPct val="120000"/>
                </a:lnSpc>
                <a:spcBef>
                  <a:spcPct val="20000"/>
                </a:spcBef>
              </a:pPr>
              <a:r>
                <a:rPr lang="en-US" altLang="en-US" sz="2800">
                  <a:latin typeface="Verdana" panose="020B0604030504040204" pitchFamily="34" charset="0"/>
                </a:rPr>
                <a:t>time to cook</a:t>
              </a:r>
              <a:endParaRPr lang="en-GB" altLang="en-US" sz="2800">
                <a:latin typeface="Verdana" panose="020B0604030504040204" pitchFamily="34" charset="0"/>
              </a:endParaRPr>
            </a:p>
          </p:txBody>
        </p:sp>
      </p:grpSp>
      <p:grpSp>
        <p:nvGrpSpPr>
          <p:cNvPr id="4" name="Group 16">
            <a:extLst>
              <a:ext uri="{FF2B5EF4-FFF2-40B4-BE49-F238E27FC236}">
                <a16:creationId xmlns:a16="http://schemas.microsoft.com/office/drawing/2014/main" id="{788EF458-D8EC-6758-7764-8C8BC1A71F07}"/>
              </a:ext>
            </a:extLst>
          </p:cNvPr>
          <p:cNvGrpSpPr>
            <a:grpSpLocks/>
          </p:cNvGrpSpPr>
          <p:nvPr/>
        </p:nvGrpSpPr>
        <p:grpSpPr bwMode="auto">
          <a:xfrm>
            <a:off x="1374775" y="2743200"/>
            <a:ext cx="6245225" cy="1066800"/>
            <a:chOff x="866" y="1728"/>
            <a:chExt cx="3934" cy="672"/>
          </a:xfrm>
        </p:grpSpPr>
        <p:sp>
          <p:nvSpPr>
            <p:cNvPr id="78857" name="Oval 5">
              <a:extLst>
                <a:ext uri="{FF2B5EF4-FFF2-40B4-BE49-F238E27FC236}">
                  <a16:creationId xmlns:a16="http://schemas.microsoft.com/office/drawing/2014/main" id="{F4AF50E2-531D-E4F6-4A46-1BCC9E9817F1}"/>
                </a:ext>
              </a:extLst>
            </p:cNvPr>
            <p:cNvSpPr>
              <a:spLocks noChangeArrowheads="1"/>
            </p:cNvSpPr>
            <p:nvPr/>
          </p:nvSpPr>
          <p:spPr bwMode="auto">
            <a:xfrm>
              <a:off x="4032" y="1824"/>
              <a:ext cx="768" cy="576"/>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8858" name="Line 8">
              <a:extLst>
                <a:ext uri="{FF2B5EF4-FFF2-40B4-BE49-F238E27FC236}">
                  <a16:creationId xmlns:a16="http://schemas.microsoft.com/office/drawing/2014/main" id="{A0D69118-4BD6-1C78-1847-1E03FD38030D}"/>
                </a:ext>
              </a:extLst>
            </p:cNvPr>
            <p:cNvSpPr>
              <a:spLocks noChangeShapeType="1"/>
            </p:cNvSpPr>
            <p:nvPr/>
          </p:nvSpPr>
          <p:spPr bwMode="auto">
            <a:xfrm>
              <a:off x="2832" y="1920"/>
              <a:ext cx="1200" cy="144"/>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59" name="Rectangle 12">
              <a:extLst>
                <a:ext uri="{FF2B5EF4-FFF2-40B4-BE49-F238E27FC236}">
                  <a16:creationId xmlns:a16="http://schemas.microsoft.com/office/drawing/2014/main" id="{FDD3DDE7-718B-0677-4AA3-38717B3D9492}"/>
                </a:ext>
              </a:extLst>
            </p:cNvPr>
            <p:cNvSpPr>
              <a:spLocks noChangeArrowheads="1"/>
            </p:cNvSpPr>
            <p:nvPr/>
          </p:nvSpPr>
          <p:spPr bwMode="auto">
            <a:xfrm>
              <a:off x="866" y="1728"/>
              <a:ext cx="18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lnSpc>
                  <a:spcPct val="120000"/>
                </a:lnSpc>
                <a:spcBef>
                  <a:spcPct val="20000"/>
                </a:spcBef>
              </a:pPr>
              <a:r>
                <a:rPr lang="en-US" altLang="en-US" sz="2800">
                  <a:latin typeface="Verdana" panose="020B0604030504040204" pitchFamily="34" charset="0"/>
                </a:rPr>
                <a:t>defrost settings</a:t>
              </a:r>
              <a:endParaRPr lang="en-GB" altLang="en-US" sz="2800">
                <a:latin typeface="Verdana" panose="020B0604030504040204" pitchFamily="34" charset="0"/>
              </a:endParaRPr>
            </a:p>
          </p:txBody>
        </p:sp>
      </p:grpSp>
    </p:spTree>
    <p:extLst>
      <p:ext uri="{BB962C8B-B14F-4D97-AF65-F5344CB8AC3E}">
        <p14:creationId xmlns:p14="http://schemas.microsoft.com/office/powerpoint/2010/main" val="1811213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C948572-FB35-C59E-7846-242F7BF4E56F}"/>
              </a:ext>
            </a:extLst>
          </p:cNvPr>
          <p:cNvSpPr>
            <a:spLocks noGrp="1" noChangeArrowheads="1"/>
          </p:cNvSpPr>
          <p:nvPr>
            <p:ph type="title"/>
          </p:nvPr>
        </p:nvSpPr>
        <p:spPr/>
        <p:txBody>
          <a:bodyPr/>
          <a:lstStyle/>
          <a:p>
            <a:pPr eaLnBrk="1" hangingPunct="1"/>
            <a:r>
              <a:rPr lang="en-GB" altLang="en-US"/>
              <a:t>physical controls</a:t>
            </a:r>
          </a:p>
        </p:txBody>
      </p:sp>
      <p:sp>
        <p:nvSpPr>
          <p:cNvPr id="79875" name="Rectangle 3">
            <a:extLst>
              <a:ext uri="{FF2B5EF4-FFF2-40B4-BE49-F238E27FC236}">
                <a16:creationId xmlns:a16="http://schemas.microsoft.com/office/drawing/2014/main" id="{8974D57B-B324-74A6-305A-7D8715BBB540}"/>
              </a:ext>
            </a:extLst>
          </p:cNvPr>
          <p:cNvSpPr>
            <a:spLocks noGrp="1" noChangeArrowheads="1"/>
          </p:cNvSpPr>
          <p:nvPr>
            <p:ph type="body" idx="1"/>
          </p:nvPr>
        </p:nvSpPr>
        <p:spPr/>
        <p:txBody>
          <a:bodyPr/>
          <a:lstStyle/>
          <a:p>
            <a:pPr marL="381000" indent="-381000" eaLnBrk="1" hangingPunct="1">
              <a:lnSpc>
                <a:spcPct val="120000"/>
              </a:lnSpc>
            </a:pPr>
            <a:r>
              <a:rPr lang="en-US" altLang="en-US" sz="3200">
                <a:solidFill>
                  <a:schemeClr val="bg2"/>
                </a:solidFill>
              </a:rPr>
              <a:t>grouping of items</a:t>
            </a:r>
          </a:p>
          <a:p>
            <a:pPr marL="381000" indent="-381000" eaLnBrk="1" hangingPunct="1">
              <a:lnSpc>
                <a:spcPct val="120000"/>
              </a:lnSpc>
            </a:pPr>
            <a:r>
              <a:rPr lang="en-US" altLang="en-US" sz="3200"/>
              <a:t>order of items</a:t>
            </a:r>
          </a:p>
          <a:p>
            <a:pPr marL="1244600" lvl="2" indent="-482600" eaLnBrk="1" hangingPunct="1">
              <a:lnSpc>
                <a:spcPct val="120000"/>
              </a:lnSpc>
              <a:buFont typeface="Times" pitchFamily="1" charset="0"/>
              <a:buAutoNum type="arabicParenR"/>
            </a:pPr>
            <a:r>
              <a:rPr lang="en-US" altLang="en-US" sz="2400"/>
              <a:t>type of heating</a:t>
            </a:r>
          </a:p>
          <a:p>
            <a:pPr marL="1244600" lvl="2" indent="-482600" eaLnBrk="1" hangingPunct="1">
              <a:lnSpc>
                <a:spcPct val="120000"/>
              </a:lnSpc>
              <a:buFont typeface="Times" pitchFamily="1" charset="0"/>
              <a:buAutoNum type="arabicParenR"/>
            </a:pPr>
            <a:r>
              <a:rPr lang="en-US" altLang="en-US" sz="2400"/>
              <a:t>temperature</a:t>
            </a:r>
          </a:p>
          <a:p>
            <a:pPr marL="1244600" lvl="2" indent="-482600" eaLnBrk="1" hangingPunct="1">
              <a:lnSpc>
                <a:spcPct val="120000"/>
              </a:lnSpc>
              <a:buFont typeface="Times" pitchFamily="1" charset="0"/>
              <a:buAutoNum type="arabicParenR"/>
            </a:pPr>
            <a:r>
              <a:rPr lang="en-US" altLang="en-US" sz="2400"/>
              <a:t>time to cook</a:t>
            </a:r>
          </a:p>
          <a:p>
            <a:pPr marL="1244600" lvl="2" indent="-482600" eaLnBrk="1" hangingPunct="1">
              <a:lnSpc>
                <a:spcPct val="120000"/>
              </a:lnSpc>
              <a:buFont typeface="Times" pitchFamily="1" charset="0"/>
              <a:buAutoNum type="arabicParenR"/>
            </a:pPr>
            <a:r>
              <a:rPr lang="en-US" altLang="en-US" sz="2400"/>
              <a:t>start</a:t>
            </a:r>
          </a:p>
        </p:txBody>
      </p:sp>
      <p:pic>
        <p:nvPicPr>
          <p:cNvPr id="79876" name="Picture 4" descr="&#13;microwave.jpg                                                  0007898DMacintosh HD                   ABA78158:">
            <a:extLst>
              <a:ext uri="{FF2B5EF4-FFF2-40B4-BE49-F238E27FC236}">
                <a16:creationId xmlns:a16="http://schemas.microsoft.com/office/drawing/2014/main" id="{0BF77BF7-6EA2-3D45-5864-A1380FAE6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6175" y="1600200"/>
            <a:ext cx="238442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16">
            <a:extLst>
              <a:ext uri="{FF2B5EF4-FFF2-40B4-BE49-F238E27FC236}">
                <a16:creationId xmlns:a16="http://schemas.microsoft.com/office/drawing/2014/main" id="{4751C866-64BB-F953-31EB-85C96F67AB5A}"/>
              </a:ext>
            </a:extLst>
          </p:cNvPr>
          <p:cNvSpPr>
            <a:spLocks noChangeArrowheads="1"/>
          </p:cNvSpPr>
          <p:nvPr/>
        </p:nvSpPr>
        <p:spPr bwMode="auto">
          <a:xfrm>
            <a:off x="1371600" y="3429000"/>
            <a:ext cx="3048000" cy="20574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2" name="Group 20">
            <a:extLst>
              <a:ext uri="{FF2B5EF4-FFF2-40B4-BE49-F238E27FC236}">
                <a16:creationId xmlns:a16="http://schemas.microsoft.com/office/drawing/2014/main" id="{61CD5527-F230-1972-9D82-4D65B377C547}"/>
              </a:ext>
            </a:extLst>
          </p:cNvPr>
          <p:cNvGrpSpPr>
            <a:grpSpLocks/>
          </p:cNvGrpSpPr>
          <p:nvPr/>
        </p:nvGrpSpPr>
        <p:grpSpPr bwMode="auto">
          <a:xfrm>
            <a:off x="1295400" y="5253038"/>
            <a:ext cx="6172200" cy="1376362"/>
            <a:chOff x="816" y="3309"/>
            <a:chExt cx="3888" cy="867"/>
          </a:xfrm>
        </p:grpSpPr>
        <p:sp>
          <p:nvSpPr>
            <p:cNvPr id="79888" name="Oval 8">
              <a:extLst>
                <a:ext uri="{FF2B5EF4-FFF2-40B4-BE49-F238E27FC236}">
                  <a16:creationId xmlns:a16="http://schemas.microsoft.com/office/drawing/2014/main" id="{4FA8677E-B6A5-60DD-F694-2611C522E240}"/>
                </a:ext>
              </a:extLst>
            </p:cNvPr>
            <p:cNvSpPr>
              <a:spLocks noChangeArrowheads="1"/>
            </p:cNvSpPr>
            <p:nvPr/>
          </p:nvSpPr>
          <p:spPr bwMode="auto">
            <a:xfrm>
              <a:off x="4464" y="3936"/>
              <a:ext cx="240" cy="240"/>
            </a:xfrm>
            <a:prstGeom prst="ellipse">
              <a:avLst/>
            </a:prstGeom>
            <a:solidFill>
              <a:schemeClr val="bg1"/>
            </a:solidFill>
            <a:ln w="38100">
              <a:solidFill>
                <a:srgbClr val="FF0000"/>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b="1">
                  <a:latin typeface="Arial" panose="020B0604020202020204" pitchFamily="34" charset="0"/>
                </a:rPr>
                <a:t>4</a:t>
              </a:r>
            </a:p>
          </p:txBody>
        </p:sp>
        <p:sp>
          <p:nvSpPr>
            <p:cNvPr id="79889" name="Text Box 13">
              <a:extLst>
                <a:ext uri="{FF2B5EF4-FFF2-40B4-BE49-F238E27FC236}">
                  <a16:creationId xmlns:a16="http://schemas.microsoft.com/office/drawing/2014/main" id="{6CE45437-DF73-B7EF-5A3C-260CEAB9BE44}"/>
                </a:ext>
              </a:extLst>
            </p:cNvPr>
            <p:cNvSpPr txBox="1">
              <a:spLocks noChangeArrowheads="1"/>
            </p:cNvSpPr>
            <p:nvPr/>
          </p:nvSpPr>
          <p:spPr bwMode="auto">
            <a:xfrm>
              <a:off x="816" y="3309"/>
              <a:ext cx="8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82600" indent="-4826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4)	start</a:t>
              </a:r>
            </a:p>
          </p:txBody>
        </p:sp>
      </p:grpSp>
      <p:grpSp>
        <p:nvGrpSpPr>
          <p:cNvPr id="3" name="Group 18">
            <a:extLst>
              <a:ext uri="{FF2B5EF4-FFF2-40B4-BE49-F238E27FC236}">
                <a16:creationId xmlns:a16="http://schemas.microsoft.com/office/drawing/2014/main" id="{3B264F9B-26EC-15DF-37FD-E50DA56CD6D7}"/>
              </a:ext>
            </a:extLst>
          </p:cNvPr>
          <p:cNvGrpSpPr>
            <a:grpSpLocks/>
          </p:cNvGrpSpPr>
          <p:nvPr/>
        </p:nvGrpSpPr>
        <p:grpSpPr bwMode="auto">
          <a:xfrm>
            <a:off x="1295400" y="4033838"/>
            <a:ext cx="5410200" cy="1376362"/>
            <a:chOff x="816" y="2541"/>
            <a:chExt cx="3408" cy="867"/>
          </a:xfrm>
        </p:grpSpPr>
        <p:sp>
          <p:nvSpPr>
            <p:cNvPr id="79886" name="Oval 6">
              <a:extLst>
                <a:ext uri="{FF2B5EF4-FFF2-40B4-BE49-F238E27FC236}">
                  <a16:creationId xmlns:a16="http://schemas.microsoft.com/office/drawing/2014/main" id="{E6838BB4-19EF-A257-4ED3-680088656952}"/>
                </a:ext>
              </a:extLst>
            </p:cNvPr>
            <p:cNvSpPr>
              <a:spLocks noChangeArrowheads="1"/>
            </p:cNvSpPr>
            <p:nvPr/>
          </p:nvSpPr>
          <p:spPr bwMode="auto">
            <a:xfrm>
              <a:off x="3984" y="3168"/>
              <a:ext cx="240" cy="240"/>
            </a:xfrm>
            <a:prstGeom prst="ellipse">
              <a:avLst/>
            </a:prstGeom>
            <a:solidFill>
              <a:schemeClr val="bg1"/>
            </a:solidFill>
            <a:ln w="38100">
              <a:solidFill>
                <a:srgbClr val="FF0000"/>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b="1">
                  <a:latin typeface="Arial" panose="020B0604020202020204" pitchFamily="34" charset="0"/>
                </a:rPr>
                <a:t>2</a:t>
              </a:r>
            </a:p>
          </p:txBody>
        </p:sp>
        <p:sp>
          <p:nvSpPr>
            <p:cNvPr id="79887" name="Text Box 14">
              <a:extLst>
                <a:ext uri="{FF2B5EF4-FFF2-40B4-BE49-F238E27FC236}">
                  <a16:creationId xmlns:a16="http://schemas.microsoft.com/office/drawing/2014/main" id="{C6E24B12-F96F-60CC-99FD-70B18F67F84F}"/>
                </a:ext>
              </a:extLst>
            </p:cNvPr>
            <p:cNvSpPr txBox="1">
              <a:spLocks noChangeArrowheads="1"/>
            </p:cNvSpPr>
            <p:nvPr/>
          </p:nvSpPr>
          <p:spPr bwMode="auto">
            <a:xfrm>
              <a:off x="816" y="2541"/>
              <a:ext cx="16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82600" indent="-4826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2)	temperature</a:t>
              </a:r>
            </a:p>
          </p:txBody>
        </p:sp>
      </p:grpSp>
      <p:grpSp>
        <p:nvGrpSpPr>
          <p:cNvPr id="4" name="Group 19">
            <a:extLst>
              <a:ext uri="{FF2B5EF4-FFF2-40B4-BE49-F238E27FC236}">
                <a16:creationId xmlns:a16="http://schemas.microsoft.com/office/drawing/2014/main" id="{3E46FFEB-C1A8-A868-C8AE-D9CD4A381954}"/>
              </a:ext>
            </a:extLst>
          </p:cNvPr>
          <p:cNvGrpSpPr>
            <a:grpSpLocks/>
          </p:cNvGrpSpPr>
          <p:nvPr/>
        </p:nvGrpSpPr>
        <p:grpSpPr bwMode="auto">
          <a:xfrm>
            <a:off x="1295400" y="4643438"/>
            <a:ext cx="5562600" cy="1376362"/>
            <a:chOff x="816" y="2925"/>
            <a:chExt cx="3504" cy="867"/>
          </a:xfrm>
        </p:grpSpPr>
        <p:sp>
          <p:nvSpPr>
            <p:cNvPr id="79884" name="Oval 7">
              <a:extLst>
                <a:ext uri="{FF2B5EF4-FFF2-40B4-BE49-F238E27FC236}">
                  <a16:creationId xmlns:a16="http://schemas.microsoft.com/office/drawing/2014/main" id="{C98A00D1-83AE-2150-D175-CCEA7C0486EA}"/>
                </a:ext>
              </a:extLst>
            </p:cNvPr>
            <p:cNvSpPr>
              <a:spLocks noChangeArrowheads="1"/>
            </p:cNvSpPr>
            <p:nvPr/>
          </p:nvSpPr>
          <p:spPr bwMode="auto">
            <a:xfrm>
              <a:off x="4080" y="3552"/>
              <a:ext cx="240" cy="240"/>
            </a:xfrm>
            <a:prstGeom prst="ellipse">
              <a:avLst/>
            </a:prstGeom>
            <a:solidFill>
              <a:schemeClr val="bg1"/>
            </a:solidFill>
            <a:ln w="38100">
              <a:solidFill>
                <a:srgbClr val="FF0000"/>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b="1">
                  <a:latin typeface="Arial" panose="020B0604020202020204" pitchFamily="34" charset="0"/>
                </a:rPr>
                <a:t>3</a:t>
              </a:r>
            </a:p>
          </p:txBody>
        </p:sp>
        <p:sp>
          <p:nvSpPr>
            <p:cNvPr id="79885" name="Text Box 15">
              <a:extLst>
                <a:ext uri="{FF2B5EF4-FFF2-40B4-BE49-F238E27FC236}">
                  <a16:creationId xmlns:a16="http://schemas.microsoft.com/office/drawing/2014/main" id="{621C9136-9F42-B7BE-86C4-E2E59F1E7DAA}"/>
                </a:ext>
              </a:extLst>
            </p:cNvPr>
            <p:cNvSpPr txBox="1">
              <a:spLocks noChangeArrowheads="1"/>
            </p:cNvSpPr>
            <p:nvPr/>
          </p:nvSpPr>
          <p:spPr bwMode="auto">
            <a:xfrm>
              <a:off x="816" y="2925"/>
              <a:ext cx="16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82600" indent="-4826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3)	time to cook</a:t>
              </a:r>
            </a:p>
          </p:txBody>
        </p:sp>
      </p:grpSp>
      <p:grpSp>
        <p:nvGrpSpPr>
          <p:cNvPr id="5" name="Group 17">
            <a:extLst>
              <a:ext uri="{FF2B5EF4-FFF2-40B4-BE49-F238E27FC236}">
                <a16:creationId xmlns:a16="http://schemas.microsoft.com/office/drawing/2014/main" id="{B88F61FD-5344-0288-1E27-046B4D6F2921}"/>
              </a:ext>
            </a:extLst>
          </p:cNvPr>
          <p:cNvGrpSpPr>
            <a:grpSpLocks/>
          </p:cNvGrpSpPr>
          <p:nvPr/>
        </p:nvGrpSpPr>
        <p:grpSpPr bwMode="auto">
          <a:xfrm>
            <a:off x="1295400" y="3429000"/>
            <a:ext cx="5486400" cy="685800"/>
            <a:chOff x="816" y="2160"/>
            <a:chExt cx="3456" cy="432"/>
          </a:xfrm>
        </p:grpSpPr>
        <p:sp>
          <p:nvSpPr>
            <p:cNvPr id="79882" name="Oval 5">
              <a:extLst>
                <a:ext uri="{FF2B5EF4-FFF2-40B4-BE49-F238E27FC236}">
                  <a16:creationId xmlns:a16="http://schemas.microsoft.com/office/drawing/2014/main" id="{F8A75EE8-05CB-CA48-C7E7-017829BECFF6}"/>
                </a:ext>
              </a:extLst>
            </p:cNvPr>
            <p:cNvSpPr>
              <a:spLocks noChangeArrowheads="1"/>
            </p:cNvSpPr>
            <p:nvPr/>
          </p:nvSpPr>
          <p:spPr bwMode="auto">
            <a:xfrm>
              <a:off x="4032" y="2352"/>
              <a:ext cx="240" cy="240"/>
            </a:xfrm>
            <a:prstGeom prst="ellipse">
              <a:avLst/>
            </a:prstGeom>
            <a:solidFill>
              <a:schemeClr val="bg1"/>
            </a:solidFill>
            <a:ln w="38100">
              <a:solidFill>
                <a:srgbClr val="FF0000"/>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b="1">
                  <a:latin typeface="Arial" panose="020B0604020202020204" pitchFamily="34" charset="0"/>
                </a:rPr>
                <a:t>1</a:t>
              </a:r>
            </a:p>
          </p:txBody>
        </p:sp>
        <p:sp>
          <p:nvSpPr>
            <p:cNvPr id="79883" name="Text Box 10">
              <a:extLst>
                <a:ext uri="{FF2B5EF4-FFF2-40B4-BE49-F238E27FC236}">
                  <a16:creationId xmlns:a16="http://schemas.microsoft.com/office/drawing/2014/main" id="{E670E5E2-F36A-B5AD-F3A9-4FE817CEFA28}"/>
                </a:ext>
              </a:extLst>
            </p:cNvPr>
            <p:cNvSpPr txBox="1">
              <a:spLocks noChangeArrowheads="1"/>
            </p:cNvSpPr>
            <p:nvPr/>
          </p:nvSpPr>
          <p:spPr bwMode="auto">
            <a:xfrm>
              <a:off x="816" y="2160"/>
              <a:ext cx="18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82600" indent="-4826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1)	type of heating</a:t>
              </a:r>
            </a:p>
          </p:txBody>
        </p:sp>
      </p:grpSp>
    </p:spTree>
    <p:extLst>
      <p:ext uri="{BB962C8B-B14F-4D97-AF65-F5344CB8AC3E}">
        <p14:creationId xmlns:p14="http://schemas.microsoft.com/office/powerpoint/2010/main" val="31458448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46211C3-F9E4-095A-C1BE-8D93FFE52CFA}"/>
              </a:ext>
            </a:extLst>
          </p:cNvPr>
          <p:cNvSpPr>
            <a:spLocks noGrp="1" noChangeArrowheads="1"/>
          </p:cNvSpPr>
          <p:nvPr>
            <p:ph type="title"/>
          </p:nvPr>
        </p:nvSpPr>
        <p:spPr/>
        <p:txBody>
          <a:bodyPr/>
          <a:lstStyle/>
          <a:p>
            <a:pPr eaLnBrk="1" hangingPunct="1"/>
            <a:r>
              <a:rPr lang="en-GB" altLang="en-US"/>
              <a:t>physical controls</a:t>
            </a:r>
          </a:p>
        </p:txBody>
      </p:sp>
      <p:sp>
        <p:nvSpPr>
          <p:cNvPr id="80899" name="Rectangle 3">
            <a:extLst>
              <a:ext uri="{FF2B5EF4-FFF2-40B4-BE49-F238E27FC236}">
                <a16:creationId xmlns:a16="http://schemas.microsoft.com/office/drawing/2014/main" id="{01F7AEE9-21FD-A634-3D1C-13246BC7C638}"/>
              </a:ext>
            </a:extLst>
          </p:cNvPr>
          <p:cNvSpPr>
            <a:spLocks noGrp="1" noChangeArrowheads="1"/>
          </p:cNvSpPr>
          <p:nvPr>
            <p:ph type="body" idx="1"/>
          </p:nvPr>
        </p:nvSpPr>
        <p:spPr/>
        <p:txBody>
          <a:bodyPr/>
          <a:lstStyle/>
          <a:p>
            <a:pPr marL="381000" indent="-381000" eaLnBrk="1" hangingPunct="1">
              <a:lnSpc>
                <a:spcPct val="120000"/>
              </a:lnSpc>
            </a:pPr>
            <a:r>
              <a:rPr lang="en-US" altLang="en-US" sz="3200">
                <a:solidFill>
                  <a:schemeClr val="bg2"/>
                </a:solidFill>
              </a:rPr>
              <a:t>grouping of items</a:t>
            </a:r>
          </a:p>
          <a:p>
            <a:pPr marL="381000" indent="-381000" eaLnBrk="1" hangingPunct="1">
              <a:lnSpc>
                <a:spcPct val="120000"/>
              </a:lnSpc>
            </a:pPr>
            <a:r>
              <a:rPr lang="en-US" altLang="en-US" sz="3200">
                <a:solidFill>
                  <a:schemeClr val="bg2"/>
                </a:solidFill>
              </a:rPr>
              <a:t>order of items</a:t>
            </a:r>
            <a:r>
              <a:rPr lang="en-US" altLang="en-US" sz="3200"/>
              <a:t> </a:t>
            </a:r>
          </a:p>
          <a:p>
            <a:pPr marL="381000" indent="-381000" eaLnBrk="1" hangingPunct="1">
              <a:lnSpc>
                <a:spcPct val="120000"/>
              </a:lnSpc>
            </a:pPr>
            <a:r>
              <a:rPr lang="en-US" altLang="en-US" sz="3200"/>
              <a:t>decoration</a:t>
            </a:r>
          </a:p>
          <a:p>
            <a:pPr marL="857250" lvl="1" eaLnBrk="1" hangingPunct="1">
              <a:lnSpc>
                <a:spcPct val="120000"/>
              </a:lnSpc>
            </a:pPr>
            <a:r>
              <a:rPr lang="en-US" altLang="en-US"/>
              <a:t>different colours</a:t>
            </a:r>
            <a:br>
              <a:rPr lang="en-US" altLang="en-US"/>
            </a:br>
            <a:r>
              <a:rPr lang="en-US" altLang="en-US"/>
              <a:t>for different functions</a:t>
            </a:r>
          </a:p>
          <a:p>
            <a:pPr marL="857250" lvl="1" eaLnBrk="1" hangingPunct="1">
              <a:lnSpc>
                <a:spcPct val="120000"/>
              </a:lnSpc>
            </a:pPr>
            <a:r>
              <a:rPr lang="en-US" altLang="en-US"/>
              <a:t>lines around related</a:t>
            </a:r>
            <a:br>
              <a:rPr lang="en-US" altLang="en-US"/>
            </a:br>
            <a:r>
              <a:rPr lang="en-US" altLang="en-US"/>
              <a:t>buttons</a:t>
            </a:r>
          </a:p>
        </p:txBody>
      </p:sp>
      <p:pic>
        <p:nvPicPr>
          <p:cNvPr id="80900" name="Picture 4" descr="&#13;microwave.jpg                                                  0007898DMacintosh HD                   ABA78158:">
            <a:extLst>
              <a:ext uri="{FF2B5EF4-FFF2-40B4-BE49-F238E27FC236}">
                <a16:creationId xmlns:a16="http://schemas.microsoft.com/office/drawing/2014/main" id="{2294BBB7-9640-7EF0-53A9-9769EA428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6175" y="1600200"/>
            <a:ext cx="238442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6">
            <a:extLst>
              <a:ext uri="{FF2B5EF4-FFF2-40B4-BE49-F238E27FC236}">
                <a16:creationId xmlns:a16="http://schemas.microsoft.com/office/drawing/2014/main" id="{D38EEE78-F77A-4FE3-34FA-D316EC6168E8}"/>
              </a:ext>
            </a:extLst>
          </p:cNvPr>
          <p:cNvSpPr>
            <a:spLocks noChangeArrowheads="1"/>
          </p:cNvSpPr>
          <p:nvPr/>
        </p:nvSpPr>
        <p:spPr bwMode="auto">
          <a:xfrm>
            <a:off x="1143000" y="4038600"/>
            <a:ext cx="4038600" cy="19812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2" name="Group 11">
            <a:extLst>
              <a:ext uri="{FF2B5EF4-FFF2-40B4-BE49-F238E27FC236}">
                <a16:creationId xmlns:a16="http://schemas.microsoft.com/office/drawing/2014/main" id="{2775EBB2-C6CE-8667-25E1-6EB24A0DE9AE}"/>
              </a:ext>
            </a:extLst>
          </p:cNvPr>
          <p:cNvGrpSpPr>
            <a:grpSpLocks/>
          </p:cNvGrpSpPr>
          <p:nvPr/>
        </p:nvGrpSpPr>
        <p:grpSpPr bwMode="auto">
          <a:xfrm>
            <a:off x="1371600" y="3581400"/>
            <a:ext cx="5562600" cy="1447800"/>
            <a:chOff x="864" y="2256"/>
            <a:chExt cx="3504" cy="912"/>
          </a:xfrm>
        </p:grpSpPr>
        <p:sp>
          <p:nvSpPr>
            <p:cNvPr id="80906" name="Text Box 5">
              <a:extLst>
                <a:ext uri="{FF2B5EF4-FFF2-40B4-BE49-F238E27FC236}">
                  <a16:creationId xmlns:a16="http://schemas.microsoft.com/office/drawing/2014/main" id="{4CE3F407-A726-CE3C-BBCA-B6B7BB90E767}"/>
                </a:ext>
              </a:extLst>
            </p:cNvPr>
            <p:cNvSpPr txBox="1">
              <a:spLocks noChangeArrowheads="1"/>
            </p:cNvSpPr>
            <p:nvPr/>
          </p:nvSpPr>
          <p:spPr bwMode="auto">
            <a:xfrm>
              <a:off x="864" y="2644"/>
              <a:ext cx="2688"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different colours for different functions</a:t>
              </a:r>
            </a:p>
          </p:txBody>
        </p:sp>
        <p:sp>
          <p:nvSpPr>
            <p:cNvPr id="80907" name="Line 8">
              <a:extLst>
                <a:ext uri="{FF2B5EF4-FFF2-40B4-BE49-F238E27FC236}">
                  <a16:creationId xmlns:a16="http://schemas.microsoft.com/office/drawing/2014/main" id="{CF4D0446-E9A3-4F6A-08B5-93B46C747100}"/>
                </a:ext>
              </a:extLst>
            </p:cNvPr>
            <p:cNvSpPr>
              <a:spLocks noChangeShapeType="1"/>
            </p:cNvSpPr>
            <p:nvPr/>
          </p:nvSpPr>
          <p:spPr bwMode="auto">
            <a:xfrm flipV="1">
              <a:off x="2928" y="2256"/>
              <a:ext cx="1344" cy="52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908" name="Line 9">
              <a:extLst>
                <a:ext uri="{FF2B5EF4-FFF2-40B4-BE49-F238E27FC236}">
                  <a16:creationId xmlns:a16="http://schemas.microsoft.com/office/drawing/2014/main" id="{76A3A169-303A-637A-F90A-D74EDE9E43C2}"/>
                </a:ext>
              </a:extLst>
            </p:cNvPr>
            <p:cNvSpPr>
              <a:spLocks noChangeShapeType="1"/>
            </p:cNvSpPr>
            <p:nvPr/>
          </p:nvSpPr>
          <p:spPr bwMode="auto">
            <a:xfrm flipV="1">
              <a:off x="2832" y="2784"/>
              <a:ext cx="1536" cy="24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12">
            <a:extLst>
              <a:ext uri="{FF2B5EF4-FFF2-40B4-BE49-F238E27FC236}">
                <a16:creationId xmlns:a16="http://schemas.microsoft.com/office/drawing/2014/main" id="{CB6F9E81-D0BE-2E8F-2E19-8D10788847C9}"/>
              </a:ext>
            </a:extLst>
          </p:cNvPr>
          <p:cNvGrpSpPr>
            <a:grpSpLocks/>
          </p:cNvGrpSpPr>
          <p:nvPr/>
        </p:nvGrpSpPr>
        <p:grpSpPr bwMode="auto">
          <a:xfrm>
            <a:off x="1371600" y="5187950"/>
            <a:ext cx="5334000" cy="831850"/>
            <a:chOff x="864" y="3268"/>
            <a:chExt cx="3360" cy="524"/>
          </a:xfrm>
        </p:grpSpPr>
        <p:sp>
          <p:nvSpPr>
            <p:cNvPr id="80904" name="Text Box 7">
              <a:extLst>
                <a:ext uri="{FF2B5EF4-FFF2-40B4-BE49-F238E27FC236}">
                  <a16:creationId xmlns:a16="http://schemas.microsoft.com/office/drawing/2014/main" id="{7105557C-29CF-2AAD-8998-C55A2AD52705}"/>
                </a:ext>
              </a:extLst>
            </p:cNvPr>
            <p:cNvSpPr txBox="1">
              <a:spLocks noChangeArrowheads="1"/>
            </p:cNvSpPr>
            <p:nvPr/>
          </p:nvSpPr>
          <p:spPr bwMode="auto">
            <a:xfrm>
              <a:off x="864" y="3268"/>
              <a:ext cx="2236"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lines around related </a:t>
              </a:r>
              <a:br>
                <a:rPr lang="en-GB" altLang="en-US">
                  <a:latin typeface="Verdana" panose="020B0604030504040204" pitchFamily="34" charset="0"/>
                </a:rPr>
              </a:br>
              <a:r>
                <a:rPr lang="en-GB" altLang="en-US">
                  <a:latin typeface="Verdana" panose="020B0604030504040204" pitchFamily="34" charset="0"/>
                </a:rPr>
                <a:t>buttons </a:t>
              </a:r>
              <a:r>
                <a:rPr lang="en-GB" altLang="en-US" sz="2000">
                  <a:latin typeface="Verdana" panose="020B0604030504040204" pitchFamily="34" charset="0"/>
                </a:rPr>
                <a:t>(temp up/down)</a:t>
              </a:r>
            </a:p>
          </p:txBody>
        </p:sp>
        <p:sp>
          <p:nvSpPr>
            <p:cNvPr id="80905" name="Line 10">
              <a:extLst>
                <a:ext uri="{FF2B5EF4-FFF2-40B4-BE49-F238E27FC236}">
                  <a16:creationId xmlns:a16="http://schemas.microsoft.com/office/drawing/2014/main" id="{866240DA-E0D0-8197-3F21-9464854CFA1E}"/>
                </a:ext>
              </a:extLst>
            </p:cNvPr>
            <p:cNvSpPr>
              <a:spLocks noChangeShapeType="1"/>
            </p:cNvSpPr>
            <p:nvPr/>
          </p:nvSpPr>
          <p:spPr bwMode="auto">
            <a:xfrm flipV="1">
              <a:off x="2976" y="3360"/>
              <a:ext cx="1248" cy="14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791225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2ABC36F-A9C1-DE9A-991E-8539CFEF4475}"/>
              </a:ext>
            </a:extLst>
          </p:cNvPr>
          <p:cNvSpPr>
            <a:spLocks noGrp="1" noChangeArrowheads="1"/>
          </p:cNvSpPr>
          <p:nvPr>
            <p:ph type="title"/>
          </p:nvPr>
        </p:nvSpPr>
        <p:spPr/>
        <p:txBody>
          <a:bodyPr/>
          <a:lstStyle/>
          <a:p>
            <a:pPr eaLnBrk="1" hangingPunct="1"/>
            <a:r>
              <a:rPr lang="en-GB" altLang="en-US"/>
              <a:t>physical controls</a:t>
            </a:r>
          </a:p>
        </p:txBody>
      </p:sp>
      <p:sp>
        <p:nvSpPr>
          <p:cNvPr id="81923" name="Rectangle 3">
            <a:extLst>
              <a:ext uri="{FF2B5EF4-FFF2-40B4-BE49-F238E27FC236}">
                <a16:creationId xmlns:a16="http://schemas.microsoft.com/office/drawing/2014/main" id="{679DEF9D-C5B7-5751-0155-7149B10B6624}"/>
              </a:ext>
            </a:extLst>
          </p:cNvPr>
          <p:cNvSpPr>
            <a:spLocks noGrp="1" noChangeArrowheads="1"/>
          </p:cNvSpPr>
          <p:nvPr>
            <p:ph type="body" idx="1"/>
          </p:nvPr>
        </p:nvSpPr>
        <p:spPr/>
        <p:txBody>
          <a:bodyPr/>
          <a:lstStyle/>
          <a:p>
            <a:pPr marL="381000" indent="-381000" eaLnBrk="1" hangingPunct="1">
              <a:lnSpc>
                <a:spcPct val="120000"/>
              </a:lnSpc>
            </a:pPr>
            <a:r>
              <a:rPr lang="en-US" altLang="en-US" sz="3200">
                <a:solidFill>
                  <a:schemeClr val="bg2"/>
                </a:solidFill>
              </a:rPr>
              <a:t>grouping of items</a:t>
            </a:r>
          </a:p>
          <a:p>
            <a:pPr marL="381000" indent="-381000" eaLnBrk="1" hangingPunct="1">
              <a:lnSpc>
                <a:spcPct val="120000"/>
              </a:lnSpc>
            </a:pPr>
            <a:r>
              <a:rPr lang="en-US" altLang="en-US" sz="3200">
                <a:solidFill>
                  <a:schemeClr val="bg2"/>
                </a:solidFill>
              </a:rPr>
              <a:t>order of items </a:t>
            </a:r>
          </a:p>
          <a:p>
            <a:pPr marL="381000" indent="-381000" eaLnBrk="1" hangingPunct="1">
              <a:lnSpc>
                <a:spcPct val="120000"/>
              </a:lnSpc>
            </a:pPr>
            <a:r>
              <a:rPr lang="en-US" altLang="en-US" sz="3200">
                <a:solidFill>
                  <a:schemeClr val="bg2"/>
                </a:solidFill>
              </a:rPr>
              <a:t>decoration</a:t>
            </a:r>
            <a:endParaRPr lang="en-US" altLang="en-US" sz="3200"/>
          </a:p>
          <a:p>
            <a:pPr marL="381000" indent="-381000" eaLnBrk="1" hangingPunct="1">
              <a:lnSpc>
                <a:spcPct val="120000"/>
              </a:lnSpc>
            </a:pPr>
            <a:r>
              <a:rPr lang="en-US" altLang="en-US" sz="3200"/>
              <a:t>alignment</a:t>
            </a:r>
          </a:p>
          <a:p>
            <a:pPr marL="857250" lvl="1" eaLnBrk="1" hangingPunct="1">
              <a:lnSpc>
                <a:spcPct val="120000"/>
              </a:lnSpc>
            </a:pPr>
            <a:r>
              <a:rPr lang="en-US" altLang="en-US"/>
              <a:t>centered text in buttons</a:t>
            </a:r>
            <a:br>
              <a:rPr lang="en-US" altLang="en-US"/>
            </a:br>
            <a:r>
              <a:rPr lang="en-US" altLang="en-US"/>
              <a:t>? easy to scan ?</a:t>
            </a:r>
          </a:p>
        </p:txBody>
      </p:sp>
      <p:pic>
        <p:nvPicPr>
          <p:cNvPr id="81924" name="Picture 4" descr="&#13;microwave.jpg                                                  0007898DMacintosh HD                   ABA78158:">
            <a:extLst>
              <a:ext uri="{FF2B5EF4-FFF2-40B4-BE49-F238E27FC236}">
                <a16:creationId xmlns:a16="http://schemas.microsoft.com/office/drawing/2014/main" id="{D7F8569D-D3DC-291B-7538-7FAE83F80D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6175" y="1600200"/>
            <a:ext cx="238442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Rectangle 7">
            <a:extLst>
              <a:ext uri="{FF2B5EF4-FFF2-40B4-BE49-F238E27FC236}">
                <a16:creationId xmlns:a16="http://schemas.microsoft.com/office/drawing/2014/main" id="{9650A822-2FBE-4791-E422-CD4788948269}"/>
              </a:ext>
            </a:extLst>
          </p:cNvPr>
          <p:cNvSpPr>
            <a:spLocks noChangeArrowheads="1"/>
          </p:cNvSpPr>
          <p:nvPr/>
        </p:nvSpPr>
        <p:spPr bwMode="auto">
          <a:xfrm>
            <a:off x="1219200" y="4724400"/>
            <a:ext cx="4267200" cy="10668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163846" name="Text Box 6">
            <a:extLst>
              <a:ext uri="{FF2B5EF4-FFF2-40B4-BE49-F238E27FC236}">
                <a16:creationId xmlns:a16="http://schemas.microsoft.com/office/drawing/2014/main" id="{81FA622A-139C-7A5F-CD0D-4A5BC431D499}"/>
              </a:ext>
            </a:extLst>
          </p:cNvPr>
          <p:cNvSpPr txBox="1">
            <a:spLocks noChangeArrowheads="1"/>
          </p:cNvSpPr>
          <p:nvPr/>
        </p:nvSpPr>
        <p:spPr bwMode="auto">
          <a:xfrm>
            <a:off x="1371600" y="5562600"/>
            <a:ext cx="2652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 easy to scan ?</a:t>
            </a:r>
          </a:p>
        </p:txBody>
      </p:sp>
      <p:grpSp>
        <p:nvGrpSpPr>
          <p:cNvPr id="2" name="Group 10">
            <a:extLst>
              <a:ext uri="{FF2B5EF4-FFF2-40B4-BE49-F238E27FC236}">
                <a16:creationId xmlns:a16="http://schemas.microsoft.com/office/drawing/2014/main" id="{F77036A8-403A-3B42-FC73-BC4664F825F3}"/>
              </a:ext>
            </a:extLst>
          </p:cNvPr>
          <p:cNvGrpSpPr>
            <a:grpSpLocks/>
          </p:cNvGrpSpPr>
          <p:nvPr/>
        </p:nvGrpSpPr>
        <p:grpSpPr bwMode="auto">
          <a:xfrm>
            <a:off x="1447800" y="3886200"/>
            <a:ext cx="6172200" cy="1528763"/>
            <a:chOff x="912" y="2448"/>
            <a:chExt cx="3888" cy="963"/>
          </a:xfrm>
        </p:grpSpPr>
        <p:sp>
          <p:nvSpPr>
            <p:cNvPr id="81928" name="Text Box 5">
              <a:extLst>
                <a:ext uri="{FF2B5EF4-FFF2-40B4-BE49-F238E27FC236}">
                  <a16:creationId xmlns:a16="http://schemas.microsoft.com/office/drawing/2014/main" id="{BB49926E-1985-3FD4-5C0F-91A7A33BB0C0}"/>
                </a:ext>
              </a:extLst>
            </p:cNvPr>
            <p:cNvSpPr txBox="1">
              <a:spLocks noChangeArrowheads="1"/>
            </p:cNvSpPr>
            <p:nvPr/>
          </p:nvSpPr>
          <p:spPr bwMode="auto">
            <a:xfrm>
              <a:off x="912" y="3120"/>
              <a:ext cx="23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a:latin typeface="Verdana" panose="020B0604030504040204" pitchFamily="34" charset="0"/>
                </a:rPr>
                <a:t>centred text in buttons</a:t>
              </a:r>
            </a:p>
          </p:txBody>
        </p:sp>
        <p:sp>
          <p:nvSpPr>
            <p:cNvPr id="81929" name="AutoShape 8">
              <a:extLst>
                <a:ext uri="{FF2B5EF4-FFF2-40B4-BE49-F238E27FC236}">
                  <a16:creationId xmlns:a16="http://schemas.microsoft.com/office/drawing/2014/main" id="{30AE0D32-B5BC-2376-CC69-0616305D5CE0}"/>
                </a:ext>
              </a:extLst>
            </p:cNvPr>
            <p:cNvSpPr>
              <a:spLocks/>
            </p:cNvSpPr>
            <p:nvPr/>
          </p:nvSpPr>
          <p:spPr bwMode="auto">
            <a:xfrm>
              <a:off x="4608" y="2448"/>
              <a:ext cx="192" cy="816"/>
            </a:xfrm>
            <a:prstGeom prst="leftBrace">
              <a:avLst>
                <a:gd name="adj1" fmla="val 35417"/>
                <a:gd name="adj2" fmla="val 50000"/>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1930" name="Line 9">
              <a:extLst>
                <a:ext uri="{FF2B5EF4-FFF2-40B4-BE49-F238E27FC236}">
                  <a16:creationId xmlns:a16="http://schemas.microsoft.com/office/drawing/2014/main" id="{816BAF9F-3FCC-7C93-4D14-7AB8E8C3D268}"/>
                </a:ext>
              </a:extLst>
            </p:cNvPr>
            <p:cNvSpPr>
              <a:spLocks noChangeShapeType="1"/>
            </p:cNvSpPr>
            <p:nvPr/>
          </p:nvSpPr>
          <p:spPr bwMode="auto">
            <a:xfrm flipV="1">
              <a:off x="3360" y="2928"/>
              <a:ext cx="1152" cy="33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2950393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6"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4C339F76-7681-1252-62C4-F779412F5211}"/>
              </a:ext>
            </a:extLst>
          </p:cNvPr>
          <p:cNvSpPr>
            <a:spLocks noGrp="1" noChangeArrowheads="1"/>
          </p:cNvSpPr>
          <p:nvPr>
            <p:ph type="title"/>
          </p:nvPr>
        </p:nvSpPr>
        <p:spPr/>
        <p:txBody>
          <a:bodyPr/>
          <a:lstStyle/>
          <a:p>
            <a:pPr eaLnBrk="1" hangingPunct="1"/>
            <a:r>
              <a:rPr lang="en-GB" altLang="en-US"/>
              <a:t>physical controls</a:t>
            </a:r>
          </a:p>
        </p:txBody>
      </p:sp>
      <p:sp>
        <p:nvSpPr>
          <p:cNvPr id="82947" name="Rectangle 3">
            <a:extLst>
              <a:ext uri="{FF2B5EF4-FFF2-40B4-BE49-F238E27FC236}">
                <a16:creationId xmlns:a16="http://schemas.microsoft.com/office/drawing/2014/main" id="{EF7A6482-154D-8932-9230-B1093ED64766}"/>
              </a:ext>
            </a:extLst>
          </p:cNvPr>
          <p:cNvSpPr>
            <a:spLocks noGrp="1" noChangeArrowheads="1"/>
          </p:cNvSpPr>
          <p:nvPr>
            <p:ph type="body" idx="1"/>
          </p:nvPr>
        </p:nvSpPr>
        <p:spPr/>
        <p:txBody>
          <a:bodyPr/>
          <a:lstStyle/>
          <a:p>
            <a:pPr marL="381000" indent="-381000" eaLnBrk="1" hangingPunct="1">
              <a:lnSpc>
                <a:spcPct val="120000"/>
              </a:lnSpc>
            </a:pPr>
            <a:r>
              <a:rPr lang="en-US" altLang="en-US" sz="3200">
                <a:solidFill>
                  <a:schemeClr val="bg2"/>
                </a:solidFill>
              </a:rPr>
              <a:t>grouping of items</a:t>
            </a:r>
          </a:p>
          <a:p>
            <a:pPr marL="381000" indent="-381000" eaLnBrk="1" hangingPunct="1">
              <a:lnSpc>
                <a:spcPct val="120000"/>
              </a:lnSpc>
            </a:pPr>
            <a:r>
              <a:rPr lang="en-US" altLang="en-US" sz="3200">
                <a:solidFill>
                  <a:schemeClr val="bg2"/>
                </a:solidFill>
              </a:rPr>
              <a:t>order of items </a:t>
            </a:r>
          </a:p>
          <a:p>
            <a:pPr marL="381000" indent="-381000" eaLnBrk="1" hangingPunct="1">
              <a:lnSpc>
                <a:spcPct val="120000"/>
              </a:lnSpc>
            </a:pPr>
            <a:r>
              <a:rPr lang="en-US" altLang="en-US" sz="3200">
                <a:solidFill>
                  <a:schemeClr val="bg2"/>
                </a:solidFill>
              </a:rPr>
              <a:t>decoration</a:t>
            </a:r>
          </a:p>
          <a:p>
            <a:pPr marL="381000" indent="-381000" eaLnBrk="1" hangingPunct="1">
              <a:lnSpc>
                <a:spcPct val="120000"/>
              </a:lnSpc>
            </a:pPr>
            <a:r>
              <a:rPr lang="en-US" altLang="en-US" sz="3200">
                <a:solidFill>
                  <a:schemeClr val="bg2"/>
                </a:solidFill>
              </a:rPr>
              <a:t>alignment</a:t>
            </a:r>
            <a:endParaRPr lang="en-US" altLang="en-US" sz="3200"/>
          </a:p>
          <a:p>
            <a:pPr marL="381000" indent="-381000" eaLnBrk="1" hangingPunct="1">
              <a:lnSpc>
                <a:spcPct val="120000"/>
              </a:lnSpc>
            </a:pPr>
            <a:r>
              <a:rPr lang="en-US" altLang="en-US" sz="3200"/>
              <a:t>white space</a:t>
            </a:r>
          </a:p>
          <a:p>
            <a:pPr marL="857250" lvl="1" eaLnBrk="1" hangingPunct="1">
              <a:lnSpc>
                <a:spcPct val="120000"/>
              </a:lnSpc>
            </a:pPr>
            <a:r>
              <a:rPr lang="en-US" altLang="en-US"/>
              <a:t>gaps to aid grouping</a:t>
            </a:r>
            <a:endParaRPr lang="en-US" altLang="en-US" sz="2800"/>
          </a:p>
        </p:txBody>
      </p:sp>
      <p:pic>
        <p:nvPicPr>
          <p:cNvPr id="82948" name="Picture 4" descr="&#13;microwave.jpg                                                  0007898DMacintosh HD                   ABA78158:">
            <a:extLst>
              <a:ext uri="{FF2B5EF4-FFF2-40B4-BE49-F238E27FC236}">
                <a16:creationId xmlns:a16="http://schemas.microsoft.com/office/drawing/2014/main" id="{BBAC8213-C87D-CDCA-AE3D-5B3F2114D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6175" y="1600200"/>
            <a:ext cx="2384425" cy="49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Rectangle 6">
            <a:extLst>
              <a:ext uri="{FF2B5EF4-FFF2-40B4-BE49-F238E27FC236}">
                <a16:creationId xmlns:a16="http://schemas.microsoft.com/office/drawing/2014/main" id="{A4A43F79-5189-78F5-C3B2-B13E371003B0}"/>
              </a:ext>
            </a:extLst>
          </p:cNvPr>
          <p:cNvSpPr>
            <a:spLocks noChangeArrowheads="1"/>
          </p:cNvSpPr>
          <p:nvPr/>
        </p:nvSpPr>
        <p:spPr bwMode="auto">
          <a:xfrm>
            <a:off x="1219200" y="5410200"/>
            <a:ext cx="3886200" cy="762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2" name="Group 11">
            <a:extLst>
              <a:ext uri="{FF2B5EF4-FFF2-40B4-BE49-F238E27FC236}">
                <a16:creationId xmlns:a16="http://schemas.microsoft.com/office/drawing/2014/main" id="{9E4BADFE-F3BF-110C-4AD5-907219780342}"/>
              </a:ext>
            </a:extLst>
          </p:cNvPr>
          <p:cNvGrpSpPr>
            <a:grpSpLocks/>
          </p:cNvGrpSpPr>
          <p:nvPr/>
        </p:nvGrpSpPr>
        <p:grpSpPr bwMode="auto">
          <a:xfrm>
            <a:off x="1447800" y="3810000"/>
            <a:ext cx="5943600" cy="2286000"/>
            <a:chOff x="912" y="2400"/>
            <a:chExt cx="3744" cy="1440"/>
          </a:xfrm>
        </p:grpSpPr>
        <p:sp>
          <p:nvSpPr>
            <p:cNvPr id="82951" name="Rectangle 5">
              <a:extLst>
                <a:ext uri="{FF2B5EF4-FFF2-40B4-BE49-F238E27FC236}">
                  <a16:creationId xmlns:a16="http://schemas.microsoft.com/office/drawing/2014/main" id="{CB2A76B9-AB05-FF90-FB39-C3465AD4D898}"/>
                </a:ext>
              </a:extLst>
            </p:cNvPr>
            <p:cNvSpPr>
              <a:spLocks noChangeArrowheads="1"/>
            </p:cNvSpPr>
            <p:nvPr/>
          </p:nvSpPr>
          <p:spPr bwMode="auto">
            <a:xfrm>
              <a:off x="912" y="3549"/>
              <a:ext cx="21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Verdana" panose="020B0604030504040204" pitchFamily="34" charset="0"/>
                </a:rPr>
                <a:t>gaps to aid grouping</a:t>
              </a:r>
              <a:endParaRPr lang="en-GB" altLang="en-US">
                <a:latin typeface="Verdana" panose="020B0604030504040204" pitchFamily="34" charset="0"/>
              </a:endParaRPr>
            </a:p>
          </p:txBody>
        </p:sp>
        <p:sp>
          <p:nvSpPr>
            <p:cNvPr id="82952" name="Line 7">
              <a:extLst>
                <a:ext uri="{FF2B5EF4-FFF2-40B4-BE49-F238E27FC236}">
                  <a16:creationId xmlns:a16="http://schemas.microsoft.com/office/drawing/2014/main" id="{4CDB4696-A1EB-D595-7E80-542268DCCC62}"/>
                </a:ext>
              </a:extLst>
            </p:cNvPr>
            <p:cNvSpPr>
              <a:spLocks noChangeShapeType="1"/>
            </p:cNvSpPr>
            <p:nvPr/>
          </p:nvSpPr>
          <p:spPr bwMode="auto">
            <a:xfrm flipV="1">
              <a:off x="3072" y="2400"/>
              <a:ext cx="1152" cy="12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953" name="Line 8">
              <a:extLst>
                <a:ext uri="{FF2B5EF4-FFF2-40B4-BE49-F238E27FC236}">
                  <a16:creationId xmlns:a16="http://schemas.microsoft.com/office/drawing/2014/main" id="{CF9DA493-C3F6-1186-80D1-C8006084CA20}"/>
                </a:ext>
              </a:extLst>
            </p:cNvPr>
            <p:cNvSpPr>
              <a:spLocks noChangeShapeType="1"/>
            </p:cNvSpPr>
            <p:nvPr/>
          </p:nvSpPr>
          <p:spPr bwMode="auto">
            <a:xfrm flipV="1">
              <a:off x="3120" y="2832"/>
              <a:ext cx="1536" cy="81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954" name="Line 9">
              <a:extLst>
                <a:ext uri="{FF2B5EF4-FFF2-40B4-BE49-F238E27FC236}">
                  <a16:creationId xmlns:a16="http://schemas.microsoft.com/office/drawing/2014/main" id="{E490BB85-FA09-A010-A759-408376D99DE7}"/>
                </a:ext>
              </a:extLst>
            </p:cNvPr>
            <p:cNvSpPr>
              <a:spLocks noChangeShapeType="1"/>
            </p:cNvSpPr>
            <p:nvPr/>
          </p:nvSpPr>
          <p:spPr bwMode="auto">
            <a:xfrm flipV="1">
              <a:off x="3120" y="3552"/>
              <a:ext cx="1488" cy="19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955" name="Line 10">
              <a:extLst>
                <a:ext uri="{FF2B5EF4-FFF2-40B4-BE49-F238E27FC236}">
                  <a16:creationId xmlns:a16="http://schemas.microsoft.com/office/drawing/2014/main" id="{4D706016-2146-EDC6-141A-78890BA97623}"/>
                </a:ext>
              </a:extLst>
            </p:cNvPr>
            <p:cNvSpPr>
              <a:spLocks noChangeShapeType="1"/>
            </p:cNvSpPr>
            <p:nvPr/>
          </p:nvSpPr>
          <p:spPr bwMode="auto">
            <a:xfrm flipV="1">
              <a:off x="3072" y="3840"/>
              <a:ext cx="1584"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8156221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http://s3-media4.ak.yelpcdn.com/bphoto/gg4n_rUKo0m2LukWZOOssg/l.jpg">
            <a:extLst>
              <a:ext uri="{FF2B5EF4-FFF2-40B4-BE49-F238E27FC236}">
                <a16:creationId xmlns:a16="http://schemas.microsoft.com/office/drawing/2014/main" id="{C8BEBE1B-0FAD-DEC9-3086-93BA05B64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85344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989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C61716A-798E-6AA4-5F7A-B8D50A44B95B}"/>
              </a:ext>
            </a:extLst>
          </p:cNvPr>
          <p:cNvSpPr>
            <a:spLocks noGrp="1" noChangeArrowheads="1"/>
          </p:cNvSpPr>
          <p:nvPr>
            <p:ph type="title"/>
          </p:nvPr>
        </p:nvSpPr>
        <p:spPr/>
        <p:txBody>
          <a:bodyPr/>
          <a:lstStyle/>
          <a:p>
            <a:pPr eaLnBrk="1" hangingPunct="1"/>
            <a:r>
              <a:rPr lang="en-GB" altLang="en-US"/>
              <a:t>To err is human</a:t>
            </a:r>
          </a:p>
        </p:txBody>
      </p:sp>
      <p:sp>
        <p:nvSpPr>
          <p:cNvPr id="9219" name="Rectangle 3">
            <a:extLst>
              <a:ext uri="{FF2B5EF4-FFF2-40B4-BE49-F238E27FC236}">
                <a16:creationId xmlns:a16="http://schemas.microsoft.com/office/drawing/2014/main" id="{945C26FA-ADED-1DD9-38B1-DCBC55592FDB}"/>
              </a:ext>
            </a:extLst>
          </p:cNvPr>
          <p:cNvSpPr>
            <a:spLocks noGrp="1" noChangeArrowheads="1"/>
          </p:cNvSpPr>
          <p:nvPr>
            <p:ph type="body" idx="1"/>
          </p:nvPr>
        </p:nvSpPr>
        <p:spPr/>
        <p:txBody>
          <a:bodyPr/>
          <a:lstStyle/>
          <a:p>
            <a:pPr eaLnBrk="1" hangingPunct="1">
              <a:lnSpc>
                <a:spcPct val="90000"/>
              </a:lnSpc>
            </a:pPr>
            <a:r>
              <a:rPr lang="en-GB" altLang="en-US" sz="2000">
                <a:solidFill>
                  <a:srgbClr val="FF0000"/>
                </a:solidFill>
              </a:rPr>
              <a:t>accident reports </a:t>
            </a:r>
            <a:r>
              <a:rPr lang="en-GB" altLang="en-US" sz="2000"/>
              <a:t>..</a:t>
            </a:r>
          </a:p>
          <a:p>
            <a:pPr lvl="1" eaLnBrk="1" hangingPunct="1">
              <a:lnSpc>
                <a:spcPct val="90000"/>
              </a:lnSpc>
            </a:pPr>
            <a:r>
              <a:rPr lang="en-GB" altLang="en-US" sz="1800"/>
              <a:t>aircrash, industrial accident, hospital mistake</a:t>
            </a:r>
          </a:p>
          <a:p>
            <a:pPr lvl="1" eaLnBrk="1" hangingPunct="1">
              <a:lnSpc>
                <a:spcPct val="90000"/>
              </a:lnSpc>
            </a:pPr>
            <a:r>
              <a:rPr lang="en-GB" altLang="en-US" sz="1800"/>
              <a:t>enquiry … blames … ‘human error’</a:t>
            </a:r>
          </a:p>
          <a:p>
            <a:pPr eaLnBrk="1" hangingPunct="1">
              <a:lnSpc>
                <a:spcPct val="90000"/>
              </a:lnSpc>
            </a:pPr>
            <a:r>
              <a:rPr lang="en-GB" altLang="en-US" sz="2000"/>
              <a:t>but …</a:t>
            </a:r>
          </a:p>
          <a:p>
            <a:pPr lvl="1" eaLnBrk="1" hangingPunct="1">
              <a:lnSpc>
                <a:spcPct val="90000"/>
              </a:lnSpc>
            </a:pPr>
            <a:r>
              <a:rPr lang="en-GB" altLang="en-US" sz="1800"/>
              <a:t>concrete lintel breaks because too much weight</a:t>
            </a:r>
          </a:p>
          <a:p>
            <a:pPr lvl="1" eaLnBrk="1" hangingPunct="1">
              <a:lnSpc>
                <a:spcPct val="90000"/>
              </a:lnSpc>
            </a:pPr>
            <a:r>
              <a:rPr lang="en-GB" altLang="en-US" sz="1800"/>
              <a:t>blame ‘lintel error’ ?</a:t>
            </a:r>
            <a:br>
              <a:rPr lang="en-GB" altLang="en-US" sz="1800"/>
            </a:br>
            <a:r>
              <a:rPr lang="en-GB" altLang="en-US" sz="1800"/>
              <a:t>… no – design error</a:t>
            </a:r>
            <a:br>
              <a:rPr lang="en-GB" altLang="en-US" sz="1800"/>
            </a:br>
            <a:r>
              <a:rPr lang="en-GB" altLang="en-US" sz="1800"/>
              <a:t>	we know how concrete behaves under stress</a:t>
            </a:r>
          </a:p>
          <a:p>
            <a:pPr eaLnBrk="1" hangingPunct="1">
              <a:lnSpc>
                <a:spcPct val="90000"/>
              </a:lnSpc>
            </a:pPr>
            <a:r>
              <a:rPr lang="en-GB" altLang="en-US" sz="2000">
                <a:solidFill>
                  <a:srgbClr val="FF0000"/>
                </a:solidFill>
              </a:rPr>
              <a:t>human ‘error’ is normal</a:t>
            </a:r>
          </a:p>
          <a:p>
            <a:pPr lvl="1" eaLnBrk="1" hangingPunct="1">
              <a:lnSpc>
                <a:spcPct val="90000"/>
              </a:lnSpc>
            </a:pPr>
            <a:r>
              <a:rPr lang="en-GB" altLang="en-US" sz="1800"/>
              <a:t>we know how users behave under stress</a:t>
            </a:r>
          </a:p>
          <a:p>
            <a:pPr lvl="1" eaLnBrk="1" hangingPunct="1">
              <a:lnSpc>
                <a:spcPct val="90000"/>
              </a:lnSpc>
            </a:pPr>
            <a:r>
              <a:rPr lang="en-GB" altLang="en-US" sz="1800"/>
              <a:t>so design for it!</a:t>
            </a:r>
          </a:p>
          <a:p>
            <a:pPr eaLnBrk="1" hangingPunct="1">
              <a:lnSpc>
                <a:spcPct val="90000"/>
              </a:lnSpc>
            </a:pPr>
            <a:r>
              <a:rPr lang="en-GB" altLang="en-US" sz="2000">
                <a:solidFill>
                  <a:srgbClr val="00B050"/>
                </a:solidFill>
              </a:rPr>
              <a:t>treat the user at least as well as physical materials!</a:t>
            </a:r>
          </a:p>
          <a:p>
            <a:pPr eaLnBrk="1" hangingPunct="1">
              <a:lnSpc>
                <a:spcPct val="90000"/>
              </a:lnSpc>
            </a:pPr>
            <a:endParaRPr lang="en-GB" altLang="en-US" sz="2000">
              <a:solidFill>
                <a:srgbClr val="00B05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AF91C10-BB94-6425-EB33-956355D392A1}"/>
              </a:ext>
            </a:extLst>
          </p:cNvPr>
          <p:cNvSpPr>
            <a:spLocks noGrp="1" noChangeArrowheads="1"/>
          </p:cNvSpPr>
          <p:nvPr>
            <p:ph type="title"/>
          </p:nvPr>
        </p:nvSpPr>
        <p:spPr/>
        <p:txBody>
          <a:bodyPr/>
          <a:lstStyle/>
          <a:p>
            <a:pPr eaLnBrk="1" hangingPunct="1"/>
            <a:r>
              <a:rPr lang="en-GB" altLang="en-US"/>
              <a:t>modes</a:t>
            </a:r>
          </a:p>
        </p:txBody>
      </p:sp>
      <p:sp>
        <p:nvSpPr>
          <p:cNvPr id="45059" name="Rectangle 3">
            <a:extLst>
              <a:ext uri="{FF2B5EF4-FFF2-40B4-BE49-F238E27FC236}">
                <a16:creationId xmlns:a16="http://schemas.microsoft.com/office/drawing/2014/main" id="{83460F27-C039-F8B9-F5CC-48C6BA427547}"/>
              </a:ext>
            </a:extLst>
          </p:cNvPr>
          <p:cNvSpPr>
            <a:spLocks noGrp="1" noChangeArrowheads="1"/>
          </p:cNvSpPr>
          <p:nvPr>
            <p:ph type="body" idx="1"/>
          </p:nvPr>
        </p:nvSpPr>
        <p:spPr/>
        <p:txBody>
          <a:bodyPr/>
          <a:lstStyle/>
          <a:p>
            <a:pPr eaLnBrk="1" hangingPunct="1">
              <a:lnSpc>
                <a:spcPct val="90000"/>
              </a:lnSpc>
            </a:pPr>
            <a:r>
              <a:rPr lang="en-GB" altLang="en-US"/>
              <a:t>lock to prevent accidental use …</a:t>
            </a:r>
          </a:p>
          <a:p>
            <a:pPr lvl="1" eaLnBrk="1" hangingPunct="1">
              <a:lnSpc>
                <a:spcPct val="90000"/>
              </a:lnSpc>
            </a:pPr>
            <a:r>
              <a:rPr lang="en-GB" altLang="en-US"/>
              <a:t>remove lock - ‘c’ + ‘yes’ to confirm</a:t>
            </a:r>
          </a:p>
          <a:p>
            <a:pPr lvl="1" eaLnBrk="1" hangingPunct="1">
              <a:lnSpc>
                <a:spcPct val="90000"/>
              </a:lnSpc>
            </a:pPr>
            <a:r>
              <a:rPr lang="en-GB" altLang="en-US"/>
              <a:t>frequent practiced action</a:t>
            </a:r>
          </a:p>
          <a:p>
            <a:pPr eaLnBrk="1" hangingPunct="1">
              <a:lnSpc>
                <a:spcPct val="90000"/>
              </a:lnSpc>
            </a:pPr>
            <a:r>
              <a:rPr lang="en-GB" altLang="en-US"/>
              <a:t>if lock forgotten</a:t>
            </a:r>
          </a:p>
          <a:p>
            <a:pPr lvl="1" eaLnBrk="1" hangingPunct="1">
              <a:lnSpc>
                <a:spcPct val="90000"/>
              </a:lnSpc>
            </a:pPr>
            <a:r>
              <a:rPr lang="en-GB" altLang="en-US"/>
              <a:t>in pocket ‘yes’ gets pressed</a:t>
            </a:r>
          </a:p>
          <a:p>
            <a:pPr lvl="1" eaLnBrk="1" hangingPunct="1">
              <a:lnSpc>
                <a:spcPct val="90000"/>
              </a:lnSpc>
            </a:pPr>
            <a:r>
              <a:rPr lang="en-GB" altLang="en-US"/>
              <a:t>goes to phone book</a:t>
            </a:r>
          </a:p>
          <a:p>
            <a:pPr lvl="1" eaLnBrk="1" hangingPunct="1">
              <a:lnSpc>
                <a:spcPct val="90000"/>
              </a:lnSpc>
            </a:pPr>
            <a:r>
              <a:rPr lang="en-GB" altLang="en-US"/>
              <a:t>in phone book …</a:t>
            </a:r>
            <a:br>
              <a:rPr lang="en-GB" altLang="en-US"/>
            </a:br>
            <a:r>
              <a:rPr lang="en-GB" altLang="en-US"/>
              <a:t>  ‘c’ – delete entry</a:t>
            </a:r>
            <a:br>
              <a:rPr lang="en-GB" altLang="en-US"/>
            </a:br>
            <a:r>
              <a:rPr lang="en-GB" altLang="en-US"/>
              <a:t>  ‘yes’ – confirm</a:t>
            </a:r>
            <a:br>
              <a:rPr lang="en-GB" altLang="en-US"/>
            </a:br>
            <a:r>
              <a:rPr lang="en-GB" altLang="en-US"/>
              <a:t>… oops !</a:t>
            </a:r>
          </a:p>
        </p:txBody>
      </p:sp>
      <p:pic>
        <p:nvPicPr>
          <p:cNvPr id="45060" name="Picture 5">
            <a:extLst>
              <a:ext uri="{FF2B5EF4-FFF2-40B4-BE49-F238E27FC236}">
                <a16:creationId xmlns:a16="http://schemas.microsoft.com/office/drawing/2014/main" id="{9CDFAA8C-8A7A-1C4F-F38E-554A836A5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6" descr="phone-modes.jpg                                                0007898DMacintosh HD                   ABA78158:">
            <a:extLst>
              <a:ext uri="{FF2B5EF4-FFF2-40B4-BE49-F238E27FC236}">
                <a16:creationId xmlns:a16="http://schemas.microsoft.com/office/drawing/2014/main" id="{0D73A507-5170-F309-ECB6-2C2347A97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4394200"/>
            <a:ext cx="3665538" cy="213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3">
            <a:extLst>
              <a:ext uri="{FF2B5EF4-FFF2-40B4-BE49-F238E27FC236}">
                <a16:creationId xmlns:a16="http://schemas.microsoft.com/office/drawing/2014/main" id="{23408456-CC38-7868-1877-2CF450DAD2B7}"/>
              </a:ext>
            </a:extLst>
          </p:cNvPr>
          <p:cNvGrpSpPr>
            <a:grpSpLocks/>
          </p:cNvGrpSpPr>
          <p:nvPr/>
        </p:nvGrpSpPr>
        <p:grpSpPr bwMode="auto">
          <a:xfrm>
            <a:off x="5360988" y="4810125"/>
            <a:ext cx="3074987" cy="1577975"/>
            <a:chOff x="3552" y="3120"/>
            <a:chExt cx="1776" cy="912"/>
          </a:xfrm>
        </p:grpSpPr>
        <p:sp>
          <p:nvSpPr>
            <p:cNvPr id="45064" name="Oval 7">
              <a:extLst>
                <a:ext uri="{FF2B5EF4-FFF2-40B4-BE49-F238E27FC236}">
                  <a16:creationId xmlns:a16="http://schemas.microsoft.com/office/drawing/2014/main" id="{BFEABE89-8CD8-0A74-3B93-1BD90D898CAD}"/>
                </a:ext>
              </a:extLst>
            </p:cNvPr>
            <p:cNvSpPr>
              <a:spLocks noChangeArrowheads="1"/>
            </p:cNvSpPr>
            <p:nvPr/>
          </p:nvSpPr>
          <p:spPr bwMode="auto">
            <a:xfrm>
              <a:off x="4704" y="3456"/>
              <a:ext cx="624" cy="576"/>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45065" name="Oval 8">
              <a:extLst>
                <a:ext uri="{FF2B5EF4-FFF2-40B4-BE49-F238E27FC236}">
                  <a16:creationId xmlns:a16="http://schemas.microsoft.com/office/drawing/2014/main" id="{F3843F72-0012-13D0-2B4F-7416A3131B37}"/>
                </a:ext>
              </a:extLst>
            </p:cNvPr>
            <p:cNvSpPr>
              <a:spLocks noChangeArrowheads="1"/>
            </p:cNvSpPr>
            <p:nvPr/>
          </p:nvSpPr>
          <p:spPr bwMode="auto">
            <a:xfrm>
              <a:off x="3552" y="3120"/>
              <a:ext cx="720" cy="624"/>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45066" name="Arc 9">
              <a:extLst>
                <a:ext uri="{FF2B5EF4-FFF2-40B4-BE49-F238E27FC236}">
                  <a16:creationId xmlns:a16="http://schemas.microsoft.com/office/drawing/2014/main" id="{DCB60E0C-3CC4-C327-5964-0E19F983BA5F}"/>
                </a:ext>
              </a:extLst>
            </p:cNvPr>
            <p:cNvSpPr>
              <a:spLocks/>
            </p:cNvSpPr>
            <p:nvPr/>
          </p:nvSpPr>
          <p:spPr bwMode="auto">
            <a:xfrm>
              <a:off x="4560" y="3120"/>
              <a:ext cx="432" cy="768"/>
            </a:xfrm>
            <a:custGeom>
              <a:avLst/>
              <a:gdLst>
                <a:gd name="T0" fmla="*/ 0 w 17599"/>
                <a:gd name="T1" fmla="*/ 0 h 21599"/>
                <a:gd name="T2" fmla="*/ 0 w 17599"/>
                <a:gd name="T3" fmla="*/ 0 h 21599"/>
                <a:gd name="T4" fmla="*/ 0 w 17599"/>
                <a:gd name="T5" fmla="*/ 0 h 21599"/>
                <a:gd name="T6" fmla="*/ 0 60000 65536"/>
                <a:gd name="T7" fmla="*/ 0 60000 65536"/>
                <a:gd name="T8" fmla="*/ 0 60000 65536"/>
                <a:gd name="T9" fmla="*/ 0 w 17599"/>
                <a:gd name="T10" fmla="*/ 0 h 21599"/>
                <a:gd name="T11" fmla="*/ 17599 w 17599"/>
                <a:gd name="T12" fmla="*/ 21599 h 21599"/>
              </a:gdLst>
              <a:ahLst/>
              <a:cxnLst>
                <a:cxn ang="T6">
                  <a:pos x="T0" y="T1"/>
                </a:cxn>
                <a:cxn ang="T7">
                  <a:pos x="T2" y="T3"/>
                </a:cxn>
                <a:cxn ang="T8">
                  <a:pos x="T4" y="T5"/>
                </a:cxn>
              </a:cxnLst>
              <a:rect l="T9" t="T10" r="T11" b="T12"/>
              <a:pathLst>
                <a:path w="17599" h="21599" fill="none" extrusionOk="0">
                  <a:moveTo>
                    <a:pt x="196" y="-1"/>
                  </a:moveTo>
                  <a:cubicBezTo>
                    <a:pt x="7116" y="62"/>
                    <a:pt x="13587" y="3437"/>
                    <a:pt x="17599" y="9076"/>
                  </a:cubicBezTo>
                </a:path>
                <a:path w="17599" h="21599" stroke="0" extrusionOk="0">
                  <a:moveTo>
                    <a:pt x="196" y="-1"/>
                  </a:moveTo>
                  <a:cubicBezTo>
                    <a:pt x="7116" y="62"/>
                    <a:pt x="13587" y="3437"/>
                    <a:pt x="17599" y="9076"/>
                  </a:cubicBezTo>
                  <a:lnTo>
                    <a:pt x="0" y="21599"/>
                  </a:lnTo>
                  <a:lnTo>
                    <a:pt x="196" y="-1"/>
                  </a:lnTo>
                  <a:close/>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5067" name="Arc 10">
              <a:extLst>
                <a:ext uri="{FF2B5EF4-FFF2-40B4-BE49-F238E27FC236}">
                  <a16:creationId xmlns:a16="http://schemas.microsoft.com/office/drawing/2014/main" id="{DA13E13B-3E91-2C4F-D513-31435B7EB32D}"/>
                </a:ext>
              </a:extLst>
            </p:cNvPr>
            <p:cNvSpPr>
              <a:spLocks/>
            </p:cNvSpPr>
            <p:nvPr/>
          </p:nvSpPr>
          <p:spPr bwMode="auto">
            <a:xfrm flipH="1">
              <a:off x="4196" y="3120"/>
              <a:ext cx="412" cy="412"/>
            </a:xfrm>
            <a:custGeom>
              <a:avLst/>
              <a:gdLst>
                <a:gd name="T0" fmla="*/ 0 w 15946"/>
                <a:gd name="T1" fmla="*/ 0 h 21600"/>
                <a:gd name="T2" fmla="*/ 0 w 15946"/>
                <a:gd name="T3" fmla="*/ 0 h 21600"/>
                <a:gd name="T4" fmla="*/ 0 w 15946"/>
                <a:gd name="T5" fmla="*/ 0 h 21600"/>
                <a:gd name="T6" fmla="*/ 0 60000 65536"/>
                <a:gd name="T7" fmla="*/ 0 60000 65536"/>
                <a:gd name="T8" fmla="*/ 0 60000 65536"/>
                <a:gd name="T9" fmla="*/ 0 w 15946"/>
                <a:gd name="T10" fmla="*/ 0 h 21600"/>
                <a:gd name="T11" fmla="*/ 15946 w 15946"/>
                <a:gd name="T12" fmla="*/ 21600 h 21600"/>
              </a:gdLst>
              <a:ahLst/>
              <a:cxnLst>
                <a:cxn ang="T6">
                  <a:pos x="T0" y="T1"/>
                </a:cxn>
                <a:cxn ang="T7">
                  <a:pos x="T2" y="T3"/>
                </a:cxn>
                <a:cxn ang="T8">
                  <a:pos x="T4" y="T5"/>
                </a:cxn>
              </a:cxnLst>
              <a:rect l="T9" t="T10" r="T11" b="T12"/>
              <a:pathLst>
                <a:path w="15946" h="21600" fill="none" extrusionOk="0">
                  <a:moveTo>
                    <a:pt x="-1" y="7"/>
                  </a:moveTo>
                  <a:cubicBezTo>
                    <a:pt x="188" y="2"/>
                    <a:pt x="377" y="-1"/>
                    <a:pt x="567" y="0"/>
                  </a:cubicBezTo>
                  <a:cubicBezTo>
                    <a:pt x="6347" y="0"/>
                    <a:pt x="11887" y="2317"/>
                    <a:pt x="15946" y="6433"/>
                  </a:cubicBezTo>
                </a:path>
                <a:path w="15946" h="21600" stroke="0" extrusionOk="0">
                  <a:moveTo>
                    <a:pt x="-1" y="7"/>
                  </a:moveTo>
                  <a:cubicBezTo>
                    <a:pt x="188" y="2"/>
                    <a:pt x="377" y="-1"/>
                    <a:pt x="567" y="0"/>
                  </a:cubicBezTo>
                  <a:cubicBezTo>
                    <a:pt x="6347" y="0"/>
                    <a:pt x="11887" y="2317"/>
                    <a:pt x="15946" y="6433"/>
                  </a:cubicBezTo>
                  <a:lnTo>
                    <a:pt x="567" y="21600"/>
                  </a:lnTo>
                  <a:lnTo>
                    <a:pt x="-1" y="7"/>
                  </a:lnTo>
                  <a:close/>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47471" name="AutoShape 15">
            <a:extLst>
              <a:ext uri="{FF2B5EF4-FFF2-40B4-BE49-F238E27FC236}">
                <a16:creationId xmlns:a16="http://schemas.microsoft.com/office/drawing/2014/main" id="{5207D219-CB1F-21F6-9B50-899FC0871A49}"/>
              </a:ext>
            </a:extLst>
          </p:cNvPr>
          <p:cNvSpPr>
            <a:spLocks noChangeArrowheads="1"/>
          </p:cNvSpPr>
          <p:nvPr/>
        </p:nvSpPr>
        <p:spPr bwMode="auto">
          <a:xfrm>
            <a:off x="3048000" y="5867400"/>
            <a:ext cx="609600" cy="609600"/>
          </a:xfrm>
          <a:prstGeom prst="smileyFace">
            <a:avLst>
              <a:gd name="adj" fmla="val -4653"/>
            </a:avLst>
          </a:prstGeom>
          <a:solidFill>
            <a:srgbClr val="FF0000"/>
          </a:solidFill>
          <a:ln w="2857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extLst>
      <p:ext uri="{BB962C8B-B14F-4D97-AF65-F5344CB8AC3E}">
        <p14:creationId xmlns:p14="http://schemas.microsoft.com/office/powerpoint/2010/main" val="2350316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7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1"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509B161-ACF8-81F3-633D-3A5227D853C2}"/>
              </a:ext>
            </a:extLst>
          </p:cNvPr>
          <p:cNvSpPr>
            <a:spLocks noGrp="1" noChangeArrowheads="1"/>
          </p:cNvSpPr>
          <p:nvPr>
            <p:ph type="title"/>
          </p:nvPr>
        </p:nvSpPr>
        <p:spPr/>
        <p:txBody>
          <a:bodyPr/>
          <a:lstStyle/>
          <a:p>
            <a:pPr eaLnBrk="1" hangingPunct="1"/>
            <a:r>
              <a:rPr lang="en-GB" altLang="en-US"/>
              <a:t>Central message …</a:t>
            </a:r>
          </a:p>
        </p:txBody>
      </p:sp>
      <p:sp>
        <p:nvSpPr>
          <p:cNvPr id="109571" name="Rectangle 3">
            <a:extLst>
              <a:ext uri="{FF2B5EF4-FFF2-40B4-BE49-F238E27FC236}">
                <a16:creationId xmlns:a16="http://schemas.microsoft.com/office/drawing/2014/main" id="{3FF2E8D5-9428-52BC-355B-C92432CDA4A3}"/>
              </a:ext>
            </a:extLst>
          </p:cNvPr>
          <p:cNvSpPr>
            <a:spLocks noGrp="1" noChangeArrowheads="1"/>
          </p:cNvSpPr>
          <p:nvPr>
            <p:ph type="body" idx="1"/>
          </p:nvPr>
        </p:nvSpPr>
        <p:spPr/>
        <p:txBody>
          <a:bodyPr/>
          <a:lstStyle/>
          <a:p>
            <a:pPr marL="190500" indent="-190500" eaLnBrk="1" hangingPunct="1"/>
            <a:endParaRPr lang="en-GB" altLang="en-US">
              <a:solidFill>
                <a:srgbClr val="2E005D"/>
              </a:solidFill>
            </a:endParaRPr>
          </a:p>
          <a:p>
            <a:pPr marL="190500" indent="-190500" eaLnBrk="1" hangingPunct="1"/>
            <a:endParaRPr lang="en-GB" altLang="en-US">
              <a:solidFill>
                <a:srgbClr val="2E005D"/>
              </a:solidFill>
            </a:endParaRPr>
          </a:p>
          <a:p>
            <a:pPr marL="190500" indent="-190500" algn="ctr" eaLnBrk="1" hangingPunct="1">
              <a:buFontTx/>
              <a:buNone/>
            </a:pPr>
            <a:r>
              <a:rPr lang="en-GB" altLang="en-US" sz="9600">
                <a:solidFill>
                  <a:srgbClr val="2E005D"/>
                </a:solidFill>
              </a:rPr>
              <a:t>the user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95C2DFE-5FCA-4ED8-B8BA-FC97ACEEF99C}"/>
              </a:ext>
            </a:extLst>
          </p:cNvPr>
          <p:cNvSpPr>
            <a:spLocks noChangeArrowheads="1"/>
          </p:cNvSpPr>
          <p:nvPr/>
        </p:nvSpPr>
        <p:spPr bwMode="auto">
          <a:xfrm>
            <a:off x="5029200" y="4038600"/>
            <a:ext cx="13716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11267" name="Rectangle 3">
            <a:extLst>
              <a:ext uri="{FF2B5EF4-FFF2-40B4-BE49-F238E27FC236}">
                <a16:creationId xmlns:a16="http://schemas.microsoft.com/office/drawing/2014/main" id="{227A9E26-599C-2668-DEAB-4D6D2ACEA4AC}"/>
              </a:ext>
            </a:extLst>
          </p:cNvPr>
          <p:cNvSpPr>
            <a:spLocks noGrp="1" noChangeArrowheads="1"/>
          </p:cNvSpPr>
          <p:nvPr>
            <p:ph type="title"/>
          </p:nvPr>
        </p:nvSpPr>
        <p:spPr/>
        <p:txBody>
          <a:bodyPr/>
          <a:lstStyle/>
          <a:p>
            <a:pPr eaLnBrk="1" hangingPunct="1"/>
            <a:r>
              <a:rPr lang="en-GB" altLang="en-US"/>
              <a:t>The process of design</a:t>
            </a:r>
          </a:p>
        </p:txBody>
      </p:sp>
      <p:sp>
        <p:nvSpPr>
          <p:cNvPr id="11268" name="AutoShape 4">
            <a:extLst>
              <a:ext uri="{FF2B5EF4-FFF2-40B4-BE49-F238E27FC236}">
                <a16:creationId xmlns:a16="http://schemas.microsoft.com/office/drawing/2014/main" id="{BED9C9EB-DAA2-D61B-E288-CCA52AFFD49D}"/>
              </a:ext>
            </a:extLst>
          </p:cNvPr>
          <p:cNvSpPr>
            <a:spLocks noChangeArrowheads="1"/>
          </p:cNvSpPr>
          <p:nvPr/>
        </p:nvSpPr>
        <p:spPr bwMode="auto">
          <a:xfrm>
            <a:off x="609600" y="2438400"/>
            <a:ext cx="1371600" cy="762000"/>
          </a:xfrm>
          <a:prstGeom prst="roundRect">
            <a:avLst>
              <a:gd name="adj" fmla="val 16667"/>
            </a:avLst>
          </a:prstGeom>
          <a:solidFill>
            <a:schemeClr val="hlink"/>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what is</a:t>
            </a:r>
            <a:br>
              <a:rPr lang="en-GB" altLang="en-US" sz="1800">
                <a:latin typeface="Verdana" panose="020B0604030504040204" pitchFamily="34" charset="0"/>
              </a:rPr>
            </a:br>
            <a:r>
              <a:rPr lang="en-GB" altLang="en-US" sz="1800">
                <a:latin typeface="Verdana" panose="020B0604030504040204" pitchFamily="34" charset="0"/>
              </a:rPr>
              <a:t>wanted</a:t>
            </a:r>
          </a:p>
        </p:txBody>
      </p:sp>
      <p:sp>
        <p:nvSpPr>
          <p:cNvPr id="11269" name="AutoShape 5">
            <a:extLst>
              <a:ext uri="{FF2B5EF4-FFF2-40B4-BE49-F238E27FC236}">
                <a16:creationId xmlns:a16="http://schemas.microsoft.com/office/drawing/2014/main" id="{095CECCD-3EA4-E337-32A3-84BB731AB30B}"/>
              </a:ext>
            </a:extLst>
          </p:cNvPr>
          <p:cNvSpPr>
            <a:spLocks noChangeArrowheads="1"/>
          </p:cNvSpPr>
          <p:nvPr/>
        </p:nvSpPr>
        <p:spPr bwMode="auto">
          <a:xfrm>
            <a:off x="2819400" y="3048000"/>
            <a:ext cx="1371600" cy="762000"/>
          </a:xfrm>
          <a:prstGeom prst="roundRect">
            <a:avLst>
              <a:gd name="adj" fmla="val 16667"/>
            </a:avLst>
          </a:prstGeom>
          <a:solidFill>
            <a:schemeClr val="hlink"/>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analysis</a:t>
            </a:r>
          </a:p>
        </p:txBody>
      </p:sp>
      <p:sp>
        <p:nvSpPr>
          <p:cNvPr id="11270" name="AutoShape 6">
            <a:extLst>
              <a:ext uri="{FF2B5EF4-FFF2-40B4-BE49-F238E27FC236}">
                <a16:creationId xmlns:a16="http://schemas.microsoft.com/office/drawing/2014/main" id="{FA991481-A7DC-A1BB-07B2-66EDFB30D968}"/>
              </a:ext>
            </a:extLst>
          </p:cNvPr>
          <p:cNvSpPr>
            <a:spLocks noChangeArrowheads="1"/>
          </p:cNvSpPr>
          <p:nvPr/>
        </p:nvSpPr>
        <p:spPr bwMode="auto">
          <a:xfrm>
            <a:off x="5029200" y="3657600"/>
            <a:ext cx="1371600" cy="762000"/>
          </a:xfrm>
          <a:prstGeom prst="roundRect">
            <a:avLst>
              <a:gd name="adj" fmla="val 16667"/>
            </a:avLst>
          </a:prstGeom>
          <a:solidFill>
            <a:schemeClr val="hlink"/>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design</a:t>
            </a:r>
          </a:p>
        </p:txBody>
      </p:sp>
      <p:sp>
        <p:nvSpPr>
          <p:cNvPr id="11271" name="AutoShape 7">
            <a:extLst>
              <a:ext uri="{FF2B5EF4-FFF2-40B4-BE49-F238E27FC236}">
                <a16:creationId xmlns:a16="http://schemas.microsoft.com/office/drawing/2014/main" id="{A09272F5-7138-3C6A-9546-731DE43E1FF0}"/>
              </a:ext>
            </a:extLst>
          </p:cNvPr>
          <p:cNvSpPr>
            <a:spLocks noChangeArrowheads="1"/>
          </p:cNvSpPr>
          <p:nvPr/>
        </p:nvSpPr>
        <p:spPr bwMode="auto">
          <a:xfrm>
            <a:off x="7239000" y="4267200"/>
            <a:ext cx="1371600" cy="762000"/>
          </a:xfrm>
          <a:prstGeom prst="roundRect">
            <a:avLst>
              <a:gd name="adj" fmla="val 16667"/>
            </a:avLst>
          </a:prstGeom>
          <a:solidFill>
            <a:schemeClr val="hlink"/>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implement</a:t>
            </a:r>
          </a:p>
          <a:p>
            <a:pPr algn="ctr"/>
            <a:r>
              <a:rPr lang="en-GB" altLang="en-US" sz="1800">
                <a:latin typeface="Verdana" panose="020B0604030504040204" pitchFamily="34" charset="0"/>
              </a:rPr>
              <a:t>and deploy</a:t>
            </a:r>
          </a:p>
        </p:txBody>
      </p:sp>
      <p:sp>
        <p:nvSpPr>
          <p:cNvPr id="11272" name="AutoShape 8">
            <a:extLst>
              <a:ext uri="{FF2B5EF4-FFF2-40B4-BE49-F238E27FC236}">
                <a16:creationId xmlns:a16="http://schemas.microsoft.com/office/drawing/2014/main" id="{07059B42-A4E5-A4CB-F2B6-87DB90F3AE96}"/>
              </a:ext>
            </a:extLst>
          </p:cNvPr>
          <p:cNvSpPr>
            <a:spLocks noChangeArrowheads="1"/>
          </p:cNvSpPr>
          <p:nvPr/>
        </p:nvSpPr>
        <p:spPr bwMode="auto">
          <a:xfrm>
            <a:off x="4038600" y="5029200"/>
            <a:ext cx="1524000" cy="457200"/>
          </a:xfrm>
          <a:prstGeom prst="plaque">
            <a:avLst>
              <a:gd name="adj" fmla="val 16667"/>
            </a:avLst>
          </a:prstGeom>
          <a:solidFill>
            <a:srgbClr val="E1B8B8"/>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prototype</a:t>
            </a:r>
          </a:p>
        </p:txBody>
      </p:sp>
      <p:cxnSp>
        <p:nvCxnSpPr>
          <p:cNvPr id="11273" name="AutoShape 9">
            <a:extLst>
              <a:ext uri="{FF2B5EF4-FFF2-40B4-BE49-F238E27FC236}">
                <a16:creationId xmlns:a16="http://schemas.microsoft.com/office/drawing/2014/main" id="{3776CDD9-5004-C888-C21F-1646DDD86A2F}"/>
              </a:ext>
            </a:extLst>
          </p:cNvPr>
          <p:cNvCxnSpPr>
            <a:cxnSpLocks noChangeShapeType="1"/>
            <a:stCxn id="11268" idx="3"/>
            <a:endCxn id="11269" idx="1"/>
          </p:cNvCxnSpPr>
          <p:nvPr/>
        </p:nvCxnSpPr>
        <p:spPr bwMode="auto">
          <a:xfrm>
            <a:off x="1981200" y="2819400"/>
            <a:ext cx="838200" cy="609600"/>
          </a:xfrm>
          <a:prstGeom prst="curvedConnector3">
            <a:avLst>
              <a:gd name="adj1" fmla="val 50000"/>
            </a:avLst>
          </a:prstGeom>
          <a:noFill/>
          <a:ln w="28575">
            <a:solidFill>
              <a:srgbClr val="993333"/>
            </a:solidFill>
            <a:round/>
            <a:headEnd/>
            <a:tailEnd type="triangle" w="med" len="med"/>
          </a:ln>
          <a:extLst>
            <a:ext uri="{909E8E84-426E-40DD-AFC4-6F175D3DCCD1}">
              <a14:hiddenFill xmlns:a14="http://schemas.microsoft.com/office/drawing/2010/main">
                <a:noFill/>
              </a14:hiddenFill>
            </a:ext>
          </a:extLst>
        </p:spPr>
      </p:cxnSp>
      <p:cxnSp>
        <p:nvCxnSpPr>
          <p:cNvPr id="11274" name="AutoShape 10">
            <a:extLst>
              <a:ext uri="{FF2B5EF4-FFF2-40B4-BE49-F238E27FC236}">
                <a16:creationId xmlns:a16="http://schemas.microsoft.com/office/drawing/2014/main" id="{7B94D489-7DB8-0025-11D5-D77C8EA66821}"/>
              </a:ext>
            </a:extLst>
          </p:cNvPr>
          <p:cNvCxnSpPr>
            <a:cxnSpLocks noChangeShapeType="1"/>
            <a:stCxn id="11270" idx="3"/>
            <a:endCxn id="11271" idx="1"/>
          </p:cNvCxnSpPr>
          <p:nvPr/>
        </p:nvCxnSpPr>
        <p:spPr bwMode="auto">
          <a:xfrm>
            <a:off x="6400800" y="4038600"/>
            <a:ext cx="838200" cy="609600"/>
          </a:xfrm>
          <a:prstGeom prst="curvedConnector3">
            <a:avLst>
              <a:gd name="adj1" fmla="val 50000"/>
            </a:avLst>
          </a:prstGeom>
          <a:noFill/>
          <a:ln w="28575">
            <a:solidFill>
              <a:srgbClr val="993333"/>
            </a:solidFill>
            <a:round/>
            <a:headEnd/>
            <a:tailEnd type="triangle" w="med" len="med"/>
          </a:ln>
          <a:extLst>
            <a:ext uri="{909E8E84-426E-40DD-AFC4-6F175D3DCCD1}">
              <a14:hiddenFill xmlns:a14="http://schemas.microsoft.com/office/drawing/2010/main">
                <a:noFill/>
              </a14:hiddenFill>
            </a:ext>
          </a:extLst>
        </p:spPr>
      </p:cxnSp>
      <p:cxnSp>
        <p:nvCxnSpPr>
          <p:cNvPr id="11275" name="AutoShape 11">
            <a:extLst>
              <a:ext uri="{FF2B5EF4-FFF2-40B4-BE49-F238E27FC236}">
                <a16:creationId xmlns:a16="http://schemas.microsoft.com/office/drawing/2014/main" id="{9A97C56A-84F9-124C-0080-9C0DD203DC21}"/>
              </a:ext>
            </a:extLst>
          </p:cNvPr>
          <p:cNvCxnSpPr>
            <a:cxnSpLocks noChangeShapeType="1"/>
            <a:stCxn id="11269" idx="3"/>
            <a:endCxn id="11270" idx="1"/>
          </p:cNvCxnSpPr>
          <p:nvPr/>
        </p:nvCxnSpPr>
        <p:spPr bwMode="auto">
          <a:xfrm>
            <a:off x="4191000" y="3429000"/>
            <a:ext cx="838200" cy="609600"/>
          </a:xfrm>
          <a:prstGeom prst="curvedConnector3">
            <a:avLst>
              <a:gd name="adj1" fmla="val 50000"/>
            </a:avLst>
          </a:prstGeom>
          <a:noFill/>
          <a:ln w="28575">
            <a:solidFill>
              <a:srgbClr val="993333"/>
            </a:solidFill>
            <a:round/>
            <a:headEnd/>
            <a:tailEnd type="triangle" w="med" len="med"/>
          </a:ln>
          <a:extLst>
            <a:ext uri="{909E8E84-426E-40DD-AFC4-6F175D3DCCD1}">
              <a14:hiddenFill xmlns:a14="http://schemas.microsoft.com/office/drawing/2010/main">
                <a:noFill/>
              </a14:hiddenFill>
            </a:ext>
          </a:extLst>
        </p:spPr>
      </p:cxnSp>
      <p:cxnSp>
        <p:nvCxnSpPr>
          <p:cNvPr id="11276" name="AutoShape 12">
            <a:extLst>
              <a:ext uri="{FF2B5EF4-FFF2-40B4-BE49-F238E27FC236}">
                <a16:creationId xmlns:a16="http://schemas.microsoft.com/office/drawing/2014/main" id="{01B55DB8-192C-F1E3-D59B-E05997E78C8F}"/>
              </a:ext>
            </a:extLst>
          </p:cNvPr>
          <p:cNvCxnSpPr>
            <a:cxnSpLocks noChangeShapeType="1"/>
            <a:stCxn id="11266" idx="3"/>
            <a:endCxn id="11272" idx="3"/>
          </p:cNvCxnSpPr>
          <p:nvPr/>
        </p:nvCxnSpPr>
        <p:spPr bwMode="auto">
          <a:xfrm flipH="1">
            <a:off x="5562600" y="4229100"/>
            <a:ext cx="838200" cy="1028700"/>
          </a:xfrm>
          <a:prstGeom prst="curvedConnector3">
            <a:avLst>
              <a:gd name="adj1" fmla="val -27273"/>
            </a:avLst>
          </a:prstGeom>
          <a:noFill/>
          <a:ln w="28575">
            <a:solidFill>
              <a:srgbClr val="993333"/>
            </a:solidFill>
            <a:round/>
            <a:headEnd/>
            <a:tailEnd type="triangle" w="med" len="med"/>
          </a:ln>
          <a:extLst>
            <a:ext uri="{909E8E84-426E-40DD-AFC4-6F175D3DCCD1}">
              <a14:hiddenFill xmlns:a14="http://schemas.microsoft.com/office/drawing/2010/main">
                <a:noFill/>
              </a14:hiddenFill>
            </a:ext>
          </a:extLst>
        </p:spPr>
      </p:cxnSp>
      <p:cxnSp>
        <p:nvCxnSpPr>
          <p:cNvPr id="11277" name="AutoShape 13">
            <a:extLst>
              <a:ext uri="{FF2B5EF4-FFF2-40B4-BE49-F238E27FC236}">
                <a16:creationId xmlns:a16="http://schemas.microsoft.com/office/drawing/2014/main" id="{48499A54-DFD4-1678-F11B-39A5995BA6EE}"/>
              </a:ext>
            </a:extLst>
          </p:cNvPr>
          <p:cNvCxnSpPr>
            <a:cxnSpLocks noChangeShapeType="1"/>
            <a:stCxn id="11272" idx="1"/>
            <a:endCxn id="11269" idx="2"/>
          </p:cNvCxnSpPr>
          <p:nvPr/>
        </p:nvCxnSpPr>
        <p:spPr bwMode="auto">
          <a:xfrm rot="10800000">
            <a:off x="3505200" y="3810000"/>
            <a:ext cx="533400" cy="1447800"/>
          </a:xfrm>
          <a:prstGeom prst="curvedConnector2">
            <a:avLst/>
          </a:prstGeom>
          <a:noFill/>
          <a:ln w="28575">
            <a:solidFill>
              <a:srgbClr val="993333"/>
            </a:solidFill>
            <a:round/>
            <a:headEnd/>
            <a:tailEnd type="triangle" w="med" len="med"/>
          </a:ln>
          <a:extLst>
            <a:ext uri="{909E8E84-426E-40DD-AFC4-6F175D3DCCD1}">
              <a14:hiddenFill xmlns:a14="http://schemas.microsoft.com/office/drawing/2010/main">
                <a:noFill/>
              </a14:hiddenFill>
            </a:ext>
          </a:extLst>
        </p:spPr>
      </p:cxnSp>
      <p:grpSp>
        <p:nvGrpSpPr>
          <p:cNvPr id="2" name="Group 14">
            <a:extLst>
              <a:ext uri="{FF2B5EF4-FFF2-40B4-BE49-F238E27FC236}">
                <a16:creationId xmlns:a16="http://schemas.microsoft.com/office/drawing/2014/main" id="{B3863B0C-8063-967E-9E4A-0BAFF3D59AA7}"/>
              </a:ext>
            </a:extLst>
          </p:cNvPr>
          <p:cNvGrpSpPr>
            <a:grpSpLocks/>
          </p:cNvGrpSpPr>
          <p:nvPr/>
        </p:nvGrpSpPr>
        <p:grpSpPr bwMode="auto">
          <a:xfrm>
            <a:off x="381000" y="2286000"/>
            <a:ext cx="8601075" cy="3897313"/>
            <a:chOff x="240" y="1440"/>
            <a:chExt cx="5418" cy="2455"/>
          </a:xfrm>
        </p:grpSpPr>
        <p:sp>
          <p:nvSpPr>
            <p:cNvPr id="11279" name="Text Box 15">
              <a:extLst>
                <a:ext uri="{FF2B5EF4-FFF2-40B4-BE49-F238E27FC236}">
                  <a16:creationId xmlns:a16="http://schemas.microsoft.com/office/drawing/2014/main" id="{AE189422-EBDE-D094-B938-64953503BD9F}"/>
                </a:ext>
              </a:extLst>
            </p:cNvPr>
            <p:cNvSpPr txBox="1">
              <a:spLocks noChangeArrowheads="1"/>
            </p:cNvSpPr>
            <p:nvPr/>
          </p:nvSpPr>
          <p:spPr bwMode="auto">
            <a:xfrm>
              <a:off x="240" y="2064"/>
              <a:ext cx="12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interviews</a:t>
              </a:r>
            </a:p>
            <a:p>
              <a:pPr algn="ctr"/>
              <a:r>
                <a:rPr lang="en-GB" altLang="en-US" sz="1800">
                  <a:latin typeface="Verdana" panose="020B0604030504040204" pitchFamily="34" charset="0"/>
                </a:rPr>
                <a:t>ethnography</a:t>
              </a:r>
            </a:p>
            <a:p>
              <a:pPr algn="ctr"/>
              <a:endParaRPr lang="en-GB" altLang="en-US" sz="1800">
                <a:latin typeface="Verdana" panose="020B0604030504040204" pitchFamily="34" charset="0"/>
              </a:endParaRPr>
            </a:p>
            <a:p>
              <a:pPr algn="ctr"/>
              <a:r>
                <a:rPr lang="en-GB" altLang="en-US" sz="1800">
                  <a:solidFill>
                    <a:srgbClr val="993333"/>
                  </a:solidFill>
                  <a:latin typeface="Verdana" panose="020B0604030504040204" pitchFamily="34" charset="0"/>
                </a:rPr>
                <a:t>what is there</a:t>
              </a:r>
            </a:p>
            <a:p>
              <a:pPr algn="ctr"/>
              <a:r>
                <a:rPr lang="en-GB" altLang="en-US" sz="1800">
                  <a:solidFill>
                    <a:srgbClr val="993333"/>
                  </a:solidFill>
                  <a:latin typeface="Verdana" panose="020B0604030504040204" pitchFamily="34" charset="0"/>
                </a:rPr>
                <a:t>vs.</a:t>
              </a:r>
            </a:p>
            <a:p>
              <a:pPr algn="ctr"/>
              <a:r>
                <a:rPr lang="en-GB" altLang="en-US" sz="1800">
                  <a:solidFill>
                    <a:srgbClr val="993333"/>
                  </a:solidFill>
                  <a:latin typeface="Verdana" panose="020B0604030504040204" pitchFamily="34" charset="0"/>
                </a:rPr>
                <a:t>what is wanted</a:t>
              </a:r>
              <a:endParaRPr lang="en-GB" altLang="en-US" sz="1800">
                <a:latin typeface="Verdana" panose="020B0604030504040204" pitchFamily="34" charset="0"/>
              </a:endParaRPr>
            </a:p>
          </p:txBody>
        </p:sp>
        <p:sp>
          <p:nvSpPr>
            <p:cNvPr id="11280" name="Text Box 16">
              <a:extLst>
                <a:ext uri="{FF2B5EF4-FFF2-40B4-BE49-F238E27FC236}">
                  <a16:creationId xmlns:a16="http://schemas.microsoft.com/office/drawing/2014/main" id="{C18CFA56-4A55-B9C8-C902-B43A3146CB51}"/>
                </a:ext>
              </a:extLst>
            </p:cNvPr>
            <p:cNvSpPr txBox="1">
              <a:spLocks noChangeArrowheads="1"/>
            </p:cNvSpPr>
            <p:nvPr/>
          </p:nvSpPr>
          <p:spPr bwMode="auto">
            <a:xfrm>
              <a:off x="3168" y="1728"/>
              <a:ext cx="84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guidelines</a:t>
              </a:r>
            </a:p>
            <a:p>
              <a:pPr algn="ctr"/>
              <a:r>
                <a:rPr lang="en-GB" altLang="en-US" sz="1800">
                  <a:latin typeface="Verdana" panose="020B0604030504040204" pitchFamily="34" charset="0"/>
                </a:rPr>
                <a:t>principles</a:t>
              </a:r>
            </a:p>
          </p:txBody>
        </p:sp>
        <p:sp>
          <p:nvSpPr>
            <p:cNvPr id="11281" name="Text Box 17">
              <a:extLst>
                <a:ext uri="{FF2B5EF4-FFF2-40B4-BE49-F238E27FC236}">
                  <a16:creationId xmlns:a16="http://schemas.microsoft.com/office/drawing/2014/main" id="{C2905A73-3D7D-11E7-E626-8D8A823D75CF}"/>
                </a:ext>
              </a:extLst>
            </p:cNvPr>
            <p:cNvSpPr txBox="1">
              <a:spLocks noChangeArrowheads="1"/>
            </p:cNvSpPr>
            <p:nvPr/>
          </p:nvSpPr>
          <p:spPr bwMode="auto">
            <a:xfrm>
              <a:off x="2448" y="2688"/>
              <a:ext cx="78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dialogue</a:t>
              </a:r>
              <a:br>
                <a:rPr lang="en-GB" altLang="en-US" sz="1800">
                  <a:latin typeface="Verdana" panose="020B0604030504040204" pitchFamily="34" charset="0"/>
                </a:rPr>
              </a:br>
              <a:r>
                <a:rPr lang="en-GB" altLang="en-US" sz="1800">
                  <a:latin typeface="Verdana" panose="020B0604030504040204" pitchFamily="34" charset="0"/>
                </a:rPr>
                <a:t>notations</a:t>
              </a:r>
            </a:p>
          </p:txBody>
        </p:sp>
        <p:sp>
          <p:nvSpPr>
            <p:cNvPr id="11282" name="Text Box 18">
              <a:extLst>
                <a:ext uri="{FF2B5EF4-FFF2-40B4-BE49-F238E27FC236}">
                  <a16:creationId xmlns:a16="http://schemas.microsoft.com/office/drawing/2014/main" id="{B3865CD6-4AD1-E874-9B18-E18F6EFA74E9}"/>
                </a:ext>
              </a:extLst>
            </p:cNvPr>
            <p:cNvSpPr txBox="1">
              <a:spLocks noChangeArrowheads="1"/>
            </p:cNvSpPr>
            <p:nvPr/>
          </p:nvSpPr>
          <p:spPr bwMode="auto">
            <a:xfrm>
              <a:off x="4079" y="2016"/>
              <a:ext cx="1009"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precise</a:t>
              </a:r>
              <a:br>
                <a:rPr lang="en-GB" altLang="en-US" sz="1800">
                  <a:latin typeface="Verdana" panose="020B0604030504040204" pitchFamily="34" charset="0"/>
                </a:rPr>
              </a:br>
              <a:r>
                <a:rPr lang="en-GB" altLang="en-US" sz="1800">
                  <a:latin typeface="Verdana" panose="020B0604030504040204" pitchFamily="34" charset="0"/>
                </a:rPr>
                <a:t>specification</a:t>
              </a:r>
            </a:p>
          </p:txBody>
        </p:sp>
        <p:sp>
          <p:nvSpPr>
            <p:cNvPr id="11283" name="Text Box 19">
              <a:extLst>
                <a:ext uri="{FF2B5EF4-FFF2-40B4-BE49-F238E27FC236}">
                  <a16:creationId xmlns:a16="http://schemas.microsoft.com/office/drawing/2014/main" id="{080B1B3C-D19A-8EA4-EE14-DF5C1CF8D03E}"/>
                </a:ext>
              </a:extLst>
            </p:cNvPr>
            <p:cNvSpPr txBox="1">
              <a:spLocks noChangeArrowheads="1"/>
            </p:cNvSpPr>
            <p:nvPr/>
          </p:nvSpPr>
          <p:spPr bwMode="auto">
            <a:xfrm>
              <a:off x="4464" y="3312"/>
              <a:ext cx="1194"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architectures</a:t>
              </a:r>
            </a:p>
            <a:p>
              <a:pPr algn="ctr"/>
              <a:r>
                <a:rPr lang="en-GB" altLang="en-US" sz="1800">
                  <a:latin typeface="Verdana" panose="020B0604030504040204" pitchFamily="34" charset="0"/>
                </a:rPr>
                <a:t>documentation</a:t>
              </a:r>
            </a:p>
            <a:p>
              <a:pPr algn="ctr"/>
              <a:r>
                <a:rPr lang="en-GB" altLang="en-US" sz="1800">
                  <a:latin typeface="Verdana" panose="020B0604030504040204" pitchFamily="34" charset="0"/>
                </a:rPr>
                <a:t>help</a:t>
              </a:r>
            </a:p>
          </p:txBody>
        </p:sp>
        <p:sp>
          <p:nvSpPr>
            <p:cNvPr id="11284" name="Text Box 20">
              <a:extLst>
                <a:ext uri="{FF2B5EF4-FFF2-40B4-BE49-F238E27FC236}">
                  <a16:creationId xmlns:a16="http://schemas.microsoft.com/office/drawing/2014/main" id="{ACB8983A-530A-37D1-88F2-5D1A5300C6BD}"/>
                </a:ext>
              </a:extLst>
            </p:cNvPr>
            <p:cNvSpPr txBox="1">
              <a:spLocks noChangeArrowheads="1"/>
            </p:cNvSpPr>
            <p:nvPr/>
          </p:nvSpPr>
          <p:spPr bwMode="auto">
            <a:xfrm>
              <a:off x="1536" y="3120"/>
              <a:ext cx="865"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evaluation</a:t>
              </a:r>
            </a:p>
            <a:p>
              <a:pPr algn="ctr"/>
              <a:r>
                <a:rPr lang="en-GB" altLang="en-US" sz="1800">
                  <a:latin typeface="Verdana" panose="020B0604030504040204" pitchFamily="34" charset="0"/>
                </a:rPr>
                <a:t>heuristics</a:t>
              </a:r>
            </a:p>
          </p:txBody>
        </p:sp>
        <p:sp>
          <p:nvSpPr>
            <p:cNvPr id="11285" name="Text Box 21">
              <a:extLst>
                <a:ext uri="{FF2B5EF4-FFF2-40B4-BE49-F238E27FC236}">
                  <a16:creationId xmlns:a16="http://schemas.microsoft.com/office/drawing/2014/main" id="{03ADF37B-A56E-A8FD-5A9C-644DEC07BAFE}"/>
                </a:ext>
              </a:extLst>
            </p:cNvPr>
            <p:cNvSpPr txBox="1">
              <a:spLocks noChangeArrowheads="1"/>
            </p:cNvSpPr>
            <p:nvPr/>
          </p:nvSpPr>
          <p:spPr bwMode="auto">
            <a:xfrm>
              <a:off x="1448" y="1440"/>
              <a:ext cx="1048"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800">
                  <a:latin typeface="Verdana" panose="020B0604030504040204" pitchFamily="34" charset="0"/>
                </a:rPr>
                <a:t>scenarios</a:t>
              </a:r>
              <a:br>
                <a:rPr lang="en-GB" altLang="en-US" sz="1800">
                  <a:latin typeface="Verdana" panose="020B0604030504040204" pitchFamily="34" charset="0"/>
                </a:rPr>
              </a:br>
              <a:r>
                <a:rPr lang="en-GB" altLang="en-US" sz="1800">
                  <a:latin typeface="Verdana" panose="020B0604030504040204" pitchFamily="34" charset="0"/>
                </a:rPr>
                <a:t>task analysis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EB76F34-CF76-9611-C1D0-BC38E5561AC3}"/>
              </a:ext>
            </a:extLst>
          </p:cNvPr>
          <p:cNvSpPr>
            <a:spLocks noGrp="1" noChangeArrowheads="1"/>
          </p:cNvSpPr>
          <p:nvPr>
            <p:ph type="title"/>
          </p:nvPr>
        </p:nvSpPr>
        <p:spPr/>
        <p:txBody>
          <a:bodyPr/>
          <a:lstStyle/>
          <a:p>
            <a:pPr eaLnBrk="1" hangingPunct="1"/>
            <a:r>
              <a:rPr lang="en-GB" altLang="en-US"/>
              <a:t>Steps …</a:t>
            </a:r>
          </a:p>
        </p:txBody>
      </p:sp>
      <p:sp>
        <p:nvSpPr>
          <p:cNvPr id="12291" name="Rectangle 3">
            <a:extLst>
              <a:ext uri="{FF2B5EF4-FFF2-40B4-BE49-F238E27FC236}">
                <a16:creationId xmlns:a16="http://schemas.microsoft.com/office/drawing/2014/main" id="{101C80E4-354F-66C9-168A-7B0180DA01EE}"/>
              </a:ext>
            </a:extLst>
          </p:cNvPr>
          <p:cNvSpPr>
            <a:spLocks noGrp="1" noChangeArrowheads="1"/>
          </p:cNvSpPr>
          <p:nvPr>
            <p:ph type="body" idx="1"/>
          </p:nvPr>
        </p:nvSpPr>
        <p:spPr/>
        <p:txBody>
          <a:bodyPr/>
          <a:lstStyle/>
          <a:p>
            <a:pPr eaLnBrk="1" hangingPunct="1"/>
            <a:r>
              <a:rPr lang="en-GB" altLang="en-US" sz="2400"/>
              <a:t>requirements</a:t>
            </a:r>
          </a:p>
          <a:p>
            <a:pPr lvl="1" eaLnBrk="1" hangingPunct="1"/>
            <a:r>
              <a:rPr lang="en-GB" altLang="en-US" sz="2000"/>
              <a:t>what is there and what is wanted …</a:t>
            </a:r>
          </a:p>
          <a:p>
            <a:pPr eaLnBrk="1" hangingPunct="1"/>
            <a:r>
              <a:rPr lang="en-GB" altLang="en-US" sz="2400"/>
              <a:t>analysis</a:t>
            </a:r>
          </a:p>
          <a:p>
            <a:pPr lvl="1" eaLnBrk="1" hangingPunct="1"/>
            <a:r>
              <a:rPr lang="en-GB" altLang="en-US" sz="2000"/>
              <a:t>ordering and understanding</a:t>
            </a:r>
          </a:p>
          <a:p>
            <a:pPr eaLnBrk="1" hangingPunct="1"/>
            <a:r>
              <a:rPr lang="en-GB" altLang="en-US" sz="2400"/>
              <a:t>design</a:t>
            </a:r>
          </a:p>
          <a:p>
            <a:pPr lvl="1" eaLnBrk="1" hangingPunct="1"/>
            <a:r>
              <a:rPr lang="en-GB" altLang="en-US" sz="2000"/>
              <a:t>what to do and how to decide</a:t>
            </a:r>
          </a:p>
          <a:p>
            <a:pPr eaLnBrk="1" hangingPunct="1"/>
            <a:r>
              <a:rPr lang="en-GB" altLang="en-US" sz="2400"/>
              <a:t>iteration and prototyping</a:t>
            </a:r>
          </a:p>
          <a:p>
            <a:pPr lvl="1" eaLnBrk="1" hangingPunct="1"/>
            <a:r>
              <a:rPr lang="en-GB" altLang="en-US" sz="2000"/>
              <a:t>getting it right … and finding what is really needed!</a:t>
            </a:r>
          </a:p>
          <a:p>
            <a:pPr eaLnBrk="1" hangingPunct="1"/>
            <a:r>
              <a:rPr lang="en-GB" altLang="en-US" sz="2400"/>
              <a:t>implementation and deployment</a:t>
            </a:r>
          </a:p>
          <a:p>
            <a:pPr lvl="1" eaLnBrk="1" hangingPunct="1"/>
            <a:r>
              <a:rPr lang="en-GB" altLang="en-US" sz="2000"/>
              <a:t>making it and getting it out there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399B4BB-BAE9-7AD5-6F95-B9C95E63AEF0}"/>
              </a:ext>
            </a:extLst>
          </p:cNvPr>
          <p:cNvSpPr>
            <a:spLocks noGrp="1" noChangeArrowheads="1"/>
          </p:cNvSpPr>
          <p:nvPr>
            <p:ph type="title"/>
          </p:nvPr>
        </p:nvSpPr>
        <p:spPr/>
        <p:txBody>
          <a:bodyPr/>
          <a:lstStyle/>
          <a:p>
            <a:pPr eaLnBrk="1" hangingPunct="1"/>
            <a:r>
              <a:rPr lang="en-GB" altLang="en-US"/>
              <a:t>… but how can I do it all ! !</a:t>
            </a:r>
          </a:p>
        </p:txBody>
      </p:sp>
      <p:sp>
        <p:nvSpPr>
          <p:cNvPr id="13315" name="Rectangle 3">
            <a:extLst>
              <a:ext uri="{FF2B5EF4-FFF2-40B4-BE49-F238E27FC236}">
                <a16:creationId xmlns:a16="http://schemas.microsoft.com/office/drawing/2014/main" id="{4D179CF9-70F0-249E-84FD-7333EF81A4B8}"/>
              </a:ext>
            </a:extLst>
          </p:cNvPr>
          <p:cNvSpPr>
            <a:spLocks noGrp="1" noChangeArrowheads="1"/>
          </p:cNvSpPr>
          <p:nvPr>
            <p:ph type="body" idx="1"/>
          </p:nvPr>
        </p:nvSpPr>
        <p:spPr/>
        <p:txBody>
          <a:bodyPr/>
          <a:lstStyle/>
          <a:p>
            <a:pPr eaLnBrk="1" hangingPunct="1"/>
            <a:r>
              <a:rPr lang="en-GB" altLang="en-US" sz="2400"/>
              <a:t>limited time  </a:t>
            </a:r>
            <a:r>
              <a:rPr lang="en-GB" altLang="en-US" sz="2400">
                <a:sym typeface="Symbol" pitchFamily="2" charset="2"/>
              </a:rPr>
              <a:t></a:t>
            </a:r>
            <a:r>
              <a:rPr lang="en-GB" altLang="en-US" sz="2400"/>
              <a:t>  design trade-off</a:t>
            </a:r>
          </a:p>
          <a:p>
            <a:pPr eaLnBrk="1" hangingPunct="1"/>
            <a:endParaRPr lang="en-GB" altLang="en-US" sz="2400"/>
          </a:p>
          <a:p>
            <a:pPr eaLnBrk="1" hangingPunct="1"/>
            <a:r>
              <a:rPr lang="en-GB" altLang="en-US" sz="2400"/>
              <a:t>usability?</a:t>
            </a:r>
          </a:p>
          <a:p>
            <a:pPr lvl="1" eaLnBrk="1" hangingPunct="1"/>
            <a:r>
              <a:rPr lang="en-GB" altLang="en-US" sz="2000"/>
              <a:t>finding problems and fixing them?</a:t>
            </a:r>
          </a:p>
          <a:p>
            <a:pPr lvl="1" eaLnBrk="1" hangingPunct="1"/>
            <a:r>
              <a:rPr lang="en-GB" altLang="en-US" sz="2000"/>
              <a:t>deciding what to fix?</a:t>
            </a:r>
          </a:p>
          <a:p>
            <a:pPr eaLnBrk="1" hangingPunct="1"/>
            <a:endParaRPr lang="en-GB" altLang="en-US" sz="2400"/>
          </a:p>
          <a:p>
            <a:pPr eaLnBrk="1" hangingPunct="1"/>
            <a:r>
              <a:rPr lang="en-GB" altLang="en-US" sz="2400"/>
              <a:t>a perfect system is badly designed</a:t>
            </a:r>
          </a:p>
          <a:p>
            <a:pPr lvl="1" eaLnBrk="1" hangingPunct="1"/>
            <a:r>
              <a:rPr lang="en-GB" altLang="en-US" sz="2000"/>
              <a:t>too good </a:t>
            </a:r>
            <a:r>
              <a:rPr lang="en-GB" altLang="en-US" sz="2000">
                <a:sym typeface="Symbol" pitchFamily="2" charset="2"/>
              </a:rPr>
              <a:t></a:t>
            </a:r>
            <a:r>
              <a:rPr lang="en-GB" altLang="en-US" sz="2000"/>
              <a:t> too much effort in design</a:t>
            </a:r>
          </a:p>
        </p:txBody>
      </p:sp>
      <p:sp>
        <p:nvSpPr>
          <p:cNvPr id="111620" name="Text Box 4">
            <a:extLst>
              <a:ext uri="{FF2B5EF4-FFF2-40B4-BE49-F238E27FC236}">
                <a16:creationId xmlns:a16="http://schemas.microsoft.com/office/drawing/2014/main" id="{ECF6E3A6-5832-BF03-75DF-B4791945F594}"/>
              </a:ext>
            </a:extLst>
          </p:cNvPr>
          <p:cNvSpPr txBox="1">
            <a:spLocks noChangeArrowheads="1"/>
          </p:cNvSpPr>
          <p:nvPr/>
        </p:nvSpPr>
        <p:spPr bwMode="auto">
          <a:xfrm>
            <a:off x="4343400" y="3581400"/>
            <a:ext cx="6000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3600">
                <a:solidFill>
                  <a:srgbClr val="009900"/>
                </a:solidFill>
                <a:sym typeface="Monotype Sorts" pitchFamily="2" charset="2"/>
              </a:rPr>
              <a:t></a:t>
            </a:r>
            <a:endParaRPr lang="en-GB" altLang="en-US" sz="3600">
              <a:solidFill>
                <a:srgbClr val="009900"/>
              </a:solidFill>
            </a:endParaRPr>
          </a:p>
        </p:txBody>
      </p:sp>
      <p:sp>
        <p:nvSpPr>
          <p:cNvPr id="111621" name="Text Box 5">
            <a:extLst>
              <a:ext uri="{FF2B5EF4-FFF2-40B4-BE49-F238E27FC236}">
                <a16:creationId xmlns:a16="http://schemas.microsoft.com/office/drawing/2014/main" id="{F7CEEA8F-751E-CBCF-B134-3B4A4FDC9991}"/>
              </a:ext>
            </a:extLst>
          </p:cNvPr>
          <p:cNvSpPr txBox="1">
            <a:spLocks noChangeArrowheads="1"/>
          </p:cNvSpPr>
          <p:nvPr/>
        </p:nvSpPr>
        <p:spPr bwMode="auto">
          <a:xfrm>
            <a:off x="5943600" y="3200400"/>
            <a:ext cx="6000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3600">
                <a:solidFill>
                  <a:srgbClr val="CC0000"/>
                </a:solidFill>
                <a:sym typeface="Monotype Sorts" pitchFamily="2" charset="2"/>
              </a:rPr>
              <a:t></a:t>
            </a:r>
            <a:endParaRPr lang="en-GB" altLang="en-US" sz="360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6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6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uild="p" autoUpdateAnimBg="0"/>
      <p:bldP spid="11162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val 2">
            <a:extLst>
              <a:ext uri="{FF2B5EF4-FFF2-40B4-BE49-F238E27FC236}">
                <a16:creationId xmlns:a16="http://schemas.microsoft.com/office/drawing/2014/main" id="{99192572-574D-E7BA-0FAD-F02E1760AC36}"/>
              </a:ext>
            </a:extLst>
          </p:cNvPr>
          <p:cNvSpPr>
            <a:spLocks noChangeArrowheads="1"/>
          </p:cNvSpPr>
          <p:nvPr/>
        </p:nvSpPr>
        <p:spPr bwMode="auto">
          <a:xfrm>
            <a:off x="4267200" y="3048000"/>
            <a:ext cx="533400" cy="533400"/>
          </a:xfrm>
          <a:prstGeom prst="ellipse">
            <a:avLst/>
          </a:prstGeom>
          <a:solidFill>
            <a:srgbClr val="ED181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171740B-B5C9-8320-C171-29A23D04A125}"/>
              </a:ext>
            </a:extLst>
          </p:cNvPr>
          <p:cNvSpPr>
            <a:spLocks noGrp="1" noChangeArrowheads="1"/>
          </p:cNvSpPr>
          <p:nvPr>
            <p:ph type="ctrTitle"/>
          </p:nvPr>
        </p:nvSpPr>
        <p:spPr>
          <a:xfrm>
            <a:off x="685800" y="2286000"/>
            <a:ext cx="7772400" cy="1143000"/>
          </a:xfrm>
        </p:spPr>
        <p:txBody>
          <a:bodyPr/>
          <a:lstStyle/>
          <a:p>
            <a:pPr algn="ctr" eaLnBrk="1" hangingPunct="1"/>
            <a:r>
              <a:rPr lang="en-GB" altLang="en-US"/>
              <a:t>user focus</a:t>
            </a:r>
          </a:p>
        </p:txBody>
      </p:sp>
      <p:sp>
        <p:nvSpPr>
          <p:cNvPr id="15363" name="Rectangle 3">
            <a:extLst>
              <a:ext uri="{FF2B5EF4-FFF2-40B4-BE49-F238E27FC236}">
                <a16:creationId xmlns:a16="http://schemas.microsoft.com/office/drawing/2014/main" id="{DFF3CB84-8D31-D56A-FF9B-6B0182C2B455}"/>
              </a:ext>
            </a:extLst>
          </p:cNvPr>
          <p:cNvSpPr>
            <a:spLocks noGrp="1" noChangeArrowheads="1"/>
          </p:cNvSpPr>
          <p:nvPr>
            <p:ph type="subTitle" idx="1"/>
          </p:nvPr>
        </p:nvSpPr>
        <p:spPr/>
        <p:txBody>
          <a:bodyPr/>
          <a:lstStyle/>
          <a:p>
            <a:pPr eaLnBrk="1" hangingPunct="1"/>
            <a:r>
              <a:rPr lang="en-GB" altLang="en-US"/>
              <a:t>know your user</a:t>
            </a:r>
          </a:p>
          <a:p>
            <a:pPr eaLnBrk="1" hangingPunct="1"/>
            <a:r>
              <a:rPr lang="en-GB" altLang="en-US"/>
              <a:t>personae</a:t>
            </a:r>
          </a:p>
          <a:p>
            <a:pPr eaLnBrk="1" hangingPunct="1"/>
            <a:r>
              <a:rPr lang="en-GB" altLang="en-US"/>
              <a:t>cultural probes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53D67FC-8B1F-EF1F-4F92-4A8FDAAFA791}"/>
              </a:ext>
            </a:extLst>
          </p:cNvPr>
          <p:cNvSpPr>
            <a:spLocks noGrp="1" noChangeArrowheads="1"/>
          </p:cNvSpPr>
          <p:nvPr>
            <p:ph type="title"/>
          </p:nvPr>
        </p:nvSpPr>
        <p:spPr/>
        <p:txBody>
          <a:bodyPr/>
          <a:lstStyle/>
          <a:p>
            <a:pPr eaLnBrk="1" hangingPunct="1"/>
            <a:r>
              <a:rPr lang="en-US" altLang="en-US">
                <a:solidFill>
                  <a:schemeClr val="tx1"/>
                </a:solidFill>
              </a:rPr>
              <a:t>know your user</a:t>
            </a:r>
          </a:p>
        </p:txBody>
      </p:sp>
      <p:sp>
        <p:nvSpPr>
          <p:cNvPr id="16387" name="Rectangle 3">
            <a:extLst>
              <a:ext uri="{FF2B5EF4-FFF2-40B4-BE49-F238E27FC236}">
                <a16:creationId xmlns:a16="http://schemas.microsoft.com/office/drawing/2014/main" id="{44C8A7E7-EA97-7556-4481-37BF503DF987}"/>
              </a:ext>
            </a:extLst>
          </p:cNvPr>
          <p:cNvSpPr>
            <a:spLocks noGrp="1" noChangeArrowheads="1"/>
          </p:cNvSpPr>
          <p:nvPr>
            <p:ph type="body" idx="1"/>
          </p:nvPr>
        </p:nvSpPr>
        <p:spPr/>
        <p:txBody>
          <a:bodyPr/>
          <a:lstStyle/>
          <a:p>
            <a:pPr marL="1517650" eaLnBrk="1" hangingPunct="1"/>
            <a:endParaRPr lang="en-US" altLang="en-US" sz="900"/>
          </a:p>
          <a:p>
            <a:pPr marL="1517650" eaLnBrk="1" hangingPunct="1"/>
            <a:r>
              <a:rPr lang="en-US" altLang="en-US"/>
              <a:t>who are they?</a:t>
            </a:r>
          </a:p>
          <a:p>
            <a:pPr marL="1517650" eaLnBrk="1" hangingPunct="1"/>
            <a:r>
              <a:rPr lang="en-US" altLang="en-US"/>
              <a:t>probably </a:t>
            </a:r>
            <a:r>
              <a:rPr lang="en-US" altLang="en-US" u="sng"/>
              <a:t>not</a:t>
            </a:r>
            <a:r>
              <a:rPr lang="en-US" altLang="en-US"/>
              <a:t> like you!</a:t>
            </a:r>
          </a:p>
          <a:p>
            <a:pPr marL="1517650" eaLnBrk="1" hangingPunct="1"/>
            <a:r>
              <a:rPr lang="en-US" altLang="en-US"/>
              <a:t>talk to them</a:t>
            </a:r>
          </a:p>
          <a:p>
            <a:pPr marL="1517650" eaLnBrk="1" hangingPunct="1"/>
            <a:r>
              <a:rPr lang="en-US" altLang="en-US"/>
              <a:t>watch them</a:t>
            </a:r>
          </a:p>
          <a:p>
            <a:pPr marL="1517650" eaLnBrk="1" hangingPunct="1"/>
            <a:r>
              <a:rPr lang="en-US" altLang="en-US"/>
              <a:t>use your imagination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835F0C7-3FCB-51AF-830E-18A1049B3449}"/>
              </a:ext>
            </a:extLst>
          </p:cNvPr>
          <p:cNvSpPr>
            <a:spLocks noGrp="1" noChangeArrowheads="1"/>
          </p:cNvSpPr>
          <p:nvPr>
            <p:ph type="title"/>
          </p:nvPr>
        </p:nvSpPr>
        <p:spPr/>
        <p:txBody>
          <a:bodyPr/>
          <a:lstStyle/>
          <a:p>
            <a:pPr eaLnBrk="1" hangingPunct="1"/>
            <a:r>
              <a:rPr lang="en-GB" altLang="en-US"/>
              <a:t>persona</a:t>
            </a:r>
          </a:p>
        </p:txBody>
      </p:sp>
      <p:sp>
        <p:nvSpPr>
          <p:cNvPr id="17411" name="Rectangle 3">
            <a:extLst>
              <a:ext uri="{FF2B5EF4-FFF2-40B4-BE49-F238E27FC236}">
                <a16:creationId xmlns:a16="http://schemas.microsoft.com/office/drawing/2014/main" id="{593AF948-B437-2BB9-E997-BA60AC2B034C}"/>
              </a:ext>
            </a:extLst>
          </p:cNvPr>
          <p:cNvSpPr>
            <a:spLocks noGrp="1" noChangeArrowheads="1"/>
          </p:cNvSpPr>
          <p:nvPr>
            <p:ph type="body" idx="1"/>
          </p:nvPr>
        </p:nvSpPr>
        <p:spPr/>
        <p:txBody>
          <a:bodyPr/>
          <a:lstStyle/>
          <a:p>
            <a:pPr eaLnBrk="1" hangingPunct="1"/>
            <a:r>
              <a:rPr lang="en-GB" altLang="en-US"/>
              <a:t>description of an ‘example’ user</a:t>
            </a:r>
          </a:p>
          <a:p>
            <a:pPr lvl="1" eaLnBrk="1" hangingPunct="1"/>
            <a:r>
              <a:rPr lang="en-GB" altLang="en-US"/>
              <a:t>not necessarily a real person</a:t>
            </a:r>
          </a:p>
          <a:p>
            <a:pPr eaLnBrk="1" hangingPunct="1"/>
            <a:r>
              <a:rPr lang="en-GB" altLang="en-US"/>
              <a:t>use as surrogate user</a:t>
            </a:r>
          </a:p>
          <a:p>
            <a:pPr lvl="1" eaLnBrk="1" hangingPunct="1"/>
            <a:r>
              <a:rPr lang="en-GB" altLang="en-US"/>
              <a:t>what would Abdul Shakoor think</a:t>
            </a:r>
          </a:p>
          <a:p>
            <a:pPr eaLnBrk="1" hangingPunct="1"/>
            <a:r>
              <a:rPr lang="en-GB" altLang="en-US"/>
              <a:t>details matter</a:t>
            </a:r>
          </a:p>
          <a:p>
            <a:pPr lvl="1" eaLnBrk="1" hangingPunct="1"/>
            <a:r>
              <a:rPr lang="en-GB" altLang="en-US"/>
              <a:t>makes him ‘real’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749A404-8283-95AF-E212-6690F74999E4}"/>
              </a:ext>
            </a:extLst>
          </p:cNvPr>
          <p:cNvSpPr>
            <a:spLocks noGrp="1" noChangeArrowheads="1"/>
          </p:cNvSpPr>
          <p:nvPr>
            <p:ph type="title"/>
          </p:nvPr>
        </p:nvSpPr>
        <p:spPr/>
        <p:txBody>
          <a:bodyPr/>
          <a:lstStyle/>
          <a:p>
            <a:pPr eaLnBrk="1" hangingPunct="1"/>
            <a:r>
              <a:rPr lang="en-GB" altLang="en-US"/>
              <a:t>example persona</a:t>
            </a:r>
          </a:p>
        </p:txBody>
      </p:sp>
      <p:sp>
        <p:nvSpPr>
          <p:cNvPr id="18435" name="Rectangle 3">
            <a:extLst>
              <a:ext uri="{FF2B5EF4-FFF2-40B4-BE49-F238E27FC236}">
                <a16:creationId xmlns:a16="http://schemas.microsoft.com/office/drawing/2014/main" id="{59BCEFD5-3538-473B-5DA9-D0883B3E389E}"/>
              </a:ext>
            </a:extLst>
          </p:cNvPr>
          <p:cNvSpPr>
            <a:spLocks noGrp="1" noChangeArrowheads="1"/>
          </p:cNvSpPr>
          <p:nvPr>
            <p:ph type="body" idx="1"/>
          </p:nvPr>
        </p:nvSpPr>
        <p:spPr/>
        <p:txBody>
          <a:bodyPr/>
          <a:lstStyle/>
          <a:p>
            <a:pPr marL="0" indent="0" eaLnBrk="1" hangingPunct="1">
              <a:buFontTx/>
              <a:buNone/>
            </a:pPr>
            <a:r>
              <a:rPr lang="en-US" altLang="en-US" sz="1800"/>
              <a:t>Abdul Shakoor is 37 years old,  He has been Warehouse Manager for five years and worked for Hamdard Laboratories for twelve years.  He didn’t go to university, but has studied in his evenings for BComm.  He has six children aged 15 and 2 and does not like to work late.  He did part of an introductory in-house computer course some years ago, but it was interrupted when he was promoted and could no longer afford to take the time.  His vision is perfect, but his right-hand movement is slightly restricted following a motorcycle accident 3 years ago.  He is enthusiastic about his work and is happy to delegate responsibility and take suggestions from his staff.  However, he does feel threatened by the introduction of yet another new computer system (the third in his time at Hamdard). </a:t>
            </a:r>
            <a:endParaRPr lang="en-GB"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73A7EEA-92FE-214A-9CF1-998B9DCBE7B8}"/>
              </a:ext>
            </a:extLst>
          </p:cNvPr>
          <p:cNvSpPr>
            <a:spLocks noGrp="1" noChangeArrowheads="1"/>
          </p:cNvSpPr>
          <p:nvPr>
            <p:ph type="title"/>
          </p:nvPr>
        </p:nvSpPr>
        <p:spPr/>
        <p:txBody>
          <a:bodyPr/>
          <a:lstStyle/>
          <a:p>
            <a:pPr eaLnBrk="1" hangingPunct="1"/>
            <a:r>
              <a:rPr lang="en-GB" altLang="en-US"/>
              <a:t>cultural probes</a:t>
            </a:r>
          </a:p>
        </p:txBody>
      </p:sp>
      <p:sp>
        <p:nvSpPr>
          <p:cNvPr id="19459" name="Rectangle 3">
            <a:extLst>
              <a:ext uri="{FF2B5EF4-FFF2-40B4-BE49-F238E27FC236}">
                <a16:creationId xmlns:a16="http://schemas.microsoft.com/office/drawing/2014/main" id="{38857591-1DF1-BBBD-913C-586EA4F29AA7}"/>
              </a:ext>
            </a:extLst>
          </p:cNvPr>
          <p:cNvSpPr>
            <a:spLocks noGrp="1" noChangeArrowheads="1"/>
          </p:cNvSpPr>
          <p:nvPr>
            <p:ph type="body" idx="1"/>
          </p:nvPr>
        </p:nvSpPr>
        <p:spPr/>
        <p:txBody>
          <a:bodyPr/>
          <a:lstStyle/>
          <a:p>
            <a:pPr eaLnBrk="1" hangingPunct="1"/>
            <a:r>
              <a:rPr lang="en-GB" altLang="en-US" sz="2000"/>
              <a:t>direct observation</a:t>
            </a:r>
          </a:p>
          <a:p>
            <a:pPr lvl="1" eaLnBrk="1" hangingPunct="1"/>
            <a:r>
              <a:rPr lang="en-GB" altLang="en-US" sz="1800"/>
              <a:t>sometimes hard</a:t>
            </a:r>
          </a:p>
          <a:p>
            <a:pPr lvl="2" eaLnBrk="1" hangingPunct="1"/>
            <a:r>
              <a:rPr lang="en-GB" altLang="en-US" sz="1600"/>
              <a:t>in the home</a:t>
            </a:r>
          </a:p>
          <a:p>
            <a:pPr lvl="2" eaLnBrk="1" hangingPunct="1"/>
            <a:r>
              <a:rPr lang="en-GB" altLang="en-US" sz="1600"/>
              <a:t>psychiatric patients, …</a:t>
            </a:r>
          </a:p>
          <a:p>
            <a:pPr eaLnBrk="1" hangingPunct="1"/>
            <a:endParaRPr lang="en-GB" altLang="en-US" sz="900"/>
          </a:p>
          <a:p>
            <a:pPr eaLnBrk="1" hangingPunct="1"/>
            <a:r>
              <a:rPr lang="en-GB" altLang="en-US" sz="2000"/>
              <a:t>probe packs</a:t>
            </a:r>
          </a:p>
          <a:p>
            <a:pPr lvl="1" eaLnBrk="1" hangingPunct="1"/>
            <a:r>
              <a:rPr lang="en-GB" altLang="en-US" sz="1800"/>
              <a:t>items to prompt responses</a:t>
            </a:r>
          </a:p>
          <a:p>
            <a:pPr lvl="2" eaLnBrk="1" hangingPunct="1"/>
            <a:r>
              <a:rPr lang="en-GB" altLang="en-US" sz="1600"/>
              <a:t>e.g. glass to listen at wall, camera, postcard</a:t>
            </a:r>
          </a:p>
          <a:p>
            <a:pPr lvl="1" eaLnBrk="1" hangingPunct="1"/>
            <a:r>
              <a:rPr lang="en-GB" altLang="en-US" sz="1800"/>
              <a:t>given to people to open in their own environment</a:t>
            </a:r>
            <a:br>
              <a:rPr lang="en-GB" altLang="en-US" sz="1800"/>
            </a:br>
            <a:r>
              <a:rPr lang="en-GB" altLang="en-US" sz="1800"/>
              <a:t>they record what is meaningful </a:t>
            </a:r>
            <a:r>
              <a:rPr lang="en-GB" altLang="en-US" sz="1800" i="1"/>
              <a:t>to them</a:t>
            </a:r>
            <a:endParaRPr lang="en-GB" altLang="en-US" sz="1800"/>
          </a:p>
          <a:p>
            <a:pPr eaLnBrk="1" hangingPunct="1"/>
            <a:endParaRPr lang="en-GB" altLang="en-US" sz="1000"/>
          </a:p>
          <a:p>
            <a:pPr eaLnBrk="1" hangingPunct="1"/>
            <a:r>
              <a:rPr lang="en-GB" altLang="en-US" sz="2000"/>
              <a:t>used to …</a:t>
            </a:r>
          </a:p>
          <a:p>
            <a:pPr lvl="1" eaLnBrk="1" hangingPunct="1"/>
            <a:r>
              <a:rPr lang="en-GB" altLang="en-US" sz="1800"/>
              <a:t>inform interviews, prompt ideas, enculture designers</a:t>
            </a:r>
          </a:p>
        </p:txBody>
      </p:sp>
      <p:pic>
        <p:nvPicPr>
          <p:cNvPr id="19460" name="Picture 4">
            <a:extLst>
              <a:ext uri="{FF2B5EF4-FFF2-40B4-BE49-F238E27FC236}">
                <a16:creationId xmlns:a16="http://schemas.microsoft.com/office/drawing/2014/main" id="{8D31FF09-A43F-14D2-DF3F-A0FB3541C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AutoShape 7" descr="http://t3.gstatic.com/images?q=tbn:NkEX4uETLyDukM:http://www.send-gifts-to-pakistan.com/images/products/middleRA.jpg">
            <a:extLst>
              <a:ext uri="{FF2B5EF4-FFF2-40B4-BE49-F238E27FC236}">
                <a16:creationId xmlns:a16="http://schemas.microsoft.com/office/drawing/2014/main" id="{374B8710-62CF-6F4B-A405-116F574173BE}"/>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5F58B74-3DCF-BDC3-CE22-6BD6505A1EAC}"/>
              </a:ext>
            </a:extLst>
          </p:cNvPr>
          <p:cNvSpPr>
            <a:spLocks noGrp="1" noChangeArrowheads="1"/>
          </p:cNvSpPr>
          <p:nvPr>
            <p:ph type="ctrTitle"/>
          </p:nvPr>
        </p:nvSpPr>
        <p:spPr>
          <a:xfrm>
            <a:off x="685800" y="2286000"/>
            <a:ext cx="7772400" cy="1143000"/>
          </a:xfrm>
        </p:spPr>
        <p:txBody>
          <a:bodyPr/>
          <a:lstStyle/>
          <a:p>
            <a:pPr algn="ctr" eaLnBrk="1" hangingPunct="1"/>
            <a:r>
              <a:rPr lang="en-GB" altLang="en-US"/>
              <a:t>scenarios</a:t>
            </a:r>
          </a:p>
        </p:txBody>
      </p:sp>
      <p:sp>
        <p:nvSpPr>
          <p:cNvPr id="20483" name="Rectangle 3">
            <a:extLst>
              <a:ext uri="{FF2B5EF4-FFF2-40B4-BE49-F238E27FC236}">
                <a16:creationId xmlns:a16="http://schemas.microsoft.com/office/drawing/2014/main" id="{9871E033-1ED2-9D08-9B45-03C60D54D1DC}"/>
              </a:ext>
            </a:extLst>
          </p:cNvPr>
          <p:cNvSpPr>
            <a:spLocks noGrp="1" noChangeArrowheads="1"/>
          </p:cNvSpPr>
          <p:nvPr>
            <p:ph type="subTitle" idx="1"/>
          </p:nvPr>
        </p:nvSpPr>
        <p:spPr/>
        <p:txBody>
          <a:bodyPr/>
          <a:lstStyle/>
          <a:p>
            <a:pPr eaLnBrk="1" hangingPunct="1"/>
            <a:r>
              <a:rPr lang="en-GB" altLang="en-US"/>
              <a:t>stories for design</a:t>
            </a:r>
          </a:p>
          <a:p>
            <a:pPr eaLnBrk="1" hangingPunct="1"/>
            <a:r>
              <a:rPr lang="en-GB" altLang="en-US"/>
              <a:t>use and reuse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2DCDBF2-99CB-96B0-42FB-D95BFB8C3985}"/>
              </a:ext>
            </a:extLst>
          </p:cNvPr>
          <p:cNvSpPr>
            <a:spLocks noGrp="1" noChangeArrowheads="1"/>
          </p:cNvSpPr>
          <p:nvPr>
            <p:ph type="title"/>
          </p:nvPr>
        </p:nvSpPr>
        <p:spPr/>
        <p:txBody>
          <a:bodyPr/>
          <a:lstStyle/>
          <a:p>
            <a:pPr eaLnBrk="1" hangingPunct="1"/>
            <a:r>
              <a:rPr lang="en-GB" altLang="en-US"/>
              <a:t>scenarios</a:t>
            </a:r>
          </a:p>
        </p:txBody>
      </p:sp>
      <p:sp>
        <p:nvSpPr>
          <p:cNvPr id="21507" name="Rectangle 3">
            <a:extLst>
              <a:ext uri="{FF2B5EF4-FFF2-40B4-BE49-F238E27FC236}">
                <a16:creationId xmlns:a16="http://schemas.microsoft.com/office/drawing/2014/main" id="{D94436CA-677C-1E81-6411-802386BB7854}"/>
              </a:ext>
            </a:extLst>
          </p:cNvPr>
          <p:cNvSpPr>
            <a:spLocks noGrp="1" noChangeArrowheads="1"/>
          </p:cNvSpPr>
          <p:nvPr>
            <p:ph type="body" idx="1"/>
          </p:nvPr>
        </p:nvSpPr>
        <p:spPr>
          <a:xfrm>
            <a:off x="685800" y="2209800"/>
            <a:ext cx="7772400" cy="4114800"/>
          </a:xfrm>
        </p:spPr>
        <p:txBody>
          <a:bodyPr/>
          <a:lstStyle/>
          <a:p>
            <a:pPr eaLnBrk="1" hangingPunct="1"/>
            <a:r>
              <a:rPr lang="en-GB" altLang="en-US"/>
              <a:t>stories for design</a:t>
            </a:r>
          </a:p>
          <a:p>
            <a:pPr lvl="1" eaLnBrk="1" hangingPunct="1"/>
            <a:r>
              <a:rPr lang="en-GB" altLang="en-US"/>
              <a:t>communicate with others</a:t>
            </a:r>
          </a:p>
          <a:p>
            <a:pPr lvl="1" eaLnBrk="1" hangingPunct="1"/>
            <a:r>
              <a:rPr lang="en-GB" altLang="en-US"/>
              <a:t>validate other models</a:t>
            </a:r>
          </a:p>
          <a:p>
            <a:pPr lvl="1" eaLnBrk="1" hangingPunct="1"/>
            <a:r>
              <a:rPr lang="en-GB" altLang="en-US"/>
              <a:t>understand dynamics</a:t>
            </a:r>
          </a:p>
          <a:p>
            <a:pPr eaLnBrk="1" hangingPunct="1">
              <a:spcBef>
                <a:spcPct val="50000"/>
              </a:spcBef>
            </a:pPr>
            <a:r>
              <a:rPr lang="en-GB" altLang="en-US"/>
              <a:t>linearity</a:t>
            </a:r>
          </a:p>
          <a:p>
            <a:pPr lvl="1" eaLnBrk="1" hangingPunct="1"/>
            <a:r>
              <a:rPr lang="en-GB" altLang="en-US"/>
              <a:t>time is linear - our lives are linear</a:t>
            </a:r>
          </a:p>
          <a:p>
            <a:pPr lvl="1" eaLnBrk="1" hangingPunct="1"/>
            <a:r>
              <a:rPr lang="en-GB" altLang="en-US"/>
              <a:t>but don’t show alternatives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59A5CDE-2B68-06A5-1433-238411C19CBF}"/>
              </a:ext>
            </a:extLst>
          </p:cNvPr>
          <p:cNvSpPr>
            <a:spLocks noGrp="1" noChangeArrowheads="1"/>
          </p:cNvSpPr>
          <p:nvPr>
            <p:ph type="title"/>
          </p:nvPr>
        </p:nvSpPr>
        <p:spPr/>
        <p:txBody>
          <a:bodyPr/>
          <a:lstStyle/>
          <a:p>
            <a:pPr eaLnBrk="1" hangingPunct="1"/>
            <a:r>
              <a:rPr lang="en-US" altLang="en-US">
                <a:solidFill>
                  <a:schemeClr val="tx1"/>
                </a:solidFill>
              </a:rPr>
              <a:t>scenarios …</a:t>
            </a:r>
            <a:endParaRPr lang="en-US" altLang="en-US"/>
          </a:p>
        </p:txBody>
      </p:sp>
      <p:sp>
        <p:nvSpPr>
          <p:cNvPr id="22531" name="Rectangle 3">
            <a:extLst>
              <a:ext uri="{FF2B5EF4-FFF2-40B4-BE49-F238E27FC236}">
                <a16:creationId xmlns:a16="http://schemas.microsoft.com/office/drawing/2014/main" id="{DAF12F40-5F7C-2B5F-8801-6EFC9B9BA185}"/>
              </a:ext>
            </a:extLst>
          </p:cNvPr>
          <p:cNvSpPr>
            <a:spLocks noGrp="1" noChangeArrowheads="1"/>
          </p:cNvSpPr>
          <p:nvPr>
            <p:ph type="body" idx="1"/>
          </p:nvPr>
        </p:nvSpPr>
        <p:spPr/>
        <p:txBody>
          <a:bodyPr/>
          <a:lstStyle/>
          <a:p>
            <a:pPr eaLnBrk="1" hangingPunct="1"/>
            <a:r>
              <a:rPr lang="en-US" altLang="en-US" sz="2400"/>
              <a:t>what will users want to do?</a:t>
            </a:r>
          </a:p>
          <a:p>
            <a:pPr eaLnBrk="1" hangingPunct="1"/>
            <a:endParaRPr lang="en-US" altLang="en-US" sz="1200"/>
          </a:p>
          <a:p>
            <a:pPr eaLnBrk="1" hangingPunct="1"/>
            <a:r>
              <a:rPr lang="en-US" altLang="en-US" sz="2400"/>
              <a:t>step-by-step walkthrough</a:t>
            </a:r>
          </a:p>
          <a:p>
            <a:pPr lvl="1" eaLnBrk="1" hangingPunct="1"/>
            <a:r>
              <a:rPr lang="en-US" altLang="en-US" sz="2000"/>
              <a:t>what can they see (sketches, screen shots)</a:t>
            </a:r>
          </a:p>
          <a:p>
            <a:pPr lvl="1" eaLnBrk="1" hangingPunct="1"/>
            <a:r>
              <a:rPr lang="en-US" altLang="en-US" sz="2000"/>
              <a:t>what do they do (keyboard, mouse etc.)</a:t>
            </a:r>
          </a:p>
          <a:p>
            <a:pPr lvl="1" eaLnBrk="1" hangingPunct="1"/>
            <a:r>
              <a:rPr lang="en-US" altLang="en-US" sz="2000"/>
              <a:t>what are they thinking?</a:t>
            </a:r>
          </a:p>
          <a:p>
            <a:pPr lvl="1" eaLnBrk="1" hangingPunct="1"/>
            <a:endParaRPr lang="en-US" altLang="en-US" sz="1000"/>
          </a:p>
          <a:p>
            <a:pPr eaLnBrk="1" hangingPunct="1"/>
            <a:r>
              <a:rPr lang="en-US" altLang="en-US" sz="2400"/>
              <a:t>use and reuse throughout design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2133A2B-CF01-F6D4-2730-FEAE1A85F3C1}"/>
              </a:ext>
            </a:extLst>
          </p:cNvPr>
          <p:cNvSpPr>
            <a:spLocks noGrp="1" noChangeArrowheads="1"/>
          </p:cNvSpPr>
          <p:nvPr>
            <p:ph type="title"/>
          </p:nvPr>
        </p:nvSpPr>
        <p:spPr/>
        <p:txBody>
          <a:bodyPr/>
          <a:lstStyle/>
          <a:p>
            <a:pPr eaLnBrk="1" hangingPunct="1"/>
            <a:r>
              <a:rPr lang="en-GB" altLang="en-US"/>
              <a:t>scenario – video lectures</a:t>
            </a:r>
          </a:p>
        </p:txBody>
      </p:sp>
      <p:sp>
        <p:nvSpPr>
          <p:cNvPr id="23555" name="Rectangle 3">
            <a:extLst>
              <a:ext uri="{FF2B5EF4-FFF2-40B4-BE49-F238E27FC236}">
                <a16:creationId xmlns:a16="http://schemas.microsoft.com/office/drawing/2014/main" id="{3062DF02-6E18-DE48-7F37-98D3678A0751}"/>
              </a:ext>
            </a:extLst>
          </p:cNvPr>
          <p:cNvSpPr>
            <a:spLocks noGrp="1" noChangeArrowheads="1"/>
          </p:cNvSpPr>
          <p:nvPr>
            <p:ph type="body" idx="1"/>
          </p:nvPr>
        </p:nvSpPr>
        <p:spPr>
          <a:xfrm>
            <a:off x="685800" y="1981200"/>
            <a:ext cx="7696200" cy="4419600"/>
          </a:xfrm>
        </p:spPr>
        <p:txBody>
          <a:bodyPr/>
          <a:lstStyle/>
          <a:p>
            <a:pPr>
              <a:defRPr/>
            </a:pPr>
            <a:r>
              <a:rPr lang="en-US" sz="1800" dirty="0"/>
              <a:t>Mr. </a:t>
            </a:r>
            <a:r>
              <a:rPr lang="en-US" sz="1800" dirty="0" err="1"/>
              <a:t>Khaliq</a:t>
            </a:r>
            <a:r>
              <a:rPr lang="en-US" sz="1800" dirty="0"/>
              <a:t> is reading Physics at University of Karachi. He intends to view recordings of lectures in his free time, at his own learning pace. Along with listening to recordings, he is also interested in inserting extra notes, tags and bookmarks on the recordings.  He further wants to share his annotations with his class fellows.</a:t>
            </a:r>
          </a:p>
          <a:p>
            <a:pPr>
              <a:buFontTx/>
              <a:buNone/>
              <a:defRPr/>
            </a:pPr>
            <a:r>
              <a:rPr lang="en-US" sz="1800" dirty="0"/>
              <a:t> </a:t>
            </a:r>
          </a:p>
          <a:p>
            <a:pPr>
              <a:defRPr/>
            </a:pPr>
            <a:r>
              <a:rPr lang="en-US" sz="1800" dirty="0"/>
              <a:t>Ms. Ruby is taking several distance learning courses. She is deaf. She had little trouble with the curriculum until the university upgraded their on-line courseware to a multimedia approach, using an extensive collection of audio lectures and podcasts. The University developed a system to transcribe the lectures through speech processing software and made this information available with all the audio lectures and podcasts.</a:t>
            </a:r>
          </a:p>
          <a:p>
            <a:pPr>
              <a:buFontTx/>
              <a:buNone/>
              <a:defRPr/>
            </a:pPr>
            <a:r>
              <a:rPr lang="en-US" sz="1800" dirty="0"/>
              <a:t> </a:t>
            </a:r>
          </a:p>
          <a:p>
            <a:pPr marL="0" indent="0" eaLnBrk="1" hangingPunct="1">
              <a:lnSpc>
                <a:spcPct val="90000"/>
              </a:lnSpc>
              <a:spcAft>
                <a:spcPts val="600"/>
              </a:spcAft>
              <a:buFontTx/>
              <a:buNone/>
              <a:defRPr/>
            </a:pPr>
            <a:endParaRPr lang="en-GB"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39A8BA40-8FE2-A12C-B70A-D46DD2E70CA3}"/>
              </a:ext>
            </a:extLst>
          </p:cNvPr>
          <p:cNvSpPr>
            <a:spLocks noGrp="1"/>
          </p:cNvSpPr>
          <p:nvPr>
            <p:ph type="title"/>
          </p:nvPr>
        </p:nvSpPr>
        <p:spPr/>
        <p:txBody>
          <a:bodyPr/>
          <a:lstStyle/>
          <a:p>
            <a:endParaRPr lang="en-US" altLang="en-US"/>
          </a:p>
        </p:txBody>
      </p:sp>
      <p:sp>
        <p:nvSpPr>
          <p:cNvPr id="24579" name="Content Placeholder 2">
            <a:extLst>
              <a:ext uri="{FF2B5EF4-FFF2-40B4-BE49-F238E27FC236}">
                <a16:creationId xmlns:a16="http://schemas.microsoft.com/office/drawing/2014/main" id="{27C823F2-6AB5-B738-F391-7202A8536A6A}"/>
              </a:ext>
            </a:extLst>
          </p:cNvPr>
          <p:cNvSpPr>
            <a:spLocks noGrp="1"/>
          </p:cNvSpPr>
          <p:nvPr>
            <p:ph idx="1"/>
          </p:nvPr>
        </p:nvSpPr>
        <p:spPr>
          <a:xfrm>
            <a:off x="457200" y="1828800"/>
            <a:ext cx="7772400" cy="4114800"/>
          </a:xfrm>
        </p:spPr>
        <p:txBody>
          <a:bodyPr/>
          <a:lstStyle/>
          <a:p>
            <a:r>
              <a:rPr lang="en-US" altLang="en-US" sz="1800"/>
              <a:t>The University had the lectures transcribed and made this information available through their Web site along with audio versions of the lectures. The tutor for the course also set up a social- net (blog, chat, etc) on the Web site where students could exchange ideas about their coursework. Although she was the only deaf student in the class, she quickly found that the Web-based social-net setup, and the opportunity to provide Web-based text comments on classmates' work, ensured that she could keep up with class progress.</a:t>
            </a:r>
          </a:p>
          <a:p>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4C3DE819-ADAE-2027-11A5-F129CD22EE85}"/>
              </a:ext>
            </a:extLst>
          </p:cNvPr>
          <p:cNvSpPr>
            <a:spLocks noGrp="1"/>
          </p:cNvSpPr>
          <p:nvPr>
            <p:ph type="title"/>
          </p:nvPr>
        </p:nvSpPr>
        <p:spPr>
          <a:xfrm>
            <a:off x="685800" y="228600"/>
            <a:ext cx="6858000" cy="1143000"/>
          </a:xfrm>
        </p:spPr>
        <p:txBody>
          <a:bodyPr/>
          <a:lstStyle/>
          <a:p>
            <a:r>
              <a:rPr lang="en-US" altLang="en-US"/>
              <a:t>Requirements from Scenarios</a:t>
            </a:r>
          </a:p>
        </p:txBody>
      </p:sp>
      <p:sp>
        <p:nvSpPr>
          <p:cNvPr id="25603" name="Content Placeholder 2">
            <a:extLst>
              <a:ext uri="{FF2B5EF4-FFF2-40B4-BE49-F238E27FC236}">
                <a16:creationId xmlns:a16="http://schemas.microsoft.com/office/drawing/2014/main" id="{34B2396C-B863-E2E3-7FC7-6178BA9F7EB2}"/>
              </a:ext>
            </a:extLst>
          </p:cNvPr>
          <p:cNvSpPr>
            <a:spLocks noGrp="1"/>
          </p:cNvSpPr>
          <p:nvPr>
            <p:ph idx="1"/>
          </p:nvPr>
        </p:nvSpPr>
        <p:spPr>
          <a:xfrm>
            <a:off x="685800" y="1295400"/>
            <a:ext cx="7772400" cy="4114800"/>
          </a:xfrm>
        </p:spPr>
        <p:txBody>
          <a:bodyPr/>
          <a:lstStyle/>
          <a:p>
            <a:r>
              <a:rPr lang="en-US" altLang="en-US" sz="1800"/>
              <a:t>To search for specific topics and then replay recordings.</a:t>
            </a:r>
          </a:p>
          <a:p>
            <a:endParaRPr lang="en-US" altLang="en-US" sz="1800"/>
          </a:p>
          <a:p>
            <a:r>
              <a:rPr lang="en-US" altLang="en-US" sz="1800"/>
              <a:t>To read captions rather than listen to recorded speech to support deafness, learning at own pace, etc.</a:t>
            </a:r>
          </a:p>
          <a:p>
            <a:endParaRPr lang="en-US" altLang="en-US" sz="1800"/>
          </a:p>
          <a:p>
            <a:r>
              <a:rPr lang="en-US" altLang="en-US" sz="1800"/>
              <a:t>To insert bookmark at a particular point in a recording.</a:t>
            </a:r>
          </a:p>
          <a:p>
            <a:endParaRPr lang="en-US" altLang="en-US" sz="1800"/>
          </a:p>
          <a:p>
            <a:r>
              <a:rPr lang="en-US" altLang="en-US" sz="1800"/>
              <a:t>To link section of recordings to other recordings.</a:t>
            </a:r>
          </a:p>
          <a:p>
            <a:endParaRPr lang="en-US" altLang="en-US" sz="1800"/>
          </a:p>
          <a:p>
            <a:r>
              <a:rPr lang="en-US" altLang="en-US" sz="1800"/>
              <a:t>To provide web links for further references.</a:t>
            </a:r>
          </a:p>
          <a:p>
            <a:endParaRPr lang="en-US" altLang="en-US" sz="1800"/>
          </a:p>
          <a:p>
            <a:r>
              <a:rPr lang="en-US" altLang="en-US" sz="1800"/>
              <a:t>Viewing annotations/tags of the students that are inserted on recordings, also getting the flexibility that the user can view annotations of selected users/groups.</a:t>
            </a:r>
          </a:p>
          <a:p>
            <a:endParaRPr lang="en-US" altLang="en-US" sz="1800"/>
          </a:p>
          <a:p>
            <a:r>
              <a:rPr lang="en-US" altLang="en-US" sz="1800"/>
              <a:t>To participate in various feedback evaluations, this may later be used for assessments.</a:t>
            </a:r>
          </a:p>
          <a:p>
            <a:endParaRPr lang="en-US" altLang="en-US" sz="1800"/>
          </a:p>
          <a:p>
            <a:endParaRPr lang="en-US" altLang="en-US" sz="1800"/>
          </a:p>
          <a:p>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519DF36-8505-F7D8-6434-D675BE854AD9}"/>
              </a:ext>
            </a:extLst>
          </p:cNvPr>
          <p:cNvSpPr>
            <a:spLocks noGrp="1" noChangeArrowheads="1"/>
          </p:cNvSpPr>
          <p:nvPr>
            <p:ph type="title"/>
          </p:nvPr>
        </p:nvSpPr>
        <p:spPr/>
        <p:txBody>
          <a:bodyPr/>
          <a:lstStyle/>
          <a:p>
            <a:pPr eaLnBrk="1" hangingPunct="1"/>
            <a:r>
              <a:rPr lang="en-GB" altLang="en-US"/>
              <a:t>… explore the depths</a:t>
            </a:r>
          </a:p>
        </p:txBody>
      </p:sp>
      <p:sp>
        <p:nvSpPr>
          <p:cNvPr id="26627" name="Rectangle 3">
            <a:extLst>
              <a:ext uri="{FF2B5EF4-FFF2-40B4-BE49-F238E27FC236}">
                <a16:creationId xmlns:a16="http://schemas.microsoft.com/office/drawing/2014/main" id="{13A9BB1C-110A-4B77-5740-166E242DCA86}"/>
              </a:ext>
            </a:extLst>
          </p:cNvPr>
          <p:cNvSpPr>
            <a:spLocks noGrp="1" noChangeArrowheads="1"/>
          </p:cNvSpPr>
          <p:nvPr>
            <p:ph type="body" idx="1"/>
          </p:nvPr>
        </p:nvSpPr>
        <p:spPr/>
        <p:txBody>
          <a:bodyPr/>
          <a:lstStyle/>
          <a:p>
            <a:pPr eaLnBrk="1" hangingPunct="1"/>
            <a:r>
              <a:rPr lang="en-GB" altLang="en-US"/>
              <a:t>explore interaction</a:t>
            </a:r>
          </a:p>
          <a:p>
            <a:pPr lvl="1" eaLnBrk="1" hangingPunct="1"/>
            <a:r>
              <a:rPr lang="en-GB" altLang="en-US"/>
              <a:t>what happens when</a:t>
            </a:r>
          </a:p>
          <a:p>
            <a:pPr lvl="4" eaLnBrk="1" hangingPunct="1"/>
            <a:endParaRPr lang="en-GB" altLang="en-US" sz="1800"/>
          </a:p>
          <a:p>
            <a:pPr eaLnBrk="1" hangingPunct="1"/>
            <a:r>
              <a:rPr lang="en-GB" altLang="en-US"/>
              <a:t>explore cognition</a:t>
            </a:r>
          </a:p>
          <a:p>
            <a:pPr lvl="1" eaLnBrk="1" hangingPunct="1"/>
            <a:r>
              <a:rPr lang="en-GB" altLang="en-US"/>
              <a:t>what are the users thinking</a:t>
            </a:r>
          </a:p>
          <a:p>
            <a:pPr lvl="4" eaLnBrk="1" hangingPunct="1"/>
            <a:endParaRPr lang="en-GB" altLang="en-US" sz="1800"/>
          </a:p>
          <a:p>
            <a:pPr eaLnBrk="1" hangingPunct="1"/>
            <a:r>
              <a:rPr lang="en-GB" altLang="en-US"/>
              <a:t>explore architecture</a:t>
            </a:r>
          </a:p>
          <a:p>
            <a:pPr lvl="1" eaLnBrk="1" hangingPunct="1"/>
            <a:r>
              <a:rPr lang="en-GB" altLang="en-US"/>
              <a:t>what is happening inside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51D840-989F-03A6-021D-8740F6AA75AD}"/>
              </a:ext>
            </a:extLst>
          </p:cNvPr>
          <p:cNvSpPr>
            <a:spLocks noGrp="1" noChangeArrowheads="1"/>
          </p:cNvSpPr>
          <p:nvPr>
            <p:ph type="title"/>
          </p:nvPr>
        </p:nvSpPr>
        <p:spPr/>
        <p:txBody>
          <a:bodyPr/>
          <a:lstStyle/>
          <a:p>
            <a:pPr eaLnBrk="1" hangingPunct="1"/>
            <a:r>
              <a:rPr lang="en-GB" altLang="en-US"/>
              <a:t>use scenarios to ..</a:t>
            </a:r>
          </a:p>
        </p:txBody>
      </p:sp>
      <p:sp>
        <p:nvSpPr>
          <p:cNvPr id="27651" name="Rectangle 3">
            <a:extLst>
              <a:ext uri="{FF2B5EF4-FFF2-40B4-BE49-F238E27FC236}">
                <a16:creationId xmlns:a16="http://schemas.microsoft.com/office/drawing/2014/main" id="{CB450C79-5560-49E8-C651-D7E1D0039D3D}"/>
              </a:ext>
            </a:extLst>
          </p:cNvPr>
          <p:cNvSpPr>
            <a:spLocks noGrp="1" noChangeArrowheads="1"/>
          </p:cNvSpPr>
          <p:nvPr>
            <p:ph type="body" idx="1"/>
          </p:nvPr>
        </p:nvSpPr>
        <p:spPr/>
        <p:txBody>
          <a:bodyPr/>
          <a:lstStyle/>
          <a:p>
            <a:pPr eaLnBrk="1" hangingPunct="1"/>
            <a:r>
              <a:rPr lang="en-GB" altLang="en-US"/>
              <a:t>communicate with others</a:t>
            </a:r>
          </a:p>
          <a:p>
            <a:pPr lvl="1" eaLnBrk="1" hangingPunct="1"/>
            <a:r>
              <a:rPr lang="en-GB" altLang="en-US"/>
              <a:t>designers, clients, users</a:t>
            </a:r>
          </a:p>
          <a:p>
            <a:pPr eaLnBrk="1" hangingPunct="1"/>
            <a:endParaRPr lang="en-GB" altLang="en-US" sz="1200"/>
          </a:p>
          <a:p>
            <a:pPr eaLnBrk="1" hangingPunct="1"/>
            <a:r>
              <a:rPr lang="en-GB" altLang="en-US"/>
              <a:t>validate other models</a:t>
            </a:r>
          </a:p>
          <a:p>
            <a:pPr lvl="1" eaLnBrk="1" hangingPunct="1"/>
            <a:r>
              <a:rPr lang="en-GB" altLang="en-US"/>
              <a:t>‘play’ it against other models</a:t>
            </a:r>
          </a:p>
          <a:p>
            <a:pPr eaLnBrk="1" hangingPunct="1"/>
            <a:endParaRPr lang="en-GB" altLang="en-US" sz="1200"/>
          </a:p>
          <a:p>
            <a:pPr eaLnBrk="1" hangingPunct="1"/>
            <a:r>
              <a:rPr lang="en-GB" altLang="en-US"/>
              <a:t>express dynamics</a:t>
            </a:r>
          </a:p>
          <a:p>
            <a:pPr lvl="1" eaLnBrk="1" hangingPunct="1"/>
            <a:r>
              <a:rPr lang="en-GB" altLang="en-US"/>
              <a:t>screenshots – appearance</a:t>
            </a:r>
          </a:p>
          <a:p>
            <a:pPr lvl="1" eaLnBrk="1" hangingPunct="1"/>
            <a:r>
              <a:rPr lang="en-GB" altLang="en-US"/>
              <a:t>scenario – behaviour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B470714-B0C7-3BD1-3979-DDDD143E48CF}"/>
              </a:ext>
            </a:extLst>
          </p:cNvPr>
          <p:cNvSpPr>
            <a:spLocks noGrp="1" noChangeArrowheads="1"/>
          </p:cNvSpPr>
          <p:nvPr>
            <p:ph type="title"/>
          </p:nvPr>
        </p:nvSpPr>
        <p:spPr/>
        <p:txBody>
          <a:bodyPr/>
          <a:lstStyle/>
          <a:p>
            <a:pPr eaLnBrk="1" hangingPunct="1"/>
            <a:r>
              <a:rPr lang="en-US" altLang="en-US"/>
              <a:t>linearity</a:t>
            </a:r>
            <a:endParaRPr lang="en-US" altLang="en-US" sz="4800"/>
          </a:p>
        </p:txBody>
      </p:sp>
      <p:sp>
        <p:nvSpPr>
          <p:cNvPr id="28675" name="Rectangle 3">
            <a:extLst>
              <a:ext uri="{FF2B5EF4-FFF2-40B4-BE49-F238E27FC236}">
                <a16:creationId xmlns:a16="http://schemas.microsoft.com/office/drawing/2014/main" id="{DB3F1012-E0BC-6EC5-571F-CF569A99FA3A}"/>
              </a:ext>
            </a:extLst>
          </p:cNvPr>
          <p:cNvSpPr>
            <a:spLocks noGrp="1" noChangeArrowheads="1"/>
          </p:cNvSpPr>
          <p:nvPr>
            <p:ph type="body" idx="1"/>
          </p:nvPr>
        </p:nvSpPr>
        <p:spPr/>
        <p:txBody>
          <a:bodyPr/>
          <a:lstStyle/>
          <a:p>
            <a:pPr eaLnBrk="1" hangingPunct="1">
              <a:lnSpc>
                <a:spcPct val="90000"/>
              </a:lnSpc>
              <a:buFontTx/>
              <a:buNone/>
            </a:pPr>
            <a:r>
              <a:rPr lang="en-US" altLang="en-US" sz="2400"/>
              <a:t>Scenarios – one linear path through system</a:t>
            </a:r>
          </a:p>
          <a:p>
            <a:pPr eaLnBrk="1" hangingPunct="1">
              <a:lnSpc>
                <a:spcPct val="90000"/>
              </a:lnSpc>
              <a:buFontTx/>
              <a:buNone/>
            </a:pPr>
            <a:endParaRPr lang="en-US" altLang="en-US" sz="1400"/>
          </a:p>
          <a:p>
            <a:pPr eaLnBrk="1" hangingPunct="1">
              <a:lnSpc>
                <a:spcPct val="90000"/>
              </a:lnSpc>
              <a:buFontTx/>
              <a:buNone/>
            </a:pPr>
            <a:r>
              <a:rPr lang="en-US" altLang="en-US" sz="2400"/>
              <a:t>Pros:</a:t>
            </a:r>
          </a:p>
          <a:p>
            <a:pPr lvl="1" eaLnBrk="1" hangingPunct="1">
              <a:lnSpc>
                <a:spcPct val="90000"/>
              </a:lnSpc>
              <a:spcBef>
                <a:spcPct val="0"/>
              </a:spcBef>
            </a:pPr>
            <a:r>
              <a:rPr lang="en-US" altLang="en-US" sz="1800"/>
              <a:t>life and time are linear</a:t>
            </a:r>
          </a:p>
          <a:p>
            <a:pPr lvl="1" eaLnBrk="1" hangingPunct="1">
              <a:lnSpc>
                <a:spcPct val="90000"/>
              </a:lnSpc>
              <a:spcBef>
                <a:spcPct val="0"/>
              </a:spcBef>
            </a:pPr>
            <a:r>
              <a:rPr lang="en-US" altLang="en-US" sz="1800"/>
              <a:t>easy to understand (stories and narrative are natural)</a:t>
            </a:r>
          </a:p>
          <a:p>
            <a:pPr lvl="1" eaLnBrk="1" hangingPunct="1">
              <a:lnSpc>
                <a:spcPct val="90000"/>
              </a:lnSpc>
              <a:spcBef>
                <a:spcPct val="0"/>
              </a:spcBef>
            </a:pPr>
            <a:r>
              <a:rPr lang="en-US" altLang="en-US" sz="1800"/>
              <a:t>concrete (errors less likely)</a:t>
            </a:r>
          </a:p>
          <a:p>
            <a:pPr eaLnBrk="1" hangingPunct="1">
              <a:lnSpc>
                <a:spcPct val="90000"/>
              </a:lnSpc>
              <a:buFontTx/>
              <a:buNone/>
            </a:pPr>
            <a:r>
              <a:rPr lang="en-US" altLang="en-US" sz="2400"/>
              <a:t>Cons:</a:t>
            </a:r>
          </a:p>
          <a:p>
            <a:pPr lvl="1" eaLnBrk="1" hangingPunct="1">
              <a:lnSpc>
                <a:spcPct val="90000"/>
              </a:lnSpc>
              <a:spcBef>
                <a:spcPct val="0"/>
              </a:spcBef>
            </a:pPr>
            <a:r>
              <a:rPr lang="en-US" altLang="en-US" sz="1800"/>
              <a:t>no choice,  no branches,  no special conditions</a:t>
            </a:r>
          </a:p>
          <a:p>
            <a:pPr lvl="1" eaLnBrk="1" hangingPunct="1">
              <a:lnSpc>
                <a:spcPct val="90000"/>
              </a:lnSpc>
              <a:spcBef>
                <a:spcPct val="0"/>
              </a:spcBef>
            </a:pPr>
            <a:r>
              <a:rPr lang="en-US" altLang="en-US" sz="2000"/>
              <a:t>miss the unintended</a:t>
            </a:r>
          </a:p>
          <a:p>
            <a:pPr eaLnBrk="1" hangingPunct="1">
              <a:lnSpc>
                <a:spcPct val="90000"/>
              </a:lnSpc>
            </a:pPr>
            <a:endParaRPr lang="en-US" altLang="en-US" sz="1400"/>
          </a:p>
          <a:p>
            <a:pPr eaLnBrk="1" hangingPunct="1">
              <a:lnSpc>
                <a:spcPct val="90000"/>
              </a:lnSpc>
            </a:pPr>
            <a:r>
              <a:rPr lang="en-US" altLang="en-US" sz="2400"/>
              <a:t>So:</a:t>
            </a:r>
          </a:p>
          <a:p>
            <a:pPr lvl="1" eaLnBrk="1" hangingPunct="1">
              <a:lnSpc>
                <a:spcPct val="90000"/>
              </a:lnSpc>
              <a:spcBef>
                <a:spcPct val="0"/>
              </a:spcBef>
            </a:pPr>
            <a:r>
              <a:rPr lang="en-US" altLang="en-US" sz="1800"/>
              <a:t>use several scenarios</a:t>
            </a:r>
          </a:p>
          <a:p>
            <a:pPr lvl="1" eaLnBrk="1" hangingPunct="1">
              <a:lnSpc>
                <a:spcPct val="90000"/>
              </a:lnSpc>
              <a:spcBef>
                <a:spcPct val="0"/>
              </a:spcBef>
            </a:pPr>
            <a:r>
              <a:rPr lang="en-US" altLang="en-US" sz="1800"/>
              <a:t>use several methods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Oval 2">
            <a:extLst>
              <a:ext uri="{FF2B5EF4-FFF2-40B4-BE49-F238E27FC236}">
                <a16:creationId xmlns:a16="http://schemas.microsoft.com/office/drawing/2014/main" id="{AD065F59-BE4D-BE6A-8F4B-E5090B18C1A2}"/>
              </a:ext>
            </a:extLst>
          </p:cNvPr>
          <p:cNvSpPr>
            <a:spLocks noChangeArrowheads="1"/>
          </p:cNvSpPr>
          <p:nvPr/>
        </p:nvSpPr>
        <p:spPr bwMode="auto">
          <a:xfrm>
            <a:off x="4267200" y="3048000"/>
            <a:ext cx="533400" cy="533400"/>
          </a:xfrm>
          <a:prstGeom prst="ellipse">
            <a:avLst/>
          </a:prstGeom>
          <a:solidFill>
            <a:srgbClr val="ED181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5BCBC35-1581-4965-EAB1-5B9F379BC1CC}"/>
              </a:ext>
            </a:extLst>
          </p:cNvPr>
          <p:cNvSpPr>
            <a:spLocks noGrp="1" noChangeArrowheads="1"/>
          </p:cNvSpPr>
          <p:nvPr>
            <p:ph type="ctrTitle"/>
          </p:nvPr>
        </p:nvSpPr>
        <p:spPr>
          <a:xfrm>
            <a:off x="685800" y="2286000"/>
            <a:ext cx="7772400" cy="1143000"/>
          </a:xfrm>
        </p:spPr>
        <p:txBody>
          <a:bodyPr/>
          <a:lstStyle/>
          <a:p>
            <a:pPr algn="ctr" eaLnBrk="1" hangingPunct="1"/>
            <a:r>
              <a:rPr lang="en-GB" altLang="en-US"/>
              <a:t>navigation design</a:t>
            </a:r>
          </a:p>
        </p:txBody>
      </p:sp>
      <p:sp>
        <p:nvSpPr>
          <p:cNvPr id="30723" name="Rectangle 3">
            <a:extLst>
              <a:ext uri="{FF2B5EF4-FFF2-40B4-BE49-F238E27FC236}">
                <a16:creationId xmlns:a16="http://schemas.microsoft.com/office/drawing/2014/main" id="{83557F6E-BE08-AE55-C667-29C5F359EB8E}"/>
              </a:ext>
            </a:extLst>
          </p:cNvPr>
          <p:cNvSpPr>
            <a:spLocks noGrp="1" noChangeArrowheads="1"/>
          </p:cNvSpPr>
          <p:nvPr>
            <p:ph type="subTitle" idx="1"/>
          </p:nvPr>
        </p:nvSpPr>
        <p:spPr/>
        <p:txBody>
          <a:bodyPr/>
          <a:lstStyle/>
          <a:p>
            <a:pPr eaLnBrk="1" hangingPunct="1"/>
            <a:r>
              <a:rPr lang="en-GB" altLang="en-US"/>
              <a:t>local structure – single screen</a:t>
            </a:r>
          </a:p>
          <a:p>
            <a:pPr eaLnBrk="1" hangingPunct="1"/>
            <a:r>
              <a:rPr lang="en-GB" altLang="en-US"/>
              <a:t>global structure – whole site </a:t>
            </a:r>
          </a:p>
        </p:txBody>
      </p:sp>
      <p:grpSp>
        <p:nvGrpSpPr>
          <p:cNvPr id="30724" name="Group 4">
            <a:extLst>
              <a:ext uri="{FF2B5EF4-FFF2-40B4-BE49-F238E27FC236}">
                <a16:creationId xmlns:a16="http://schemas.microsoft.com/office/drawing/2014/main" id="{260C9BB0-63AC-124E-3724-98940A488AF0}"/>
              </a:ext>
            </a:extLst>
          </p:cNvPr>
          <p:cNvGrpSpPr>
            <a:grpSpLocks/>
          </p:cNvGrpSpPr>
          <p:nvPr/>
        </p:nvGrpSpPr>
        <p:grpSpPr bwMode="auto">
          <a:xfrm>
            <a:off x="381000" y="1143000"/>
            <a:ext cx="2986088" cy="1217613"/>
            <a:chOff x="566" y="1056"/>
            <a:chExt cx="4474" cy="1824"/>
          </a:xfrm>
        </p:grpSpPr>
        <p:sp>
          <p:nvSpPr>
            <p:cNvPr id="30749" name="AutoShape 5">
              <a:extLst>
                <a:ext uri="{FF2B5EF4-FFF2-40B4-BE49-F238E27FC236}">
                  <a16:creationId xmlns:a16="http://schemas.microsoft.com/office/drawing/2014/main" id="{B68A30CC-C072-1534-F138-17CB6AE0A06A}"/>
                </a:ext>
              </a:extLst>
            </p:cNvPr>
            <p:cNvSpPr>
              <a:spLocks noChangeArrowheads="1"/>
            </p:cNvSpPr>
            <p:nvPr/>
          </p:nvSpPr>
          <p:spPr bwMode="auto">
            <a:xfrm>
              <a:off x="4320" y="2208"/>
              <a:ext cx="720" cy="624"/>
            </a:xfrm>
            <a:prstGeom prst="irregularSeal1">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0750" name="Text Box 6">
              <a:extLst>
                <a:ext uri="{FF2B5EF4-FFF2-40B4-BE49-F238E27FC236}">
                  <a16:creationId xmlns:a16="http://schemas.microsoft.com/office/drawing/2014/main" id="{8073426A-C46E-9086-1E2A-371E5C107588}"/>
                </a:ext>
              </a:extLst>
            </p:cNvPr>
            <p:cNvSpPr txBox="1">
              <a:spLocks noChangeArrowheads="1"/>
            </p:cNvSpPr>
            <p:nvPr/>
          </p:nvSpPr>
          <p:spPr bwMode="auto">
            <a:xfrm>
              <a:off x="4599" y="2095"/>
              <a:ext cx="27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sz="1000">
                <a:latin typeface="Times New Roman" panose="02020603050405020304" pitchFamily="18" charset="0"/>
              </a:endParaRPr>
            </a:p>
          </p:txBody>
        </p:sp>
        <p:sp>
          <p:nvSpPr>
            <p:cNvPr id="30751" name="Text Box 7">
              <a:extLst>
                <a:ext uri="{FF2B5EF4-FFF2-40B4-BE49-F238E27FC236}">
                  <a16:creationId xmlns:a16="http://schemas.microsoft.com/office/drawing/2014/main" id="{1698B2A3-000D-A88E-BE20-E41C703D040C}"/>
                </a:ext>
              </a:extLst>
            </p:cNvPr>
            <p:cNvSpPr txBox="1">
              <a:spLocks noChangeArrowheads="1"/>
            </p:cNvSpPr>
            <p:nvPr/>
          </p:nvSpPr>
          <p:spPr bwMode="auto">
            <a:xfrm>
              <a:off x="566" y="2433"/>
              <a:ext cx="60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000">
                  <a:latin typeface="Times New Roman" panose="02020603050405020304" pitchFamily="18" charset="0"/>
                </a:rPr>
                <a:t>start</a:t>
              </a:r>
            </a:p>
          </p:txBody>
        </p:sp>
        <p:sp>
          <p:nvSpPr>
            <p:cNvPr id="30752" name="AutoShape 8">
              <a:extLst>
                <a:ext uri="{FF2B5EF4-FFF2-40B4-BE49-F238E27FC236}">
                  <a16:creationId xmlns:a16="http://schemas.microsoft.com/office/drawing/2014/main" id="{A577170D-C24B-A61C-028E-9F48981A1174}"/>
                </a:ext>
              </a:extLst>
            </p:cNvPr>
            <p:cNvSpPr>
              <a:spLocks noChangeArrowheads="1"/>
            </p:cNvSpPr>
            <p:nvPr/>
          </p:nvSpPr>
          <p:spPr bwMode="auto">
            <a:xfrm>
              <a:off x="720" y="2496"/>
              <a:ext cx="384" cy="384"/>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0753" name="Freeform 9">
              <a:extLst>
                <a:ext uri="{FF2B5EF4-FFF2-40B4-BE49-F238E27FC236}">
                  <a16:creationId xmlns:a16="http://schemas.microsoft.com/office/drawing/2014/main" id="{E946B184-D886-2640-0F48-7645ECA66C27}"/>
                </a:ext>
              </a:extLst>
            </p:cNvPr>
            <p:cNvSpPr>
              <a:spLocks/>
            </p:cNvSpPr>
            <p:nvPr/>
          </p:nvSpPr>
          <p:spPr bwMode="auto">
            <a:xfrm>
              <a:off x="1056" y="1272"/>
              <a:ext cx="3456" cy="132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56"/>
                <a:gd name="T37" fmla="*/ 0 h 1320"/>
                <a:gd name="T38" fmla="*/ 3456 w 3456"/>
                <a:gd name="T39" fmla="*/ 1320 h 13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4" name="Oval 10">
              <a:extLst>
                <a:ext uri="{FF2B5EF4-FFF2-40B4-BE49-F238E27FC236}">
                  <a16:creationId xmlns:a16="http://schemas.microsoft.com/office/drawing/2014/main" id="{0275D8FF-DE5D-DB56-E9CF-631FD5C027EC}"/>
                </a:ext>
              </a:extLst>
            </p:cNvPr>
            <p:cNvSpPr>
              <a:spLocks noChangeArrowheads="1"/>
            </p:cNvSpPr>
            <p:nvPr/>
          </p:nvSpPr>
          <p:spPr bwMode="auto">
            <a:xfrm>
              <a:off x="2112" y="1056"/>
              <a:ext cx="1248" cy="816"/>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grpSp>
        <p:nvGrpSpPr>
          <p:cNvPr id="30725" name="Group 11">
            <a:extLst>
              <a:ext uri="{FF2B5EF4-FFF2-40B4-BE49-F238E27FC236}">
                <a16:creationId xmlns:a16="http://schemas.microsoft.com/office/drawing/2014/main" id="{C032487D-BE7F-2946-265D-55EDB3731E56}"/>
              </a:ext>
            </a:extLst>
          </p:cNvPr>
          <p:cNvGrpSpPr>
            <a:grpSpLocks/>
          </p:cNvGrpSpPr>
          <p:nvPr/>
        </p:nvGrpSpPr>
        <p:grpSpPr bwMode="auto">
          <a:xfrm>
            <a:off x="6400800" y="1295400"/>
            <a:ext cx="2362200" cy="1635125"/>
            <a:chOff x="576" y="1200"/>
            <a:chExt cx="4608" cy="2736"/>
          </a:xfrm>
        </p:grpSpPr>
        <p:grpSp>
          <p:nvGrpSpPr>
            <p:cNvPr id="30736" name="Group 12">
              <a:extLst>
                <a:ext uri="{FF2B5EF4-FFF2-40B4-BE49-F238E27FC236}">
                  <a16:creationId xmlns:a16="http://schemas.microsoft.com/office/drawing/2014/main" id="{3D1608BD-89B0-8819-2BE0-30876190C6AD}"/>
                </a:ext>
              </a:extLst>
            </p:cNvPr>
            <p:cNvGrpSpPr>
              <a:grpSpLocks/>
            </p:cNvGrpSpPr>
            <p:nvPr/>
          </p:nvGrpSpPr>
          <p:grpSpPr bwMode="auto">
            <a:xfrm>
              <a:off x="576" y="1200"/>
              <a:ext cx="4608" cy="2736"/>
              <a:chOff x="576" y="1200"/>
              <a:chExt cx="4608" cy="2736"/>
            </a:xfrm>
          </p:grpSpPr>
          <p:grpSp>
            <p:nvGrpSpPr>
              <p:cNvPr id="30739" name="Group 13">
                <a:extLst>
                  <a:ext uri="{FF2B5EF4-FFF2-40B4-BE49-F238E27FC236}">
                    <a16:creationId xmlns:a16="http://schemas.microsoft.com/office/drawing/2014/main" id="{022F594A-BB3B-BF23-E29B-BE8AAE1C581B}"/>
                  </a:ext>
                </a:extLst>
              </p:cNvPr>
              <p:cNvGrpSpPr>
                <a:grpSpLocks/>
              </p:cNvGrpSpPr>
              <p:nvPr/>
            </p:nvGrpSpPr>
            <p:grpSpPr bwMode="auto">
              <a:xfrm>
                <a:off x="576" y="1200"/>
                <a:ext cx="4608" cy="2736"/>
                <a:chOff x="576" y="1200"/>
                <a:chExt cx="4608" cy="2736"/>
              </a:xfrm>
            </p:grpSpPr>
            <p:sp>
              <p:nvSpPr>
                <p:cNvPr id="30743" name="AutoShape 14">
                  <a:extLst>
                    <a:ext uri="{FF2B5EF4-FFF2-40B4-BE49-F238E27FC236}">
                      <a16:creationId xmlns:a16="http://schemas.microsoft.com/office/drawing/2014/main" id="{F53F5D1E-4F95-440D-2EA3-BACE8F664911}"/>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the systems</a:t>
                  </a:r>
                </a:p>
              </p:txBody>
            </p:sp>
            <p:sp>
              <p:nvSpPr>
                <p:cNvPr id="30744" name="AutoShape 15">
                  <a:extLst>
                    <a:ext uri="{FF2B5EF4-FFF2-40B4-BE49-F238E27FC236}">
                      <a16:creationId xmlns:a16="http://schemas.microsoft.com/office/drawing/2014/main" id="{9EE31437-583C-F64F-9536-6295D70A7D99}"/>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info and help</a:t>
                  </a:r>
                </a:p>
              </p:txBody>
            </p:sp>
            <p:sp>
              <p:nvSpPr>
                <p:cNvPr id="30745" name="AutoShape 16">
                  <a:extLst>
                    <a:ext uri="{FF2B5EF4-FFF2-40B4-BE49-F238E27FC236}">
                      <a16:creationId xmlns:a16="http://schemas.microsoft.com/office/drawing/2014/main" id="{4A77E717-A05B-EF5E-EB5F-CA274B5EB8E6}"/>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management</a:t>
                  </a:r>
                </a:p>
              </p:txBody>
            </p:sp>
            <p:sp>
              <p:nvSpPr>
                <p:cNvPr id="30746" name="AutoShape 17">
                  <a:extLst>
                    <a:ext uri="{FF2B5EF4-FFF2-40B4-BE49-F238E27FC236}">
                      <a16:creationId xmlns:a16="http://schemas.microsoft.com/office/drawing/2014/main" id="{363EBBCF-44B8-BB1A-A0FA-00E2BA576D47}"/>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messages</a:t>
                  </a:r>
                </a:p>
              </p:txBody>
            </p:sp>
            <p:sp>
              <p:nvSpPr>
                <p:cNvPr id="30747" name="AutoShape 18">
                  <a:extLst>
                    <a:ext uri="{FF2B5EF4-FFF2-40B4-BE49-F238E27FC236}">
                      <a16:creationId xmlns:a16="http://schemas.microsoft.com/office/drawing/2014/main" id="{0343F890-9882-1142-2168-E1EF2F3A7320}"/>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add user</a:t>
                  </a:r>
                </a:p>
              </p:txBody>
            </p:sp>
            <p:sp>
              <p:nvSpPr>
                <p:cNvPr id="30748" name="AutoShape 19">
                  <a:extLst>
                    <a:ext uri="{FF2B5EF4-FFF2-40B4-BE49-F238E27FC236}">
                      <a16:creationId xmlns:a16="http://schemas.microsoft.com/office/drawing/2014/main" id="{82D18833-2DBF-1FD3-69A5-CC9C3DAA2DB9}"/>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remove user</a:t>
                  </a:r>
                </a:p>
              </p:txBody>
            </p:sp>
          </p:grpSp>
          <p:cxnSp>
            <p:nvCxnSpPr>
              <p:cNvPr id="30740" name="AutoShape 20">
                <a:extLst>
                  <a:ext uri="{FF2B5EF4-FFF2-40B4-BE49-F238E27FC236}">
                    <a16:creationId xmlns:a16="http://schemas.microsoft.com/office/drawing/2014/main" id="{258E57D8-C904-F75F-32BE-6FB08BAA47AE}"/>
                  </a:ext>
                </a:extLst>
              </p:cNvPr>
              <p:cNvCxnSpPr>
                <a:cxnSpLocks noChangeShapeType="1"/>
                <a:stCxn id="30743" idx="2"/>
                <a:endCxn id="30744"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30741" name="AutoShape 21">
                <a:extLst>
                  <a:ext uri="{FF2B5EF4-FFF2-40B4-BE49-F238E27FC236}">
                    <a16:creationId xmlns:a16="http://schemas.microsoft.com/office/drawing/2014/main" id="{175E742F-9DA7-728E-C58F-D169B96FA78C}"/>
                  </a:ext>
                </a:extLst>
              </p:cNvPr>
              <p:cNvCxnSpPr>
                <a:cxnSpLocks noChangeShapeType="1"/>
                <a:stCxn id="30743" idx="2"/>
                <a:endCxn id="30746"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30742" name="AutoShape 22">
                <a:extLst>
                  <a:ext uri="{FF2B5EF4-FFF2-40B4-BE49-F238E27FC236}">
                    <a16:creationId xmlns:a16="http://schemas.microsoft.com/office/drawing/2014/main" id="{344239C8-529B-D8E7-520F-EEB216582B1C}"/>
                  </a:ext>
                </a:extLst>
              </p:cNvPr>
              <p:cNvCxnSpPr>
                <a:cxnSpLocks noChangeShapeType="1"/>
                <a:stCxn id="30743" idx="2"/>
                <a:endCxn id="30745" idx="0"/>
              </p:cNvCxnSpPr>
              <p:nvPr/>
            </p:nvCxnSpPr>
            <p:spPr bwMode="auto">
              <a:xfrm rot="5400000">
                <a:off x="2592" y="2016"/>
                <a:ext cx="384"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30737" name="AutoShape 23">
              <a:extLst>
                <a:ext uri="{FF2B5EF4-FFF2-40B4-BE49-F238E27FC236}">
                  <a16:creationId xmlns:a16="http://schemas.microsoft.com/office/drawing/2014/main" id="{60960D6E-8F00-725F-7078-0E62646FB8AB}"/>
                </a:ext>
              </a:extLst>
            </p:cNvPr>
            <p:cNvCxnSpPr>
              <a:cxnSpLocks noChangeShapeType="1"/>
              <a:stCxn id="30745" idx="2"/>
              <a:endCxn id="30747"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30738" name="AutoShape 24">
              <a:extLst>
                <a:ext uri="{FF2B5EF4-FFF2-40B4-BE49-F238E27FC236}">
                  <a16:creationId xmlns:a16="http://schemas.microsoft.com/office/drawing/2014/main" id="{7F2AC7C5-689D-B8CB-A472-C55DA070A2CF}"/>
                </a:ext>
              </a:extLst>
            </p:cNvPr>
            <p:cNvCxnSpPr>
              <a:cxnSpLocks noChangeShapeType="1"/>
              <a:stCxn id="30745" idx="2"/>
              <a:endCxn id="30748"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grpSp>
        <p:nvGrpSpPr>
          <p:cNvPr id="30726" name="Group 25">
            <a:extLst>
              <a:ext uri="{FF2B5EF4-FFF2-40B4-BE49-F238E27FC236}">
                <a16:creationId xmlns:a16="http://schemas.microsoft.com/office/drawing/2014/main" id="{F72DF92A-1A6D-8080-67C9-0778E4C9E1E2}"/>
              </a:ext>
            </a:extLst>
          </p:cNvPr>
          <p:cNvGrpSpPr>
            <a:grpSpLocks/>
          </p:cNvGrpSpPr>
          <p:nvPr/>
        </p:nvGrpSpPr>
        <p:grpSpPr bwMode="auto">
          <a:xfrm>
            <a:off x="533400" y="5340350"/>
            <a:ext cx="2438400" cy="984250"/>
            <a:chOff x="672" y="1968"/>
            <a:chExt cx="3840" cy="1344"/>
          </a:xfrm>
        </p:grpSpPr>
        <p:sp>
          <p:nvSpPr>
            <p:cNvPr id="30727" name="AutoShape 26">
              <a:extLst>
                <a:ext uri="{FF2B5EF4-FFF2-40B4-BE49-F238E27FC236}">
                  <a16:creationId xmlns:a16="http://schemas.microsoft.com/office/drawing/2014/main" id="{006566FF-B499-2F17-8D2D-5F09906D62E6}"/>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main</a:t>
              </a:r>
            </a:p>
            <a:p>
              <a:pPr algn="ctr"/>
              <a:r>
                <a:rPr lang="en-US" altLang="en-US" sz="1000">
                  <a:latin typeface="Times New Roman" panose="02020603050405020304" pitchFamily="18" charset="0"/>
                </a:rPr>
                <a:t>screen</a:t>
              </a:r>
            </a:p>
          </p:txBody>
        </p:sp>
        <p:sp>
          <p:nvSpPr>
            <p:cNvPr id="30728" name="AutoShape 27">
              <a:extLst>
                <a:ext uri="{FF2B5EF4-FFF2-40B4-BE49-F238E27FC236}">
                  <a16:creationId xmlns:a16="http://schemas.microsoft.com/office/drawing/2014/main" id="{4FBC0D4C-6403-1C50-6329-9E5D4FF7FE7D}"/>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remove</a:t>
              </a:r>
            </a:p>
            <a:p>
              <a:pPr algn="ctr"/>
              <a:r>
                <a:rPr lang="en-US" altLang="en-US" sz="1000">
                  <a:latin typeface="Times New Roman" panose="02020603050405020304" pitchFamily="18" charset="0"/>
                </a:rPr>
                <a:t>user</a:t>
              </a:r>
            </a:p>
          </p:txBody>
        </p:sp>
        <p:sp>
          <p:nvSpPr>
            <p:cNvPr id="30729" name="AutoShape 28">
              <a:extLst>
                <a:ext uri="{FF2B5EF4-FFF2-40B4-BE49-F238E27FC236}">
                  <a16:creationId xmlns:a16="http://schemas.microsoft.com/office/drawing/2014/main" id="{C95BE987-C9A8-F66A-288E-B033719D67D0}"/>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confirm</a:t>
              </a:r>
            </a:p>
          </p:txBody>
        </p:sp>
        <p:sp>
          <p:nvSpPr>
            <p:cNvPr id="30730" name="AutoShape 29">
              <a:extLst>
                <a:ext uri="{FF2B5EF4-FFF2-40B4-BE49-F238E27FC236}">
                  <a16:creationId xmlns:a16="http://schemas.microsoft.com/office/drawing/2014/main" id="{289BE547-EBE3-9218-36A9-0BF5C7B7DDF8}"/>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add user</a:t>
              </a:r>
            </a:p>
          </p:txBody>
        </p:sp>
        <p:cxnSp>
          <p:nvCxnSpPr>
            <p:cNvPr id="30731" name="AutoShape 30">
              <a:extLst>
                <a:ext uri="{FF2B5EF4-FFF2-40B4-BE49-F238E27FC236}">
                  <a16:creationId xmlns:a16="http://schemas.microsoft.com/office/drawing/2014/main" id="{8406E107-7586-0BFE-33FA-36F2B4DFC500}"/>
                </a:ext>
              </a:extLst>
            </p:cNvPr>
            <p:cNvCxnSpPr>
              <a:cxnSpLocks noChangeShapeType="1"/>
              <a:stCxn id="30727" idx="3"/>
              <a:endCxn id="30728" idx="1"/>
            </p:cNvCxnSpPr>
            <p:nvPr/>
          </p:nvCxnSpPr>
          <p:spPr bwMode="auto">
            <a:xfrm>
              <a:off x="1584" y="2208"/>
              <a:ext cx="62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32" name="AutoShape 31">
              <a:extLst>
                <a:ext uri="{FF2B5EF4-FFF2-40B4-BE49-F238E27FC236}">
                  <a16:creationId xmlns:a16="http://schemas.microsoft.com/office/drawing/2014/main" id="{6B059514-CD4B-0830-379D-CEA8C614A052}"/>
                </a:ext>
              </a:extLst>
            </p:cNvPr>
            <p:cNvCxnSpPr>
              <a:cxnSpLocks noChangeShapeType="1"/>
              <a:stCxn id="30727" idx="3"/>
              <a:endCxn id="30730"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0733" name="AutoShape 32">
              <a:extLst>
                <a:ext uri="{FF2B5EF4-FFF2-40B4-BE49-F238E27FC236}">
                  <a16:creationId xmlns:a16="http://schemas.microsoft.com/office/drawing/2014/main" id="{8B40901D-07A2-BB51-85D3-AA672AF376D5}"/>
                </a:ext>
              </a:extLst>
            </p:cNvPr>
            <p:cNvCxnSpPr>
              <a:cxnSpLocks noChangeShapeType="1"/>
              <a:stCxn id="30728" idx="3"/>
              <a:endCxn id="30729" idx="1"/>
            </p:cNvCxnSpPr>
            <p:nvPr/>
          </p:nvCxnSpPr>
          <p:spPr bwMode="auto">
            <a:xfrm>
              <a:off x="3120" y="2208"/>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34" name="AutoShape 33">
              <a:extLst>
                <a:ext uri="{FF2B5EF4-FFF2-40B4-BE49-F238E27FC236}">
                  <a16:creationId xmlns:a16="http://schemas.microsoft.com/office/drawing/2014/main" id="{E253B8CD-B90D-34D2-723A-52DB8523163D}"/>
                </a:ext>
              </a:extLst>
            </p:cNvPr>
            <p:cNvCxnSpPr>
              <a:cxnSpLocks noChangeShapeType="1"/>
              <a:stCxn id="30729" idx="3"/>
              <a:endCxn id="30727"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0735" name="AutoShape 34">
              <a:extLst>
                <a:ext uri="{FF2B5EF4-FFF2-40B4-BE49-F238E27FC236}">
                  <a16:creationId xmlns:a16="http://schemas.microsoft.com/office/drawing/2014/main" id="{07C4586F-9608-EE3A-6376-633B4DCC3A9E}"/>
                </a:ext>
              </a:extLst>
            </p:cNvPr>
            <p:cNvCxnSpPr>
              <a:cxnSpLocks noChangeShapeType="1"/>
              <a:stCxn id="30730" idx="3"/>
              <a:endCxn id="30727"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880104F-E029-937D-9B42-E5E791F9A5F0}"/>
              </a:ext>
            </a:extLst>
          </p:cNvPr>
          <p:cNvSpPr>
            <a:spLocks noGrp="1" noChangeArrowheads="1"/>
          </p:cNvSpPr>
          <p:nvPr>
            <p:ph type="title"/>
          </p:nvPr>
        </p:nvSpPr>
        <p:spPr/>
        <p:txBody>
          <a:bodyPr/>
          <a:lstStyle/>
          <a:p>
            <a:pPr eaLnBrk="1" hangingPunct="1"/>
            <a:r>
              <a:rPr lang="en-US" altLang="en-US"/>
              <a:t>levels</a:t>
            </a:r>
          </a:p>
        </p:txBody>
      </p:sp>
      <p:sp>
        <p:nvSpPr>
          <p:cNvPr id="31747" name="Rectangle 3">
            <a:extLst>
              <a:ext uri="{FF2B5EF4-FFF2-40B4-BE49-F238E27FC236}">
                <a16:creationId xmlns:a16="http://schemas.microsoft.com/office/drawing/2014/main" id="{95885D6C-F4C4-666E-89B1-848FA97ADF66}"/>
              </a:ext>
            </a:extLst>
          </p:cNvPr>
          <p:cNvSpPr>
            <a:spLocks noGrp="1" noChangeArrowheads="1"/>
          </p:cNvSpPr>
          <p:nvPr>
            <p:ph type="body" idx="1"/>
          </p:nvPr>
        </p:nvSpPr>
        <p:spPr/>
        <p:txBody>
          <a:bodyPr/>
          <a:lstStyle/>
          <a:p>
            <a:pPr eaLnBrk="1" hangingPunct="1"/>
            <a:r>
              <a:rPr lang="en-US" altLang="en-US"/>
              <a:t>widget choice</a:t>
            </a:r>
          </a:p>
          <a:p>
            <a:pPr lvl="1" eaLnBrk="1" hangingPunct="1"/>
            <a:r>
              <a:rPr lang="en-US" altLang="en-US"/>
              <a:t>menus, buttons etc.</a:t>
            </a:r>
          </a:p>
          <a:p>
            <a:pPr eaLnBrk="1" hangingPunct="1"/>
            <a:r>
              <a:rPr lang="en-US" altLang="en-US"/>
              <a:t>screen design</a:t>
            </a:r>
          </a:p>
          <a:p>
            <a:pPr eaLnBrk="1" hangingPunct="1"/>
            <a:r>
              <a:rPr lang="en-US" altLang="en-US"/>
              <a:t>application navigation design</a:t>
            </a:r>
          </a:p>
          <a:p>
            <a:pPr eaLnBrk="1" hangingPunct="1"/>
            <a:r>
              <a:rPr lang="en-US" altLang="en-US"/>
              <a:t>environment </a:t>
            </a:r>
          </a:p>
          <a:p>
            <a:pPr lvl="1" eaLnBrk="1" hangingPunct="1"/>
            <a:r>
              <a:rPr lang="en-US" altLang="en-US"/>
              <a:t>other apps, O/S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513F0B9-ED94-D3CF-0148-D96D3E9D5DBB}"/>
              </a:ext>
            </a:extLst>
          </p:cNvPr>
          <p:cNvSpPr>
            <a:spLocks noGrp="1" noChangeArrowheads="1"/>
          </p:cNvSpPr>
          <p:nvPr>
            <p:ph type="title"/>
          </p:nvPr>
        </p:nvSpPr>
        <p:spPr/>
        <p:txBody>
          <a:bodyPr/>
          <a:lstStyle/>
          <a:p>
            <a:pPr eaLnBrk="1" hangingPunct="1"/>
            <a:r>
              <a:rPr lang="en-US" altLang="en-US"/>
              <a:t>the web …</a:t>
            </a:r>
          </a:p>
        </p:txBody>
      </p:sp>
      <p:sp>
        <p:nvSpPr>
          <p:cNvPr id="32771" name="Rectangle 3">
            <a:extLst>
              <a:ext uri="{FF2B5EF4-FFF2-40B4-BE49-F238E27FC236}">
                <a16:creationId xmlns:a16="http://schemas.microsoft.com/office/drawing/2014/main" id="{460CEDF0-5151-365F-18B9-0C4BE2CF9A73}"/>
              </a:ext>
            </a:extLst>
          </p:cNvPr>
          <p:cNvSpPr>
            <a:spLocks noGrp="1" noChangeArrowheads="1"/>
          </p:cNvSpPr>
          <p:nvPr>
            <p:ph type="body" idx="1"/>
          </p:nvPr>
        </p:nvSpPr>
        <p:spPr>
          <a:xfrm>
            <a:off x="685800" y="1981200"/>
            <a:ext cx="3886200" cy="4114800"/>
          </a:xfrm>
        </p:spPr>
        <p:txBody>
          <a:bodyPr/>
          <a:lstStyle/>
          <a:p>
            <a:pPr eaLnBrk="1" hangingPunct="1"/>
            <a:r>
              <a:rPr lang="en-US" altLang="en-US">
                <a:solidFill>
                  <a:schemeClr val="bg2"/>
                </a:solidFill>
              </a:rPr>
              <a:t>widget choice</a:t>
            </a:r>
          </a:p>
          <a:p>
            <a:pPr lvl="1" eaLnBrk="1" hangingPunct="1"/>
            <a:endParaRPr lang="en-US" altLang="en-US" sz="1800">
              <a:solidFill>
                <a:schemeClr val="bg2"/>
              </a:solidFill>
              <a:latin typeface="Courier New" panose="02070309020205020404" pitchFamily="49" charset="0"/>
            </a:endParaRPr>
          </a:p>
          <a:p>
            <a:pPr eaLnBrk="1" hangingPunct="1"/>
            <a:r>
              <a:rPr lang="en-US" altLang="en-US">
                <a:solidFill>
                  <a:schemeClr val="bg2"/>
                </a:solidFill>
              </a:rPr>
              <a:t>screen design</a:t>
            </a:r>
          </a:p>
          <a:p>
            <a:pPr eaLnBrk="1" hangingPunct="1"/>
            <a:r>
              <a:rPr lang="en-US" altLang="en-US">
                <a:solidFill>
                  <a:schemeClr val="bg2"/>
                </a:solidFill>
              </a:rPr>
              <a:t>navigation design</a:t>
            </a:r>
          </a:p>
          <a:p>
            <a:pPr eaLnBrk="1" hangingPunct="1"/>
            <a:r>
              <a:rPr lang="en-US" altLang="en-US">
                <a:solidFill>
                  <a:schemeClr val="bg2"/>
                </a:solidFill>
              </a:rPr>
              <a:t>environment </a:t>
            </a:r>
          </a:p>
        </p:txBody>
      </p:sp>
      <p:sp>
        <p:nvSpPr>
          <p:cNvPr id="32772" name="Rectangle 4">
            <a:extLst>
              <a:ext uri="{FF2B5EF4-FFF2-40B4-BE49-F238E27FC236}">
                <a16:creationId xmlns:a16="http://schemas.microsoft.com/office/drawing/2014/main" id="{35C50D1E-1C0D-A0E3-18D1-31B9AFA9DCF7}"/>
              </a:ext>
            </a:extLst>
          </p:cNvPr>
          <p:cNvSpPr>
            <a:spLocks noChangeArrowheads="1"/>
          </p:cNvSpPr>
          <p:nvPr/>
        </p:nvSpPr>
        <p:spPr bwMode="auto">
          <a:xfrm>
            <a:off x="4724400" y="1981200"/>
            <a:ext cx="3886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spcBef>
                <a:spcPct val="20000"/>
              </a:spcBef>
              <a:buFontTx/>
              <a:buChar char="•"/>
            </a:pPr>
            <a:r>
              <a:rPr lang="en-US" altLang="en-US" sz="2800">
                <a:latin typeface="Verdana" panose="020B0604030504040204" pitchFamily="34" charset="0"/>
              </a:rPr>
              <a:t>elements and tags</a:t>
            </a:r>
          </a:p>
          <a:p>
            <a:pPr lvl="1" eaLnBrk="1" hangingPunct="1">
              <a:spcBef>
                <a:spcPct val="20000"/>
              </a:spcBef>
              <a:buFontTx/>
              <a:buChar char="–"/>
            </a:pPr>
            <a:r>
              <a:rPr lang="en-US" altLang="en-US" sz="1800">
                <a:latin typeface="Courier New" panose="02070309020205020404" pitchFamily="49" charset="0"/>
              </a:rPr>
              <a:t>&lt;a href=“...”&gt;</a:t>
            </a:r>
            <a:endParaRPr lang="en-US" altLang="en-US">
              <a:latin typeface="Verdana" panose="020B0604030504040204" pitchFamily="34" charset="0"/>
            </a:endParaRPr>
          </a:p>
          <a:p>
            <a:pPr eaLnBrk="1" hangingPunct="1">
              <a:spcBef>
                <a:spcPct val="20000"/>
              </a:spcBef>
              <a:buFontTx/>
              <a:buChar char="•"/>
            </a:pPr>
            <a:r>
              <a:rPr lang="en-US" altLang="en-US" sz="2800">
                <a:latin typeface="Verdana" panose="020B0604030504040204" pitchFamily="34" charset="0"/>
              </a:rPr>
              <a:t>page design</a:t>
            </a:r>
          </a:p>
          <a:p>
            <a:pPr eaLnBrk="1" hangingPunct="1">
              <a:spcBef>
                <a:spcPct val="20000"/>
              </a:spcBef>
              <a:buFontTx/>
              <a:buChar char="•"/>
            </a:pPr>
            <a:r>
              <a:rPr lang="en-US" altLang="en-US" sz="2800">
                <a:latin typeface="Verdana" panose="020B0604030504040204" pitchFamily="34" charset="0"/>
              </a:rPr>
              <a:t>site structure</a:t>
            </a:r>
          </a:p>
          <a:p>
            <a:pPr eaLnBrk="1" hangingPunct="1">
              <a:spcBef>
                <a:spcPct val="20000"/>
              </a:spcBef>
              <a:buFontTx/>
              <a:buChar char="•"/>
            </a:pPr>
            <a:r>
              <a:rPr lang="en-US" altLang="en-US" sz="2800">
                <a:latin typeface="Verdana" panose="020B0604030504040204" pitchFamily="34" charset="0"/>
              </a:rPr>
              <a:t>the web, browser,</a:t>
            </a:r>
            <a:br>
              <a:rPr lang="en-US" altLang="en-US" sz="2800">
                <a:latin typeface="Verdana" panose="020B0604030504040204" pitchFamily="34" charset="0"/>
              </a:rPr>
            </a:br>
            <a:r>
              <a:rPr lang="en-US" altLang="en-US" sz="2800">
                <a:latin typeface="Verdana" panose="020B0604030504040204" pitchFamily="34" charset="0"/>
              </a:rPr>
              <a:t>external links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E312FC3-CEE9-0A82-A9E5-6695D328F98C}"/>
              </a:ext>
            </a:extLst>
          </p:cNvPr>
          <p:cNvSpPr>
            <a:spLocks noGrp="1" noChangeArrowheads="1"/>
          </p:cNvSpPr>
          <p:nvPr>
            <p:ph type="title"/>
          </p:nvPr>
        </p:nvSpPr>
        <p:spPr/>
        <p:txBody>
          <a:bodyPr/>
          <a:lstStyle/>
          <a:p>
            <a:pPr eaLnBrk="1" hangingPunct="1"/>
            <a:r>
              <a:rPr lang="en-US" altLang="en-US"/>
              <a:t>physical devices</a:t>
            </a:r>
          </a:p>
        </p:txBody>
      </p:sp>
      <p:sp>
        <p:nvSpPr>
          <p:cNvPr id="33795" name="Rectangle 3">
            <a:extLst>
              <a:ext uri="{FF2B5EF4-FFF2-40B4-BE49-F238E27FC236}">
                <a16:creationId xmlns:a16="http://schemas.microsoft.com/office/drawing/2014/main" id="{BA7C839C-0E50-F5E8-CD8E-AD40809309AB}"/>
              </a:ext>
            </a:extLst>
          </p:cNvPr>
          <p:cNvSpPr>
            <a:spLocks noGrp="1" noChangeArrowheads="1"/>
          </p:cNvSpPr>
          <p:nvPr>
            <p:ph type="body" idx="1"/>
          </p:nvPr>
        </p:nvSpPr>
        <p:spPr>
          <a:xfrm>
            <a:off x="685800" y="1981200"/>
            <a:ext cx="3886200" cy="4114800"/>
          </a:xfrm>
        </p:spPr>
        <p:txBody>
          <a:bodyPr/>
          <a:lstStyle/>
          <a:p>
            <a:pPr eaLnBrk="1" hangingPunct="1"/>
            <a:r>
              <a:rPr lang="en-US" altLang="en-US">
                <a:solidFill>
                  <a:schemeClr val="bg2"/>
                </a:solidFill>
              </a:rPr>
              <a:t>widget choice</a:t>
            </a:r>
          </a:p>
          <a:p>
            <a:pPr lvl="1" eaLnBrk="1" hangingPunct="1"/>
            <a:endParaRPr lang="en-US" altLang="en-US" sz="1800">
              <a:solidFill>
                <a:schemeClr val="bg2"/>
              </a:solidFill>
              <a:latin typeface="Courier New" panose="02070309020205020404" pitchFamily="49" charset="0"/>
            </a:endParaRPr>
          </a:p>
          <a:p>
            <a:pPr eaLnBrk="1" hangingPunct="1"/>
            <a:r>
              <a:rPr lang="en-US" altLang="en-US">
                <a:solidFill>
                  <a:schemeClr val="bg2"/>
                </a:solidFill>
              </a:rPr>
              <a:t>screen design</a:t>
            </a:r>
          </a:p>
          <a:p>
            <a:pPr eaLnBrk="1" hangingPunct="1"/>
            <a:r>
              <a:rPr lang="en-US" altLang="en-US">
                <a:solidFill>
                  <a:schemeClr val="bg2"/>
                </a:solidFill>
              </a:rPr>
              <a:t>navigation design</a:t>
            </a:r>
          </a:p>
          <a:p>
            <a:pPr eaLnBrk="1" hangingPunct="1"/>
            <a:r>
              <a:rPr lang="en-US" altLang="en-US">
                <a:solidFill>
                  <a:schemeClr val="bg2"/>
                </a:solidFill>
              </a:rPr>
              <a:t>environment </a:t>
            </a:r>
          </a:p>
        </p:txBody>
      </p:sp>
      <p:sp>
        <p:nvSpPr>
          <p:cNvPr id="33796" name="Rectangle 4">
            <a:extLst>
              <a:ext uri="{FF2B5EF4-FFF2-40B4-BE49-F238E27FC236}">
                <a16:creationId xmlns:a16="http://schemas.microsoft.com/office/drawing/2014/main" id="{3C2332B2-E924-2F85-0827-9D9A8C30AC66}"/>
              </a:ext>
            </a:extLst>
          </p:cNvPr>
          <p:cNvSpPr>
            <a:spLocks noChangeArrowheads="1"/>
          </p:cNvSpPr>
          <p:nvPr/>
        </p:nvSpPr>
        <p:spPr bwMode="auto">
          <a:xfrm>
            <a:off x="4724400" y="1981200"/>
            <a:ext cx="3886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spcBef>
                <a:spcPct val="20000"/>
              </a:spcBef>
              <a:buFontTx/>
              <a:buChar char="•"/>
            </a:pPr>
            <a:r>
              <a:rPr lang="en-US" altLang="en-US" sz="2800">
                <a:latin typeface="Verdana" panose="020B0604030504040204" pitchFamily="34" charset="0"/>
              </a:rPr>
              <a:t>controls</a:t>
            </a:r>
          </a:p>
          <a:p>
            <a:pPr lvl="1" eaLnBrk="1" hangingPunct="1">
              <a:spcBef>
                <a:spcPct val="20000"/>
              </a:spcBef>
              <a:buFontTx/>
              <a:buChar char="–"/>
            </a:pPr>
            <a:r>
              <a:rPr lang="en-US" altLang="en-US" sz="1800">
                <a:latin typeface="Courier New" panose="02070309020205020404" pitchFamily="49" charset="0"/>
              </a:rPr>
              <a:t>buttons, knobs, dials</a:t>
            </a:r>
            <a:endParaRPr lang="en-US" altLang="en-US">
              <a:latin typeface="Verdana" panose="020B0604030504040204" pitchFamily="34" charset="0"/>
            </a:endParaRPr>
          </a:p>
          <a:p>
            <a:pPr eaLnBrk="1" hangingPunct="1">
              <a:spcBef>
                <a:spcPct val="20000"/>
              </a:spcBef>
              <a:buFontTx/>
              <a:buChar char="•"/>
            </a:pPr>
            <a:r>
              <a:rPr lang="en-US" altLang="en-US" sz="2800">
                <a:latin typeface="Verdana" panose="020B0604030504040204" pitchFamily="34" charset="0"/>
              </a:rPr>
              <a:t>physical layout</a:t>
            </a:r>
          </a:p>
          <a:p>
            <a:pPr eaLnBrk="1" hangingPunct="1">
              <a:spcBef>
                <a:spcPct val="20000"/>
              </a:spcBef>
              <a:buFontTx/>
              <a:buChar char="•"/>
            </a:pPr>
            <a:r>
              <a:rPr lang="en-US" altLang="en-US" sz="2800">
                <a:latin typeface="Verdana" panose="020B0604030504040204" pitchFamily="34" charset="0"/>
              </a:rPr>
              <a:t>modes of device</a:t>
            </a:r>
          </a:p>
          <a:p>
            <a:pPr eaLnBrk="1" hangingPunct="1">
              <a:spcBef>
                <a:spcPct val="20000"/>
              </a:spcBef>
              <a:buFontTx/>
              <a:buChar char="•"/>
            </a:pPr>
            <a:r>
              <a:rPr lang="en-US" altLang="en-US" sz="2800">
                <a:latin typeface="Verdana" panose="020B0604030504040204" pitchFamily="34" charset="0"/>
              </a:rPr>
              <a:t>the real world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985F869-35AE-101A-8599-91DE2CF0C5EC}"/>
              </a:ext>
            </a:extLst>
          </p:cNvPr>
          <p:cNvSpPr>
            <a:spLocks noGrp="1" noChangeArrowheads="1"/>
          </p:cNvSpPr>
          <p:nvPr>
            <p:ph type="title"/>
          </p:nvPr>
        </p:nvSpPr>
        <p:spPr/>
        <p:txBody>
          <a:bodyPr/>
          <a:lstStyle/>
          <a:p>
            <a:pPr eaLnBrk="1" hangingPunct="1"/>
            <a:r>
              <a:rPr lang="en-US" altLang="en-US"/>
              <a:t>think about structure</a:t>
            </a:r>
          </a:p>
        </p:txBody>
      </p:sp>
      <p:sp>
        <p:nvSpPr>
          <p:cNvPr id="34819" name="Rectangle 3">
            <a:extLst>
              <a:ext uri="{FF2B5EF4-FFF2-40B4-BE49-F238E27FC236}">
                <a16:creationId xmlns:a16="http://schemas.microsoft.com/office/drawing/2014/main" id="{1DCA6F68-90CC-98B2-F9DA-96A78B7C07D3}"/>
              </a:ext>
            </a:extLst>
          </p:cNvPr>
          <p:cNvSpPr>
            <a:spLocks noGrp="1" noChangeArrowheads="1"/>
          </p:cNvSpPr>
          <p:nvPr>
            <p:ph type="body" idx="1"/>
          </p:nvPr>
        </p:nvSpPr>
        <p:spPr/>
        <p:txBody>
          <a:bodyPr/>
          <a:lstStyle/>
          <a:p>
            <a:pPr eaLnBrk="1" hangingPunct="1">
              <a:lnSpc>
                <a:spcPct val="90000"/>
              </a:lnSpc>
            </a:pPr>
            <a:r>
              <a:rPr lang="en-US" altLang="en-US"/>
              <a:t>within a screen</a:t>
            </a:r>
          </a:p>
          <a:p>
            <a:pPr lvl="1" eaLnBrk="1" hangingPunct="1">
              <a:lnSpc>
                <a:spcPct val="90000"/>
              </a:lnSpc>
              <a:spcBef>
                <a:spcPct val="0"/>
              </a:spcBef>
            </a:pPr>
            <a:r>
              <a:rPr lang="en-US" altLang="en-US"/>
              <a:t>later ...</a:t>
            </a:r>
          </a:p>
          <a:p>
            <a:pPr eaLnBrk="1" hangingPunct="1">
              <a:lnSpc>
                <a:spcPct val="90000"/>
              </a:lnSpc>
            </a:pPr>
            <a:r>
              <a:rPr lang="en-US" altLang="en-US"/>
              <a:t>local</a:t>
            </a:r>
          </a:p>
          <a:p>
            <a:pPr lvl="1" eaLnBrk="1" hangingPunct="1">
              <a:lnSpc>
                <a:spcPct val="90000"/>
              </a:lnSpc>
              <a:spcBef>
                <a:spcPct val="0"/>
              </a:spcBef>
            </a:pPr>
            <a:r>
              <a:rPr lang="en-US" altLang="en-US"/>
              <a:t>looking from this screen out</a:t>
            </a:r>
          </a:p>
          <a:p>
            <a:pPr eaLnBrk="1" hangingPunct="1">
              <a:lnSpc>
                <a:spcPct val="90000"/>
              </a:lnSpc>
            </a:pPr>
            <a:r>
              <a:rPr lang="en-US" altLang="en-US"/>
              <a:t>global</a:t>
            </a:r>
          </a:p>
          <a:p>
            <a:pPr lvl="1" eaLnBrk="1" hangingPunct="1">
              <a:lnSpc>
                <a:spcPct val="90000"/>
              </a:lnSpc>
              <a:spcBef>
                <a:spcPct val="0"/>
              </a:spcBef>
            </a:pPr>
            <a:r>
              <a:rPr lang="en-US" altLang="en-US"/>
              <a:t>structure of site, movement between screens</a:t>
            </a:r>
          </a:p>
          <a:p>
            <a:pPr eaLnBrk="1" hangingPunct="1">
              <a:lnSpc>
                <a:spcPct val="90000"/>
              </a:lnSpc>
            </a:pPr>
            <a:r>
              <a:rPr lang="en-US" altLang="en-US"/>
              <a:t>wider still</a:t>
            </a:r>
          </a:p>
          <a:p>
            <a:pPr lvl="1" eaLnBrk="1" hangingPunct="1">
              <a:lnSpc>
                <a:spcPct val="90000"/>
              </a:lnSpc>
              <a:spcBef>
                <a:spcPct val="0"/>
              </a:spcBef>
            </a:pPr>
            <a:r>
              <a:rPr lang="en-US" altLang="en-US"/>
              <a:t>relationship with other applications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C92F37F-7A78-75DD-22EA-A847C0EFF1FB}"/>
              </a:ext>
            </a:extLst>
          </p:cNvPr>
          <p:cNvSpPr>
            <a:spLocks noGrp="1" noChangeArrowheads="1"/>
          </p:cNvSpPr>
          <p:nvPr>
            <p:ph type="ctrTitle"/>
          </p:nvPr>
        </p:nvSpPr>
        <p:spPr>
          <a:xfrm>
            <a:off x="685800" y="1752600"/>
            <a:ext cx="7772400" cy="1143000"/>
          </a:xfrm>
        </p:spPr>
        <p:txBody>
          <a:bodyPr/>
          <a:lstStyle/>
          <a:p>
            <a:pPr eaLnBrk="1" hangingPunct="1"/>
            <a:r>
              <a:rPr lang="en-US" altLang="en-US" sz="4800"/>
              <a:t>local</a:t>
            </a:r>
            <a:endParaRPr lang="en-US" altLang="en-US"/>
          </a:p>
        </p:txBody>
      </p:sp>
      <p:sp>
        <p:nvSpPr>
          <p:cNvPr id="35843" name="Rectangle 3">
            <a:extLst>
              <a:ext uri="{FF2B5EF4-FFF2-40B4-BE49-F238E27FC236}">
                <a16:creationId xmlns:a16="http://schemas.microsoft.com/office/drawing/2014/main" id="{CBF46093-8C7E-6DC7-DFF2-E918D7E151F4}"/>
              </a:ext>
            </a:extLst>
          </p:cNvPr>
          <p:cNvSpPr>
            <a:spLocks noGrp="1" noChangeArrowheads="1"/>
          </p:cNvSpPr>
          <p:nvPr>
            <p:ph type="subTitle" idx="1"/>
          </p:nvPr>
        </p:nvSpPr>
        <p:spPr/>
        <p:txBody>
          <a:bodyPr/>
          <a:lstStyle/>
          <a:p>
            <a:pPr eaLnBrk="1" hangingPunct="1"/>
            <a:r>
              <a:rPr lang="en-US" altLang="en-US"/>
              <a:t>from one screen looking out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ECD9082-0BB6-9F73-9689-573EF4D388DD}"/>
              </a:ext>
            </a:extLst>
          </p:cNvPr>
          <p:cNvSpPr>
            <a:spLocks noGrp="1" noChangeArrowheads="1"/>
          </p:cNvSpPr>
          <p:nvPr>
            <p:ph type="title"/>
          </p:nvPr>
        </p:nvSpPr>
        <p:spPr/>
        <p:txBody>
          <a:bodyPr/>
          <a:lstStyle/>
          <a:p>
            <a:pPr eaLnBrk="1" hangingPunct="1"/>
            <a:r>
              <a:rPr lang="en-US" altLang="en-US"/>
              <a:t>goal seeking</a:t>
            </a:r>
          </a:p>
        </p:txBody>
      </p:sp>
      <p:sp>
        <p:nvSpPr>
          <p:cNvPr id="36867" name="AutoShape 3">
            <a:extLst>
              <a:ext uri="{FF2B5EF4-FFF2-40B4-BE49-F238E27FC236}">
                <a16:creationId xmlns:a16="http://schemas.microsoft.com/office/drawing/2014/main" id="{B1BCED77-2068-0EF2-A32B-6ECE609D8E32}"/>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6868" name="Text Box 4">
            <a:extLst>
              <a:ext uri="{FF2B5EF4-FFF2-40B4-BE49-F238E27FC236}">
                <a16:creationId xmlns:a16="http://schemas.microsoft.com/office/drawing/2014/main" id="{1134AF2F-1188-C442-3EDD-FC1A1307E3CF}"/>
              </a:ext>
            </a:extLst>
          </p:cNvPr>
          <p:cNvSpPr txBox="1">
            <a:spLocks noChangeArrowheads="1"/>
          </p:cNvSpPr>
          <p:nvPr/>
        </p:nvSpPr>
        <p:spPr bwMode="auto">
          <a:xfrm>
            <a:off x="7299325" y="26860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36869" name="Text Box 5">
            <a:extLst>
              <a:ext uri="{FF2B5EF4-FFF2-40B4-BE49-F238E27FC236}">
                <a16:creationId xmlns:a16="http://schemas.microsoft.com/office/drawing/2014/main" id="{6BF98B95-C164-6A8D-F78C-582491C8166A}"/>
              </a:ext>
            </a:extLst>
          </p:cNvPr>
          <p:cNvSpPr txBox="1">
            <a:spLocks noChangeArrowheads="1"/>
          </p:cNvSpPr>
          <p:nvPr/>
        </p:nvSpPr>
        <p:spPr bwMode="auto">
          <a:xfrm>
            <a:off x="898525" y="32194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36870" name="AutoShape 6">
            <a:extLst>
              <a:ext uri="{FF2B5EF4-FFF2-40B4-BE49-F238E27FC236}">
                <a16:creationId xmlns:a16="http://schemas.microsoft.com/office/drawing/2014/main" id="{C6A3B8ED-FDDC-C595-C96B-597BC5D00BA7}"/>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00D85F4-73E0-C6E3-AE61-5EE109C1CD13}"/>
              </a:ext>
            </a:extLst>
          </p:cNvPr>
          <p:cNvSpPr>
            <a:spLocks noGrp="1" noChangeArrowheads="1"/>
          </p:cNvSpPr>
          <p:nvPr>
            <p:ph type="title"/>
          </p:nvPr>
        </p:nvSpPr>
        <p:spPr/>
        <p:txBody>
          <a:bodyPr/>
          <a:lstStyle/>
          <a:p>
            <a:pPr eaLnBrk="1" hangingPunct="1"/>
            <a:r>
              <a:rPr lang="en-US" altLang="en-US"/>
              <a:t>goal seeking</a:t>
            </a:r>
          </a:p>
        </p:txBody>
      </p:sp>
      <p:sp>
        <p:nvSpPr>
          <p:cNvPr id="37891" name="Text Box 3">
            <a:extLst>
              <a:ext uri="{FF2B5EF4-FFF2-40B4-BE49-F238E27FC236}">
                <a16:creationId xmlns:a16="http://schemas.microsoft.com/office/drawing/2014/main" id="{6E2CB180-54F8-C750-0A65-14EE52835883}"/>
              </a:ext>
            </a:extLst>
          </p:cNvPr>
          <p:cNvSpPr txBox="1">
            <a:spLocks noChangeArrowheads="1"/>
          </p:cNvSpPr>
          <p:nvPr/>
        </p:nvSpPr>
        <p:spPr bwMode="auto">
          <a:xfrm>
            <a:off x="898525" y="32194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37892" name="AutoShape 4">
            <a:extLst>
              <a:ext uri="{FF2B5EF4-FFF2-40B4-BE49-F238E27FC236}">
                <a16:creationId xmlns:a16="http://schemas.microsoft.com/office/drawing/2014/main" id="{159274D6-1FC2-631E-36DE-E3B558B76F3C}"/>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7893" name="Freeform 5">
            <a:extLst>
              <a:ext uri="{FF2B5EF4-FFF2-40B4-BE49-F238E27FC236}">
                <a16:creationId xmlns:a16="http://schemas.microsoft.com/office/drawing/2014/main" id="{932A6BE3-4742-5BE7-9A00-3E0C807D424C}"/>
              </a:ext>
            </a:extLst>
          </p:cNvPr>
          <p:cNvSpPr>
            <a:spLocks/>
          </p:cNvSpPr>
          <p:nvPr/>
        </p:nvSpPr>
        <p:spPr bwMode="auto">
          <a:xfrm>
            <a:off x="1676400" y="2019300"/>
            <a:ext cx="5486400" cy="2095500"/>
          </a:xfrm>
          <a:custGeom>
            <a:avLst/>
            <a:gdLst>
              <a:gd name="T0" fmla="*/ 0 w 3456"/>
              <a:gd name="T1" fmla="*/ 2147483647 h 1320"/>
              <a:gd name="T2" fmla="*/ 2147483647 w 3456"/>
              <a:gd name="T3" fmla="*/ 2147483647 h 1320"/>
              <a:gd name="T4" fmla="*/ 2147483647 w 3456"/>
              <a:gd name="T5" fmla="*/ 2147483647 h 1320"/>
              <a:gd name="T6" fmla="*/ 2147483647 w 3456"/>
              <a:gd name="T7" fmla="*/ 2147483647 h 1320"/>
              <a:gd name="T8" fmla="*/ 2147483647 w 3456"/>
              <a:gd name="T9" fmla="*/ 2147483647 h 1320"/>
              <a:gd name="T10" fmla="*/ 2147483647 w 3456"/>
              <a:gd name="T11" fmla="*/ 2147483647 h 1320"/>
              <a:gd name="T12" fmla="*/ 2147483647 w 3456"/>
              <a:gd name="T13" fmla="*/ 2147483647 h 1320"/>
              <a:gd name="T14" fmla="*/ 2147483647 w 3456"/>
              <a:gd name="T15" fmla="*/ 2147483647 h 1320"/>
              <a:gd name="T16" fmla="*/ 2147483647 w 3456"/>
              <a:gd name="T17" fmla="*/ 2147483647 h 1320"/>
              <a:gd name="T18" fmla="*/ 2147483647 w 3456"/>
              <a:gd name="T19" fmla="*/ 2147483647 h 1320"/>
              <a:gd name="T20" fmla="*/ 2147483647 w 3456"/>
              <a:gd name="T21" fmla="*/ 2147483647 h 1320"/>
              <a:gd name="T22" fmla="*/ 2147483647 w 3456"/>
              <a:gd name="T23" fmla="*/ 2147483647 h 13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56"/>
              <a:gd name="T37" fmla="*/ 0 h 1320"/>
              <a:gd name="T38" fmla="*/ 3456 w 3456"/>
              <a:gd name="T39" fmla="*/ 1320 h 13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894" name="Rectangle 6">
            <a:extLst>
              <a:ext uri="{FF2B5EF4-FFF2-40B4-BE49-F238E27FC236}">
                <a16:creationId xmlns:a16="http://schemas.microsoft.com/office/drawing/2014/main" id="{5D02B0BE-4729-4545-4F1E-8C97D3443FBF}"/>
              </a:ext>
            </a:extLst>
          </p:cNvPr>
          <p:cNvSpPr>
            <a:spLocks noChangeArrowheads="1"/>
          </p:cNvSpPr>
          <p:nvPr/>
        </p:nvSpPr>
        <p:spPr bwMode="auto">
          <a:xfrm>
            <a:off x="4724400" y="1752600"/>
            <a:ext cx="2743200" cy="30480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7895" name="AutoShape 7">
            <a:extLst>
              <a:ext uri="{FF2B5EF4-FFF2-40B4-BE49-F238E27FC236}">
                <a16:creationId xmlns:a16="http://schemas.microsoft.com/office/drawing/2014/main" id="{ACE5C4D4-CB01-6F5C-98D9-9A348243FC5F}"/>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7896" name="Text Box 8">
            <a:extLst>
              <a:ext uri="{FF2B5EF4-FFF2-40B4-BE49-F238E27FC236}">
                <a16:creationId xmlns:a16="http://schemas.microsoft.com/office/drawing/2014/main" id="{F34E66DD-AB05-2785-F2D0-F5212D635B55}"/>
              </a:ext>
            </a:extLst>
          </p:cNvPr>
          <p:cNvSpPr txBox="1">
            <a:spLocks noChangeArrowheads="1"/>
          </p:cNvSpPr>
          <p:nvPr/>
        </p:nvSpPr>
        <p:spPr bwMode="auto">
          <a:xfrm>
            <a:off x="7299325" y="26860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37897" name="Rectangle 9">
            <a:extLst>
              <a:ext uri="{FF2B5EF4-FFF2-40B4-BE49-F238E27FC236}">
                <a16:creationId xmlns:a16="http://schemas.microsoft.com/office/drawing/2014/main" id="{8E534032-926D-4E04-86BE-9CAB7A56D85F}"/>
              </a:ext>
            </a:extLst>
          </p:cNvPr>
          <p:cNvSpPr>
            <a:spLocks noChangeArrowheads="1"/>
          </p:cNvSpPr>
          <p:nvPr/>
        </p:nvSpPr>
        <p:spPr bwMode="auto">
          <a:xfrm>
            <a:off x="3352800" y="1676400"/>
            <a:ext cx="2133600" cy="1676400"/>
          </a:xfrm>
          <a:prstGeom prst="rect">
            <a:avLst/>
          </a:prstGeom>
          <a:solidFill>
            <a:schemeClr val="bg1"/>
          </a:solidFill>
          <a:ln w="9525">
            <a:solidFill>
              <a:schemeClr val="bg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7898" name="Text Box 10">
            <a:extLst>
              <a:ext uri="{FF2B5EF4-FFF2-40B4-BE49-F238E27FC236}">
                <a16:creationId xmlns:a16="http://schemas.microsoft.com/office/drawing/2014/main" id="{318D1D14-DC00-D490-275F-BC17131A8A54}"/>
              </a:ext>
            </a:extLst>
          </p:cNvPr>
          <p:cNvSpPr txBox="1">
            <a:spLocks noChangeArrowheads="1"/>
          </p:cNvSpPr>
          <p:nvPr/>
        </p:nvSpPr>
        <p:spPr bwMode="auto">
          <a:xfrm>
            <a:off x="2209800" y="5016500"/>
            <a:ext cx="6007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Verdana" panose="020B0604030504040204" pitchFamily="34" charset="0"/>
              </a:rPr>
              <a:t>progress with local knowledge only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948E454-DD97-606F-EEA7-4CF0FA506B6A}"/>
              </a:ext>
            </a:extLst>
          </p:cNvPr>
          <p:cNvSpPr>
            <a:spLocks noGrp="1" noChangeArrowheads="1"/>
          </p:cNvSpPr>
          <p:nvPr>
            <p:ph type="title"/>
          </p:nvPr>
        </p:nvSpPr>
        <p:spPr/>
        <p:txBody>
          <a:bodyPr/>
          <a:lstStyle/>
          <a:p>
            <a:pPr eaLnBrk="1" hangingPunct="1"/>
            <a:r>
              <a:rPr lang="en-US" altLang="en-US"/>
              <a:t>goal seeking</a:t>
            </a:r>
          </a:p>
        </p:txBody>
      </p:sp>
      <p:sp>
        <p:nvSpPr>
          <p:cNvPr id="38915" name="AutoShape 3">
            <a:extLst>
              <a:ext uri="{FF2B5EF4-FFF2-40B4-BE49-F238E27FC236}">
                <a16:creationId xmlns:a16="http://schemas.microsoft.com/office/drawing/2014/main" id="{3C0BF0B4-6C98-1A0B-E54C-A96DA4780027}"/>
              </a:ext>
            </a:extLst>
          </p:cNvPr>
          <p:cNvSpPr>
            <a:spLocks noChangeArrowheads="1"/>
          </p:cNvSpPr>
          <p:nvPr/>
        </p:nvSpPr>
        <p:spPr bwMode="auto">
          <a:xfrm>
            <a:off x="6858000" y="3505200"/>
            <a:ext cx="1143000" cy="990600"/>
          </a:xfrm>
          <a:prstGeom prst="irregularSeal1">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8916" name="Text Box 4">
            <a:extLst>
              <a:ext uri="{FF2B5EF4-FFF2-40B4-BE49-F238E27FC236}">
                <a16:creationId xmlns:a16="http://schemas.microsoft.com/office/drawing/2014/main" id="{73685648-360E-BFBD-E81F-A26CA21C2DE6}"/>
              </a:ext>
            </a:extLst>
          </p:cNvPr>
          <p:cNvSpPr txBox="1">
            <a:spLocks noChangeArrowheads="1"/>
          </p:cNvSpPr>
          <p:nvPr/>
        </p:nvSpPr>
        <p:spPr bwMode="auto">
          <a:xfrm>
            <a:off x="7299325" y="26860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38917" name="Text Box 5">
            <a:extLst>
              <a:ext uri="{FF2B5EF4-FFF2-40B4-BE49-F238E27FC236}">
                <a16:creationId xmlns:a16="http://schemas.microsoft.com/office/drawing/2014/main" id="{C49D5166-BF72-CF79-1E2E-09F760966850}"/>
              </a:ext>
            </a:extLst>
          </p:cNvPr>
          <p:cNvSpPr txBox="1">
            <a:spLocks noChangeArrowheads="1"/>
          </p:cNvSpPr>
          <p:nvPr/>
        </p:nvSpPr>
        <p:spPr bwMode="auto">
          <a:xfrm>
            <a:off x="898525" y="3219450"/>
            <a:ext cx="884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38918" name="AutoShape 6">
            <a:extLst>
              <a:ext uri="{FF2B5EF4-FFF2-40B4-BE49-F238E27FC236}">
                <a16:creationId xmlns:a16="http://schemas.microsoft.com/office/drawing/2014/main" id="{4074783B-9434-9A4E-DE0F-A8AB3B54C01E}"/>
              </a:ext>
            </a:extLst>
          </p:cNvPr>
          <p:cNvSpPr>
            <a:spLocks noChangeArrowheads="1"/>
          </p:cNvSpPr>
          <p:nvPr/>
        </p:nvSpPr>
        <p:spPr bwMode="auto">
          <a:xfrm>
            <a:off x="1143000" y="3962400"/>
            <a:ext cx="609600" cy="609600"/>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8919" name="Freeform 7">
            <a:extLst>
              <a:ext uri="{FF2B5EF4-FFF2-40B4-BE49-F238E27FC236}">
                <a16:creationId xmlns:a16="http://schemas.microsoft.com/office/drawing/2014/main" id="{7BD5D0F0-3931-736B-DE3D-C788C67CAC9F}"/>
              </a:ext>
            </a:extLst>
          </p:cNvPr>
          <p:cNvSpPr>
            <a:spLocks/>
          </p:cNvSpPr>
          <p:nvPr/>
        </p:nvSpPr>
        <p:spPr bwMode="auto">
          <a:xfrm>
            <a:off x="1676400" y="2019300"/>
            <a:ext cx="5486400" cy="2095500"/>
          </a:xfrm>
          <a:custGeom>
            <a:avLst/>
            <a:gdLst>
              <a:gd name="T0" fmla="*/ 0 w 3456"/>
              <a:gd name="T1" fmla="*/ 2147483647 h 1320"/>
              <a:gd name="T2" fmla="*/ 2147483647 w 3456"/>
              <a:gd name="T3" fmla="*/ 2147483647 h 1320"/>
              <a:gd name="T4" fmla="*/ 2147483647 w 3456"/>
              <a:gd name="T5" fmla="*/ 2147483647 h 1320"/>
              <a:gd name="T6" fmla="*/ 2147483647 w 3456"/>
              <a:gd name="T7" fmla="*/ 2147483647 h 1320"/>
              <a:gd name="T8" fmla="*/ 2147483647 w 3456"/>
              <a:gd name="T9" fmla="*/ 2147483647 h 1320"/>
              <a:gd name="T10" fmla="*/ 2147483647 w 3456"/>
              <a:gd name="T11" fmla="*/ 2147483647 h 1320"/>
              <a:gd name="T12" fmla="*/ 2147483647 w 3456"/>
              <a:gd name="T13" fmla="*/ 2147483647 h 1320"/>
              <a:gd name="T14" fmla="*/ 2147483647 w 3456"/>
              <a:gd name="T15" fmla="*/ 2147483647 h 1320"/>
              <a:gd name="T16" fmla="*/ 2147483647 w 3456"/>
              <a:gd name="T17" fmla="*/ 2147483647 h 1320"/>
              <a:gd name="T18" fmla="*/ 2147483647 w 3456"/>
              <a:gd name="T19" fmla="*/ 2147483647 h 1320"/>
              <a:gd name="T20" fmla="*/ 2147483647 w 3456"/>
              <a:gd name="T21" fmla="*/ 2147483647 h 1320"/>
              <a:gd name="T22" fmla="*/ 2147483647 w 3456"/>
              <a:gd name="T23" fmla="*/ 2147483647 h 13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56"/>
              <a:gd name="T37" fmla="*/ 0 h 1320"/>
              <a:gd name="T38" fmla="*/ 3456 w 3456"/>
              <a:gd name="T39" fmla="*/ 1320 h 13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920" name="Text Box 8">
            <a:extLst>
              <a:ext uri="{FF2B5EF4-FFF2-40B4-BE49-F238E27FC236}">
                <a16:creationId xmlns:a16="http://schemas.microsoft.com/office/drawing/2014/main" id="{9F6CDCE0-ED63-5756-45C6-580C09138E51}"/>
              </a:ext>
            </a:extLst>
          </p:cNvPr>
          <p:cNvSpPr txBox="1">
            <a:spLocks noChangeArrowheads="1"/>
          </p:cNvSpPr>
          <p:nvPr/>
        </p:nvSpPr>
        <p:spPr bwMode="auto">
          <a:xfrm>
            <a:off x="2209800" y="5016500"/>
            <a:ext cx="5137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Verdana" panose="020B0604030504040204" pitchFamily="34" charset="0"/>
              </a:rPr>
              <a:t>        …   but can get to the goal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5BCE5DE-4C9C-2BAE-9D2C-8DC59E9A8490}"/>
              </a:ext>
            </a:extLst>
          </p:cNvPr>
          <p:cNvSpPr>
            <a:spLocks noGrp="1" noChangeArrowheads="1"/>
          </p:cNvSpPr>
          <p:nvPr>
            <p:ph type="title"/>
          </p:nvPr>
        </p:nvSpPr>
        <p:spPr/>
        <p:txBody>
          <a:bodyPr/>
          <a:lstStyle/>
          <a:p>
            <a:pPr eaLnBrk="1" hangingPunct="1"/>
            <a:r>
              <a:rPr lang="en-US" altLang="en-US"/>
              <a:t>goal seeking</a:t>
            </a:r>
          </a:p>
        </p:txBody>
      </p:sp>
      <p:sp>
        <p:nvSpPr>
          <p:cNvPr id="39939" name="Text Box 3">
            <a:extLst>
              <a:ext uri="{FF2B5EF4-FFF2-40B4-BE49-F238E27FC236}">
                <a16:creationId xmlns:a16="http://schemas.microsoft.com/office/drawing/2014/main" id="{5378F697-36E5-65AC-0588-C611F6E0C99F}"/>
              </a:ext>
            </a:extLst>
          </p:cNvPr>
          <p:cNvSpPr txBox="1">
            <a:spLocks noChangeArrowheads="1"/>
          </p:cNvSpPr>
          <p:nvPr/>
        </p:nvSpPr>
        <p:spPr bwMode="auto">
          <a:xfrm>
            <a:off x="2209800" y="5016500"/>
            <a:ext cx="5124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Verdana" panose="020B0604030504040204" pitchFamily="34" charset="0"/>
              </a:rPr>
              <a:t>        …   try to avoid these bits!</a:t>
            </a:r>
          </a:p>
        </p:txBody>
      </p:sp>
      <p:grpSp>
        <p:nvGrpSpPr>
          <p:cNvPr id="39940" name="Group 4">
            <a:extLst>
              <a:ext uri="{FF2B5EF4-FFF2-40B4-BE49-F238E27FC236}">
                <a16:creationId xmlns:a16="http://schemas.microsoft.com/office/drawing/2014/main" id="{7DB6B980-1788-CF28-F25A-69CCD18974E5}"/>
              </a:ext>
            </a:extLst>
          </p:cNvPr>
          <p:cNvGrpSpPr>
            <a:grpSpLocks/>
          </p:cNvGrpSpPr>
          <p:nvPr/>
        </p:nvGrpSpPr>
        <p:grpSpPr bwMode="auto">
          <a:xfrm>
            <a:off x="898525" y="1676400"/>
            <a:ext cx="7285038" cy="2895600"/>
            <a:chOff x="566" y="1056"/>
            <a:chExt cx="4589" cy="1824"/>
          </a:xfrm>
        </p:grpSpPr>
        <p:sp>
          <p:nvSpPr>
            <p:cNvPr id="39941" name="AutoShape 5">
              <a:extLst>
                <a:ext uri="{FF2B5EF4-FFF2-40B4-BE49-F238E27FC236}">
                  <a16:creationId xmlns:a16="http://schemas.microsoft.com/office/drawing/2014/main" id="{B485FA2A-4195-0A86-ED51-9666DF55FEA0}"/>
                </a:ext>
              </a:extLst>
            </p:cNvPr>
            <p:cNvSpPr>
              <a:spLocks noChangeArrowheads="1"/>
            </p:cNvSpPr>
            <p:nvPr/>
          </p:nvSpPr>
          <p:spPr bwMode="auto">
            <a:xfrm>
              <a:off x="4320" y="2208"/>
              <a:ext cx="720" cy="624"/>
            </a:xfrm>
            <a:prstGeom prst="irregularSeal1">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9942" name="Text Box 6">
              <a:extLst>
                <a:ext uri="{FF2B5EF4-FFF2-40B4-BE49-F238E27FC236}">
                  <a16:creationId xmlns:a16="http://schemas.microsoft.com/office/drawing/2014/main" id="{EF3C5F3E-EA9F-7546-4DF5-D054EF772FAB}"/>
                </a:ext>
              </a:extLst>
            </p:cNvPr>
            <p:cNvSpPr txBox="1">
              <a:spLocks noChangeArrowheads="1"/>
            </p:cNvSpPr>
            <p:nvPr/>
          </p:nvSpPr>
          <p:spPr bwMode="auto">
            <a:xfrm>
              <a:off x="4598" y="1692"/>
              <a:ext cx="5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goal</a:t>
              </a:r>
              <a:endParaRPr lang="en-US" altLang="en-US">
                <a:latin typeface="Times New Roman" panose="02020603050405020304" pitchFamily="18" charset="0"/>
              </a:endParaRPr>
            </a:p>
          </p:txBody>
        </p:sp>
        <p:sp>
          <p:nvSpPr>
            <p:cNvPr id="39943" name="Text Box 7">
              <a:extLst>
                <a:ext uri="{FF2B5EF4-FFF2-40B4-BE49-F238E27FC236}">
                  <a16:creationId xmlns:a16="http://schemas.microsoft.com/office/drawing/2014/main" id="{4CEC2321-B717-04E2-7606-EF026CA070EA}"/>
                </a:ext>
              </a:extLst>
            </p:cNvPr>
            <p:cNvSpPr txBox="1">
              <a:spLocks noChangeArrowheads="1"/>
            </p:cNvSpPr>
            <p:nvPr/>
          </p:nvSpPr>
          <p:spPr bwMode="auto">
            <a:xfrm>
              <a:off x="566" y="2028"/>
              <a:ext cx="55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3200">
                  <a:latin typeface="Times New Roman" panose="02020603050405020304" pitchFamily="18" charset="0"/>
                </a:rPr>
                <a:t>start</a:t>
              </a:r>
              <a:endParaRPr lang="en-US" altLang="en-US">
                <a:latin typeface="Times New Roman" panose="02020603050405020304" pitchFamily="18" charset="0"/>
              </a:endParaRPr>
            </a:p>
          </p:txBody>
        </p:sp>
        <p:sp>
          <p:nvSpPr>
            <p:cNvPr id="39944" name="AutoShape 8">
              <a:extLst>
                <a:ext uri="{FF2B5EF4-FFF2-40B4-BE49-F238E27FC236}">
                  <a16:creationId xmlns:a16="http://schemas.microsoft.com/office/drawing/2014/main" id="{A2188695-25D4-D370-9D57-332D3B1A31B7}"/>
                </a:ext>
              </a:extLst>
            </p:cNvPr>
            <p:cNvSpPr>
              <a:spLocks noChangeArrowheads="1"/>
            </p:cNvSpPr>
            <p:nvPr/>
          </p:nvSpPr>
          <p:spPr bwMode="auto">
            <a:xfrm>
              <a:off x="720" y="2496"/>
              <a:ext cx="384" cy="384"/>
            </a:xfrm>
            <a:prstGeom prst="flowChartConnector">
              <a:avLst/>
            </a:prstGeom>
            <a:solidFill>
              <a:schemeClr val="accent1"/>
            </a:solidFill>
            <a:ln w="9525">
              <a:solidFill>
                <a:schemeClr val="tx1"/>
              </a:solidFill>
              <a:round/>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39945" name="Freeform 9">
              <a:extLst>
                <a:ext uri="{FF2B5EF4-FFF2-40B4-BE49-F238E27FC236}">
                  <a16:creationId xmlns:a16="http://schemas.microsoft.com/office/drawing/2014/main" id="{2CCB7A67-A4F7-5CCE-EF17-E40247CCC347}"/>
                </a:ext>
              </a:extLst>
            </p:cNvPr>
            <p:cNvSpPr>
              <a:spLocks/>
            </p:cNvSpPr>
            <p:nvPr/>
          </p:nvSpPr>
          <p:spPr bwMode="auto">
            <a:xfrm>
              <a:off x="1056" y="1272"/>
              <a:ext cx="3456" cy="1320"/>
            </a:xfrm>
            <a:custGeom>
              <a:avLst/>
              <a:gdLst>
                <a:gd name="T0" fmla="*/ 0 w 3456"/>
                <a:gd name="T1" fmla="*/ 1320 h 1320"/>
                <a:gd name="T2" fmla="*/ 672 w 3456"/>
                <a:gd name="T3" fmla="*/ 840 h 1320"/>
                <a:gd name="T4" fmla="*/ 1104 w 3456"/>
                <a:gd name="T5" fmla="*/ 1176 h 1320"/>
                <a:gd name="T6" fmla="*/ 1680 w 3456"/>
                <a:gd name="T7" fmla="*/ 984 h 1320"/>
                <a:gd name="T8" fmla="*/ 1824 w 3456"/>
                <a:gd name="T9" fmla="*/ 408 h 1320"/>
                <a:gd name="T10" fmla="*/ 1296 w 3456"/>
                <a:gd name="T11" fmla="*/ 360 h 1320"/>
                <a:gd name="T12" fmla="*/ 1584 w 3456"/>
                <a:gd name="T13" fmla="*/ 24 h 1320"/>
                <a:gd name="T14" fmla="*/ 2112 w 3456"/>
                <a:gd name="T15" fmla="*/ 216 h 1320"/>
                <a:gd name="T16" fmla="*/ 2736 w 3456"/>
                <a:gd name="T17" fmla="*/ 264 h 1320"/>
                <a:gd name="T18" fmla="*/ 2736 w 3456"/>
                <a:gd name="T19" fmla="*/ 792 h 1320"/>
                <a:gd name="T20" fmla="*/ 3120 w 3456"/>
                <a:gd name="T21" fmla="*/ 792 h 1320"/>
                <a:gd name="T22" fmla="*/ 3456 w 3456"/>
                <a:gd name="T23" fmla="*/ 1080 h 13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56"/>
                <a:gd name="T37" fmla="*/ 0 h 1320"/>
                <a:gd name="T38" fmla="*/ 3456 w 3456"/>
                <a:gd name="T39" fmla="*/ 1320 h 13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56" h="1320">
                  <a:moveTo>
                    <a:pt x="0" y="1320"/>
                  </a:moveTo>
                  <a:cubicBezTo>
                    <a:pt x="244" y="1092"/>
                    <a:pt x="488" y="864"/>
                    <a:pt x="672" y="840"/>
                  </a:cubicBezTo>
                  <a:cubicBezTo>
                    <a:pt x="856" y="816"/>
                    <a:pt x="936" y="1152"/>
                    <a:pt x="1104" y="1176"/>
                  </a:cubicBezTo>
                  <a:cubicBezTo>
                    <a:pt x="1272" y="1200"/>
                    <a:pt x="1560" y="1112"/>
                    <a:pt x="1680" y="984"/>
                  </a:cubicBezTo>
                  <a:cubicBezTo>
                    <a:pt x="1800" y="856"/>
                    <a:pt x="1888" y="512"/>
                    <a:pt x="1824" y="408"/>
                  </a:cubicBezTo>
                  <a:cubicBezTo>
                    <a:pt x="1760" y="304"/>
                    <a:pt x="1336" y="424"/>
                    <a:pt x="1296" y="360"/>
                  </a:cubicBezTo>
                  <a:cubicBezTo>
                    <a:pt x="1256" y="296"/>
                    <a:pt x="1448" y="48"/>
                    <a:pt x="1584" y="24"/>
                  </a:cubicBezTo>
                  <a:cubicBezTo>
                    <a:pt x="1720" y="0"/>
                    <a:pt x="1920" y="176"/>
                    <a:pt x="2112" y="216"/>
                  </a:cubicBezTo>
                  <a:cubicBezTo>
                    <a:pt x="2304" y="256"/>
                    <a:pt x="2632" y="168"/>
                    <a:pt x="2736" y="264"/>
                  </a:cubicBezTo>
                  <a:cubicBezTo>
                    <a:pt x="2840" y="360"/>
                    <a:pt x="2672" y="704"/>
                    <a:pt x="2736" y="792"/>
                  </a:cubicBezTo>
                  <a:cubicBezTo>
                    <a:pt x="2800" y="880"/>
                    <a:pt x="3000" y="744"/>
                    <a:pt x="3120" y="792"/>
                  </a:cubicBezTo>
                  <a:cubicBezTo>
                    <a:pt x="3240" y="840"/>
                    <a:pt x="3400" y="1032"/>
                    <a:pt x="3456" y="10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946" name="Oval 10">
              <a:extLst>
                <a:ext uri="{FF2B5EF4-FFF2-40B4-BE49-F238E27FC236}">
                  <a16:creationId xmlns:a16="http://schemas.microsoft.com/office/drawing/2014/main" id="{2828E163-1DC2-778B-CBBF-518E923D4783}"/>
                </a:ext>
              </a:extLst>
            </p:cNvPr>
            <p:cNvSpPr>
              <a:spLocks noChangeArrowheads="1"/>
            </p:cNvSpPr>
            <p:nvPr/>
          </p:nvSpPr>
          <p:spPr bwMode="auto">
            <a:xfrm>
              <a:off x="2112" y="1056"/>
              <a:ext cx="1248" cy="816"/>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5F2EE2C-7630-7406-F0E8-3EBCA6C287B1}"/>
              </a:ext>
            </a:extLst>
          </p:cNvPr>
          <p:cNvSpPr>
            <a:spLocks noGrp="1" noChangeArrowheads="1"/>
          </p:cNvSpPr>
          <p:nvPr>
            <p:ph type="title"/>
          </p:nvPr>
        </p:nvSpPr>
        <p:spPr/>
        <p:txBody>
          <a:bodyPr/>
          <a:lstStyle/>
          <a:p>
            <a:pPr eaLnBrk="1" hangingPunct="1"/>
            <a:r>
              <a:rPr lang="en-US" altLang="en-US"/>
              <a:t>four golden rules</a:t>
            </a:r>
          </a:p>
        </p:txBody>
      </p:sp>
      <p:sp>
        <p:nvSpPr>
          <p:cNvPr id="40963" name="Rectangle 3">
            <a:extLst>
              <a:ext uri="{FF2B5EF4-FFF2-40B4-BE49-F238E27FC236}">
                <a16:creationId xmlns:a16="http://schemas.microsoft.com/office/drawing/2014/main" id="{9B79ED18-54DA-AEA0-D329-38EA18B634D6}"/>
              </a:ext>
            </a:extLst>
          </p:cNvPr>
          <p:cNvSpPr>
            <a:spLocks noGrp="1" noChangeArrowheads="1"/>
          </p:cNvSpPr>
          <p:nvPr>
            <p:ph type="body" idx="1"/>
          </p:nvPr>
        </p:nvSpPr>
        <p:spPr/>
        <p:txBody>
          <a:bodyPr/>
          <a:lstStyle/>
          <a:p>
            <a:pPr eaLnBrk="1" hangingPunct="1"/>
            <a:r>
              <a:rPr lang="en-GB" altLang="en-US"/>
              <a:t>knowing where you are</a:t>
            </a:r>
          </a:p>
          <a:p>
            <a:pPr eaLnBrk="1" hangingPunct="1"/>
            <a:r>
              <a:rPr lang="en-GB" altLang="en-US"/>
              <a:t>knowing what you can do</a:t>
            </a:r>
          </a:p>
          <a:p>
            <a:pPr eaLnBrk="1" hangingPunct="1"/>
            <a:r>
              <a:rPr lang="en-GB" altLang="en-US"/>
              <a:t>knowing where  you are going</a:t>
            </a:r>
          </a:p>
          <a:p>
            <a:pPr lvl="1" eaLnBrk="1" hangingPunct="1"/>
            <a:r>
              <a:rPr lang="en-US" altLang="en-US"/>
              <a:t>or what will happen</a:t>
            </a:r>
          </a:p>
          <a:p>
            <a:pPr eaLnBrk="1" hangingPunct="1"/>
            <a:r>
              <a:rPr lang="en-GB" altLang="en-US"/>
              <a:t>knowing where you’ve been</a:t>
            </a:r>
          </a:p>
          <a:p>
            <a:pPr lvl="1" eaLnBrk="1" hangingPunct="1"/>
            <a:r>
              <a:rPr lang="en-GB" altLang="en-US"/>
              <a:t>or what you’ve done</a:t>
            </a:r>
          </a:p>
          <a:p>
            <a:pPr lvl="1" eaLnBrk="1" hangingPunct="1"/>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710F9FD-D764-4584-628E-5EAB7F5F408F}"/>
              </a:ext>
            </a:extLst>
          </p:cNvPr>
          <p:cNvSpPr>
            <a:spLocks noGrp="1" noChangeArrowheads="1"/>
          </p:cNvSpPr>
          <p:nvPr>
            <p:ph type="title"/>
          </p:nvPr>
        </p:nvSpPr>
        <p:spPr/>
        <p:txBody>
          <a:bodyPr/>
          <a:lstStyle/>
          <a:p>
            <a:pPr eaLnBrk="1" hangingPunct="1"/>
            <a:r>
              <a:rPr lang="en-GB" altLang="en-US"/>
              <a:t>where you are – breadcrumbs</a:t>
            </a:r>
          </a:p>
        </p:txBody>
      </p:sp>
      <p:sp>
        <p:nvSpPr>
          <p:cNvPr id="41987" name="Rectangle 3">
            <a:extLst>
              <a:ext uri="{FF2B5EF4-FFF2-40B4-BE49-F238E27FC236}">
                <a16:creationId xmlns:a16="http://schemas.microsoft.com/office/drawing/2014/main" id="{DB87D25C-9A27-9A5F-3739-12148447A148}"/>
              </a:ext>
            </a:extLst>
          </p:cNvPr>
          <p:cNvSpPr>
            <a:spLocks noGrp="1" noChangeArrowheads="1"/>
          </p:cNvSpPr>
          <p:nvPr>
            <p:ph type="body" idx="1"/>
          </p:nvPr>
        </p:nvSpPr>
        <p:spPr/>
        <p:txBody>
          <a:bodyPr/>
          <a:lstStyle/>
          <a:p>
            <a:pPr eaLnBrk="1" hangingPunct="1">
              <a:buFontTx/>
              <a:buChar char=" "/>
            </a:pPr>
            <a:endParaRPr lang="en-GB" altLang="en-US" sz="1200"/>
          </a:p>
          <a:p>
            <a:pPr eaLnBrk="1" hangingPunct="1">
              <a:buFontTx/>
              <a:buChar char=" "/>
            </a:pPr>
            <a:r>
              <a:rPr lang="en-GB" altLang="en-US" sz="2400"/>
              <a:t>shows path through web site hierarchy</a:t>
            </a:r>
          </a:p>
        </p:txBody>
      </p:sp>
      <p:pic>
        <p:nvPicPr>
          <p:cNvPr id="41988" name="Picture 4" descr="breadcrumbs.pict                                               0004DD73Macintosh HD                   ABA78158:">
            <a:extLst>
              <a:ext uri="{FF2B5EF4-FFF2-40B4-BE49-F238E27FC236}">
                <a16:creationId xmlns:a16="http://schemas.microsoft.com/office/drawing/2014/main" id="{1483B812-2B4D-CDF7-09D2-9AC9C0204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86200"/>
            <a:ext cx="7138988"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8">
            <a:extLst>
              <a:ext uri="{FF2B5EF4-FFF2-40B4-BE49-F238E27FC236}">
                <a16:creationId xmlns:a16="http://schemas.microsoft.com/office/drawing/2014/main" id="{796E8887-B18C-81EC-D323-527CCBDB34CB}"/>
              </a:ext>
            </a:extLst>
          </p:cNvPr>
          <p:cNvGrpSpPr>
            <a:grpSpLocks/>
          </p:cNvGrpSpPr>
          <p:nvPr/>
        </p:nvGrpSpPr>
        <p:grpSpPr bwMode="auto">
          <a:xfrm>
            <a:off x="457200" y="3352800"/>
            <a:ext cx="1600200" cy="762000"/>
            <a:chOff x="288" y="2112"/>
            <a:chExt cx="1008" cy="480"/>
          </a:xfrm>
        </p:grpSpPr>
        <p:sp>
          <p:nvSpPr>
            <p:cNvPr id="42004" name="Text Box 5">
              <a:extLst>
                <a:ext uri="{FF2B5EF4-FFF2-40B4-BE49-F238E27FC236}">
                  <a16:creationId xmlns:a16="http://schemas.microsoft.com/office/drawing/2014/main" id="{CB5D77DE-091B-AB96-4824-0935196C9F3C}"/>
                </a:ext>
              </a:extLst>
            </p:cNvPr>
            <p:cNvSpPr txBox="1">
              <a:spLocks noChangeArrowheads="1"/>
            </p:cNvSpPr>
            <p:nvPr/>
          </p:nvSpPr>
          <p:spPr bwMode="auto">
            <a:xfrm>
              <a:off x="288" y="2112"/>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2000">
                  <a:solidFill>
                    <a:srgbClr val="2E005D"/>
                  </a:solidFill>
                  <a:latin typeface="Arial" panose="020B0604020202020204" pitchFamily="34" charset="0"/>
                </a:rPr>
                <a:t>web site</a:t>
              </a:r>
            </a:p>
          </p:txBody>
        </p:sp>
        <p:sp>
          <p:nvSpPr>
            <p:cNvPr id="42005" name="Line 10">
              <a:extLst>
                <a:ext uri="{FF2B5EF4-FFF2-40B4-BE49-F238E27FC236}">
                  <a16:creationId xmlns:a16="http://schemas.microsoft.com/office/drawing/2014/main" id="{713E20A1-F80A-9C35-3D03-8C36CD92B4F8}"/>
                </a:ext>
              </a:extLst>
            </p:cNvPr>
            <p:cNvSpPr>
              <a:spLocks noChangeShapeType="1"/>
            </p:cNvSpPr>
            <p:nvPr/>
          </p:nvSpPr>
          <p:spPr bwMode="auto">
            <a:xfrm>
              <a:off x="864" y="2352"/>
              <a:ext cx="432" cy="240"/>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19">
            <a:extLst>
              <a:ext uri="{FF2B5EF4-FFF2-40B4-BE49-F238E27FC236}">
                <a16:creationId xmlns:a16="http://schemas.microsoft.com/office/drawing/2014/main" id="{DE75E532-1E05-91F5-16EB-8FA0657E4940}"/>
              </a:ext>
            </a:extLst>
          </p:cNvPr>
          <p:cNvGrpSpPr>
            <a:grpSpLocks/>
          </p:cNvGrpSpPr>
          <p:nvPr/>
        </p:nvGrpSpPr>
        <p:grpSpPr bwMode="auto">
          <a:xfrm>
            <a:off x="1752600" y="2971800"/>
            <a:ext cx="2173288" cy="1066800"/>
            <a:chOff x="1104" y="1872"/>
            <a:chExt cx="1369" cy="672"/>
          </a:xfrm>
        </p:grpSpPr>
        <p:sp>
          <p:nvSpPr>
            <p:cNvPr id="42002" name="Text Box 6">
              <a:extLst>
                <a:ext uri="{FF2B5EF4-FFF2-40B4-BE49-F238E27FC236}">
                  <a16:creationId xmlns:a16="http://schemas.microsoft.com/office/drawing/2014/main" id="{BF532474-27CE-9BCE-F53E-2A802CC15C19}"/>
                </a:ext>
              </a:extLst>
            </p:cNvPr>
            <p:cNvSpPr txBox="1">
              <a:spLocks noChangeArrowheads="1"/>
            </p:cNvSpPr>
            <p:nvPr/>
          </p:nvSpPr>
          <p:spPr bwMode="auto">
            <a:xfrm>
              <a:off x="1104" y="1872"/>
              <a:ext cx="13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2000">
                  <a:solidFill>
                    <a:srgbClr val="2E005D"/>
                  </a:solidFill>
                  <a:latin typeface="Arial" panose="020B0604020202020204" pitchFamily="34" charset="0"/>
                </a:rPr>
                <a:t>top level category</a:t>
              </a:r>
            </a:p>
          </p:txBody>
        </p:sp>
        <p:sp>
          <p:nvSpPr>
            <p:cNvPr id="42003" name="Line 12">
              <a:extLst>
                <a:ext uri="{FF2B5EF4-FFF2-40B4-BE49-F238E27FC236}">
                  <a16:creationId xmlns:a16="http://schemas.microsoft.com/office/drawing/2014/main" id="{CDB2C171-5B43-8F39-A1E8-E2FABEBFB8B0}"/>
                </a:ext>
              </a:extLst>
            </p:cNvPr>
            <p:cNvSpPr>
              <a:spLocks noChangeShapeType="1"/>
            </p:cNvSpPr>
            <p:nvPr/>
          </p:nvSpPr>
          <p:spPr bwMode="auto">
            <a:xfrm>
              <a:off x="1824" y="2112"/>
              <a:ext cx="336" cy="432"/>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20">
            <a:extLst>
              <a:ext uri="{FF2B5EF4-FFF2-40B4-BE49-F238E27FC236}">
                <a16:creationId xmlns:a16="http://schemas.microsoft.com/office/drawing/2014/main" id="{178EA711-252E-0645-CE25-923788672CE0}"/>
              </a:ext>
            </a:extLst>
          </p:cNvPr>
          <p:cNvGrpSpPr>
            <a:grpSpLocks/>
          </p:cNvGrpSpPr>
          <p:nvPr/>
        </p:nvGrpSpPr>
        <p:grpSpPr bwMode="auto">
          <a:xfrm>
            <a:off x="4191000" y="3048000"/>
            <a:ext cx="1651000" cy="990600"/>
            <a:chOff x="2640" y="1920"/>
            <a:chExt cx="1040" cy="624"/>
          </a:xfrm>
        </p:grpSpPr>
        <p:sp>
          <p:nvSpPr>
            <p:cNvPr id="42000" name="Text Box 7">
              <a:extLst>
                <a:ext uri="{FF2B5EF4-FFF2-40B4-BE49-F238E27FC236}">
                  <a16:creationId xmlns:a16="http://schemas.microsoft.com/office/drawing/2014/main" id="{9CDF1B65-F286-8A4E-D820-2E3CE31118AE}"/>
                </a:ext>
              </a:extLst>
            </p:cNvPr>
            <p:cNvSpPr txBox="1">
              <a:spLocks noChangeArrowheads="1"/>
            </p:cNvSpPr>
            <p:nvPr/>
          </p:nvSpPr>
          <p:spPr bwMode="auto">
            <a:xfrm>
              <a:off x="2640" y="1920"/>
              <a:ext cx="10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2000">
                  <a:solidFill>
                    <a:srgbClr val="2E005D"/>
                  </a:solidFill>
                  <a:latin typeface="Arial" panose="020B0604020202020204" pitchFamily="34" charset="0"/>
                </a:rPr>
                <a:t>sub-category</a:t>
              </a:r>
            </a:p>
          </p:txBody>
        </p:sp>
        <p:sp>
          <p:nvSpPr>
            <p:cNvPr id="42001" name="Line 13">
              <a:extLst>
                <a:ext uri="{FF2B5EF4-FFF2-40B4-BE49-F238E27FC236}">
                  <a16:creationId xmlns:a16="http://schemas.microsoft.com/office/drawing/2014/main" id="{6205E69D-0A49-5E34-611E-A6FD1675F731}"/>
                </a:ext>
              </a:extLst>
            </p:cNvPr>
            <p:cNvSpPr>
              <a:spLocks noChangeShapeType="1"/>
            </p:cNvSpPr>
            <p:nvPr/>
          </p:nvSpPr>
          <p:spPr bwMode="auto">
            <a:xfrm flipH="1">
              <a:off x="2832" y="2208"/>
              <a:ext cx="240" cy="336"/>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21">
            <a:extLst>
              <a:ext uri="{FF2B5EF4-FFF2-40B4-BE49-F238E27FC236}">
                <a16:creationId xmlns:a16="http://schemas.microsoft.com/office/drawing/2014/main" id="{7B714FDC-6126-28C1-39AE-9EBFBD7ACAC0}"/>
              </a:ext>
            </a:extLst>
          </p:cNvPr>
          <p:cNvGrpSpPr>
            <a:grpSpLocks/>
          </p:cNvGrpSpPr>
          <p:nvPr/>
        </p:nvGrpSpPr>
        <p:grpSpPr bwMode="auto">
          <a:xfrm>
            <a:off x="5257800" y="3352800"/>
            <a:ext cx="2052638" cy="762000"/>
            <a:chOff x="3312" y="2112"/>
            <a:chExt cx="1293" cy="480"/>
          </a:xfrm>
        </p:grpSpPr>
        <p:sp>
          <p:nvSpPr>
            <p:cNvPr id="41998" name="Text Box 8">
              <a:extLst>
                <a:ext uri="{FF2B5EF4-FFF2-40B4-BE49-F238E27FC236}">
                  <a16:creationId xmlns:a16="http://schemas.microsoft.com/office/drawing/2014/main" id="{9E6ADDB4-ABBB-FFF7-A8F1-085FACFAAA6E}"/>
                </a:ext>
              </a:extLst>
            </p:cNvPr>
            <p:cNvSpPr txBox="1">
              <a:spLocks noChangeArrowheads="1"/>
            </p:cNvSpPr>
            <p:nvPr/>
          </p:nvSpPr>
          <p:spPr bwMode="auto">
            <a:xfrm>
              <a:off x="3840" y="2112"/>
              <a:ext cx="7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2000">
                  <a:solidFill>
                    <a:srgbClr val="2E005D"/>
                  </a:solidFill>
                  <a:latin typeface="Arial" panose="020B0604020202020204" pitchFamily="34" charset="0"/>
                </a:rPr>
                <a:t>this page</a:t>
              </a:r>
            </a:p>
          </p:txBody>
        </p:sp>
        <p:sp>
          <p:nvSpPr>
            <p:cNvPr id="41999" name="Line 14">
              <a:extLst>
                <a:ext uri="{FF2B5EF4-FFF2-40B4-BE49-F238E27FC236}">
                  <a16:creationId xmlns:a16="http://schemas.microsoft.com/office/drawing/2014/main" id="{1764709F-DEF3-FF62-D08F-6DFC70809E05}"/>
                </a:ext>
              </a:extLst>
            </p:cNvPr>
            <p:cNvSpPr>
              <a:spLocks noChangeShapeType="1"/>
            </p:cNvSpPr>
            <p:nvPr/>
          </p:nvSpPr>
          <p:spPr bwMode="auto">
            <a:xfrm flipH="1">
              <a:off x="3312" y="2304"/>
              <a:ext cx="528" cy="288"/>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23">
            <a:extLst>
              <a:ext uri="{FF2B5EF4-FFF2-40B4-BE49-F238E27FC236}">
                <a16:creationId xmlns:a16="http://schemas.microsoft.com/office/drawing/2014/main" id="{4C236033-CD61-8371-728D-FE8C9A5AFA33}"/>
              </a:ext>
            </a:extLst>
          </p:cNvPr>
          <p:cNvGrpSpPr>
            <a:grpSpLocks/>
          </p:cNvGrpSpPr>
          <p:nvPr/>
        </p:nvGrpSpPr>
        <p:grpSpPr bwMode="auto">
          <a:xfrm>
            <a:off x="304800" y="4343400"/>
            <a:ext cx="4419600" cy="1997075"/>
            <a:chOff x="192" y="2736"/>
            <a:chExt cx="2784" cy="1258"/>
          </a:xfrm>
        </p:grpSpPr>
        <p:sp>
          <p:nvSpPr>
            <p:cNvPr id="41994" name="AutoShape 15">
              <a:extLst>
                <a:ext uri="{FF2B5EF4-FFF2-40B4-BE49-F238E27FC236}">
                  <a16:creationId xmlns:a16="http://schemas.microsoft.com/office/drawing/2014/main" id="{D64CA09E-2B35-D87A-040B-BB29874C0727}"/>
                </a:ext>
              </a:extLst>
            </p:cNvPr>
            <p:cNvSpPr>
              <a:spLocks/>
            </p:cNvSpPr>
            <p:nvPr/>
          </p:nvSpPr>
          <p:spPr bwMode="auto">
            <a:xfrm rot="-5400000">
              <a:off x="2040" y="1896"/>
              <a:ext cx="96" cy="1776"/>
            </a:xfrm>
            <a:prstGeom prst="leftBrace">
              <a:avLst>
                <a:gd name="adj1" fmla="val 92500"/>
                <a:gd name="adj2" fmla="val 49444"/>
              </a:avLst>
            </a:prstGeom>
            <a:noFill/>
            <a:ln w="381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41995" name="Group 22">
              <a:extLst>
                <a:ext uri="{FF2B5EF4-FFF2-40B4-BE49-F238E27FC236}">
                  <a16:creationId xmlns:a16="http://schemas.microsoft.com/office/drawing/2014/main" id="{53EA345C-64AE-BAD6-8538-26D11C7D7B74}"/>
                </a:ext>
              </a:extLst>
            </p:cNvPr>
            <p:cNvGrpSpPr>
              <a:grpSpLocks/>
            </p:cNvGrpSpPr>
            <p:nvPr/>
          </p:nvGrpSpPr>
          <p:grpSpPr bwMode="auto">
            <a:xfrm>
              <a:off x="192" y="2832"/>
              <a:ext cx="1824" cy="1162"/>
              <a:chOff x="192" y="2832"/>
              <a:chExt cx="1824" cy="1162"/>
            </a:xfrm>
          </p:grpSpPr>
          <p:sp>
            <p:nvSpPr>
              <p:cNvPr id="41996" name="Text Box 16">
                <a:extLst>
                  <a:ext uri="{FF2B5EF4-FFF2-40B4-BE49-F238E27FC236}">
                    <a16:creationId xmlns:a16="http://schemas.microsoft.com/office/drawing/2014/main" id="{7813E99A-1957-FC56-C6AF-51D49336D933}"/>
                  </a:ext>
                </a:extLst>
              </p:cNvPr>
              <p:cNvSpPr txBox="1">
                <a:spLocks noChangeArrowheads="1"/>
              </p:cNvSpPr>
              <p:nvPr/>
            </p:nvSpPr>
            <p:spPr bwMode="auto">
              <a:xfrm>
                <a:off x="192" y="3360"/>
                <a:ext cx="73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2000">
                    <a:solidFill>
                      <a:srgbClr val="2E005D"/>
                    </a:solidFill>
                    <a:latin typeface="Arial" panose="020B0604020202020204" pitchFamily="34" charset="0"/>
                  </a:rPr>
                  <a:t>live links</a:t>
                </a:r>
              </a:p>
              <a:p>
                <a:pPr algn="ctr"/>
                <a:r>
                  <a:rPr lang="en-GB" altLang="en-US" sz="2000">
                    <a:solidFill>
                      <a:srgbClr val="2E005D"/>
                    </a:solidFill>
                    <a:latin typeface="Arial" panose="020B0604020202020204" pitchFamily="34" charset="0"/>
                  </a:rPr>
                  <a:t>to higher</a:t>
                </a:r>
              </a:p>
              <a:p>
                <a:pPr algn="ctr"/>
                <a:r>
                  <a:rPr lang="en-GB" altLang="en-US" sz="2000">
                    <a:solidFill>
                      <a:srgbClr val="2E005D"/>
                    </a:solidFill>
                    <a:latin typeface="Arial" panose="020B0604020202020204" pitchFamily="34" charset="0"/>
                  </a:rPr>
                  <a:t>levels</a:t>
                </a:r>
              </a:p>
            </p:txBody>
          </p:sp>
          <p:sp>
            <p:nvSpPr>
              <p:cNvPr id="41997" name="Line 17">
                <a:extLst>
                  <a:ext uri="{FF2B5EF4-FFF2-40B4-BE49-F238E27FC236}">
                    <a16:creationId xmlns:a16="http://schemas.microsoft.com/office/drawing/2014/main" id="{97E6468C-EDFD-3336-D037-A6732CFD5788}"/>
                  </a:ext>
                </a:extLst>
              </p:cNvPr>
              <p:cNvSpPr>
                <a:spLocks noChangeShapeType="1"/>
              </p:cNvSpPr>
              <p:nvPr/>
            </p:nvSpPr>
            <p:spPr bwMode="auto">
              <a:xfrm flipV="1">
                <a:off x="912" y="2832"/>
                <a:ext cx="1104" cy="720"/>
              </a:xfrm>
              <a:prstGeom prst="line">
                <a:avLst/>
              </a:prstGeom>
              <a:noFill/>
              <a:ln w="571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5A4D5B6-BE5D-482E-8E7E-72F087D066FA}"/>
              </a:ext>
            </a:extLst>
          </p:cNvPr>
          <p:cNvSpPr>
            <a:spLocks noGrp="1" noChangeArrowheads="1"/>
          </p:cNvSpPr>
          <p:nvPr>
            <p:ph type="title"/>
          </p:nvPr>
        </p:nvSpPr>
        <p:spPr/>
        <p:txBody>
          <a:bodyPr/>
          <a:lstStyle/>
          <a:p>
            <a:pPr eaLnBrk="1" hangingPunct="1"/>
            <a:r>
              <a:rPr lang="en-US" altLang="en-US"/>
              <a:t>beware the big button trap</a:t>
            </a:r>
            <a:endParaRPr lang="en-GB" altLang="en-US"/>
          </a:p>
        </p:txBody>
      </p:sp>
      <p:sp>
        <p:nvSpPr>
          <p:cNvPr id="43011" name="Rectangle 3">
            <a:extLst>
              <a:ext uri="{FF2B5EF4-FFF2-40B4-BE49-F238E27FC236}">
                <a16:creationId xmlns:a16="http://schemas.microsoft.com/office/drawing/2014/main" id="{F30A97F3-9CB8-6144-A1C3-D617D7B26E1E}"/>
              </a:ext>
            </a:extLst>
          </p:cNvPr>
          <p:cNvSpPr>
            <a:spLocks noGrp="1" noChangeArrowheads="1"/>
          </p:cNvSpPr>
          <p:nvPr>
            <p:ph type="body" idx="1"/>
          </p:nvPr>
        </p:nvSpPr>
        <p:spPr>
          <a:xfrm>
            <a:off x="685800" y="5181600"/>
            <a:ext cx="7772400" cy="914400"/>
          </a:xfrm>
        </p:spPr>
        <p:txBody>
          <a:bodyPr/>
          <a:lstStyle/>
          <a:p>
            <a:pPr eaLnBrk="1" hangingPunct="1">
              <a:lnSpc>
                <a:spcPct val="90000"/>
              </a:lnSpc>
            </a:pPr>
            <a:r>
              <a:rPr lang="en-GB" altLang="en-US"/>
              <a:t>where do they go?</a:t>
            </a:r>
          </a:p>
          <a:p>
            <a:pPr lvl="1" eaLnBrk="1" hangingPunct="1">
              <a:lnSpc>
                <a:spcPct val="90000"/>
              </a:lnSpc>
            </a:pPr>
            <a:r>
              <a:rPr lang="en-GB" altLang="en-US"/>
              <a:t>lots of room for extra text!</a:t>
            </a:r>
          </a:p>
        </p:txBody>
      </p:sp>
      <p:grpSp>
        <p:nvGrpSpPr>
          <p:cNvPr id="43012" name="Group 6">
            <a:extLst>
              <a:ext uri="{FF2B5EF4-FFF2-40B4-BE49-F238E27FC236}">
                <a16:creationId xmlns:a16="http://schemas.microsoft.com/office/drawing/2014/main" id="{B70F22C5-81C1-226F-0A53-2716D00D0E5B}"/>
              </a:ext>
            </a:extLst>
          </p:cNvPr>
          <p:cNvGrpSpPr>
            <a:grpSpLocks/>
          </p:cNvGrpSpPr>
          <p:nvPr/>
        </p:nvGrpSpPr>
        <p:grpSpPr bwMode="auto">
          <a:xfrm>
            <a:off x="2019300" y="1790700"/>
            <a:ext cx="5143500" cy="3162300"/>
            <a:chOff x="984" y="1296"/>
            <a:chExt cx="3240" cy="1992"/>
          </a:xfrm>
        </p:grpSpPr>
        <p:sp>
          <p:nvSpPr>
            <p:cNvPr id="43014" name="AutoShape 7">
              <a:extLst>
                <a:ext uri="{FF2B5EF4-FFF2-40B4-BE49-F238E27FC236}">
                  <a16:creationId xmlns:a16="http://schemas.microsoft.com/office/drawing/2014/main" id="{08137025-ECAA-4B95-CF8F-CB7207DB4091}"/>
                </a:ext>
              </a:extLst>
            </p:cNvPr>
            <p:cNvSpPr>
              <a:spLocks noChangeArrowheads="1"/>
            </p:cNvSpPr>
            <p:nvPr/>
          </p:nvSpPr>
          <p:spPr bwMode="auto">
            <a:xfrm>
              <a:off x="984" y="1296"/>
              <a:ext cx="1392" cy="864"/>
            </a:xfrm>
            <a:prstGeom prst="bevel">
              <a:avLst>
                <a:gd name="adj" fmla="val 125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things</a:t>
              </a:r>
            </a:p>
          </p:txBody>
        </p:sp>
        <p:sp>
          <p:nvSpPr>
            <p:cNvPr id="43015" name="AutoShape 8">
              <a:extLst>
                <a:ext uri="{FF2B5EF4-FFF2-40B4-BE49-F238E27FC236}">
                  <a16:creationId xmlns:a16="http://schemas.microsoft.com/office/drawing/2014/main" id="{C4FBF988-E9BA-D608-DDE4-16F0425DDAEA}"/>
                </a:ext>
              </a:extLst>
            </p:cNvPr>
            <p:cNvSpPr>
              <a:spLocks noChangeArrowheads="1"/>
            </p:cNvSpPr>
            <p:nvPr/>
          </p:nvSpPr>
          <p:spPr bwMode="auto">
            <a:xfrm>
              <a:off x="2832" y="2424"/>
              <a:ext cx="1392" cy="864"/>
            </a:xfrm>
            <a:prstGeom prst="bevel">
              <a:avLst>
                <a:gd name="adj" fmla="val 125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the thing from</a:t>
              </a:r>
            </a:p>
            <a:p>
              <a:pPr algn="ctr"/>
              <a:r>
                <a:rPr lang="en-US" altLang="en-US">
                  <a:latin typeface="Times New Roman" panose="02020603050405020304" pitchFamily="18" charset="0"/>
                </a:rPr>
                <a:t>outer space</a:t>
              </a:r>
            </a:p>
          </p:txBody>
        </p:sp>
        <p:sp>
          <p:nvSpPr>
            <p:cNvPr id="43016" name="AutoShape 9">
              <a:extLst>
                <a:ext uri="{FF2B5EF4-FFF2-40B4-BE49-F238E27FC236}">
                  <a16:creationId xmlns:a16="http://schemas.microsoft.com/office/drawing/2014/main" id="{61A459D3-94A8-1A4B-A23E-1B9A8A2E95EB}"/>
                </a:ext>
              </a:extLst>
            </p:cNvPr>
            <p:cNvSpPr>
              <a:spLocks noChangeArrowheads="1"/>
            </p:cNvSpPr>
            <p:nvPr/>
          </p:nvSpPr>
          <p:spPr bwMode="auto">
            <a:xfrm>
              <a:off x="984" y="2424"/>
              <a:ext cx="1392" cy="864"/>
            </a:xfrm>
            <a:prstGeom prst="bevel">
              <a:avLst>
                <a:gd name="adj" fmla="val 125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more things</a:t>
              </a:r>
            </a:p>
          </p:txBody>
        </p:sp>
        <p:sp>
          <p:nvSpPr>
            <p:cNvPr id="43017" name="AutoShape 10">
              <a:extLst>
                <a:ext uri="{FF2B5EF4-FFF2-40B4-BE49-F238E27FC236}">
                  <a16:creationId xmlns:a16="http://schemas.microsoft.com/office/drawing/2014/main" id="{40AB88F6-0016-5AAA-91AA-4A691FB602A7}"/>
                </a:ext>
              </a:extLst>
            </p:cNvPr>
            <p:cNvSpPr>
              <a:spLocks noChangeArrowheads="1"/>
            </p:cNvSpPr>
            <p:nvPr/>
          </p:nvSpPr>
          <p:spPr bwMode="auto">
            <a:xfrm>
              <a:off x="2832" y="1296"/>
              <a:ext cx="1392" cy="864"/>
            </a:xfrm>
            <a:prstGeom prst="bevel">
              <a:avLst>
                <a:gd name="adj" fmla="val 1250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other things</a:t>
              </a:r>
            </a:p>
          </p:txBody>
        </p:sp>
      </p:grpSp>
      <p:pic>
        <p:nvPicPr>
          <p:cNvPr id="43013" name="Picture 11">
            <a:extLst>
              <a:ext uri="{FF2B5EF4-FFF2-40B4-BE49-F238E27FC236}">
                <a16:creationId xmlns:a16="http://schemas.microsoft.com/office/drawing/2014/main" id="{F1DC0725-0DA5-A591-F510-ABA43FA84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3CE3A51-BCDC-72AA-16B6-F5E771071D2F}"/>
              </a:ext>
            </a:extLst>
          </p:cNvPr>
          <p:cNvSpPr>
            <a:spLocks noGrp="1" noChangeArrowheads="1"/>
          </p:cNvSpPr>
          <p:nvPr>
            <p:ph type="ctrTitle"/>
          </p:nvPr>
        </p:nvSpPr>
        <p:spPr>
          <a:xfrm>
            <a:off x="609600" y="1524000"/>
            <a:ext cx="7772400" cy="1143000"/>
          </a:xfrm>
        </p:spPr>
        <p:txBody>
          <a:bodyPr/>
          <a:lstStyle/>
          <a:p>
            <a:pPr eaLnBrk="1" hangingPunct="1"/>
            <a:r>
              <a:rPr lang="en-US" altLang="en-US" sz="4800"/>
              <a:t>global</a:t>
            </a:r>
            <a:endParaRPr lang="en-US" altLang="en-US"/>
          </a:p>
        </p:txBody>
      </p:sp>
      <p:sp>
        <p:nvSpPr>
          <p:cNvPr id="46083" name="Rectangle 3">
            <a:extLst>
              <a:ext uri="{FF2B5EF4-FFF2-40B4-BE49-F238E27FC236}">
                <a16:creationId xmlns:a16="http://schemas.microsoft.com/office/drawing/2014/main" id="{A9D0E58F-9C9D-5DB9-8F55-449A70BF3ECE}"/>
              </a:ext>
            </a:extLst>
          </p:cNvPr>
          <p:cNvSpPr>
            <a:spLocks noGrp="1" noChangeArrowheads="1"/>
          </p:cNvSpPr>
          <p:nvPr>
            <p:ph type="subTitle" idx="1"/>
          </p:nvPr>
        </p:nvSpPr>
        <p:spPr>
          <a:xfrm>
            <a:off x="1371600" y="3352800"/>
            <a:ext cx="6400800" cy="1752600"/>
          </a:xfrm>
        </p:spPr>
        <p:txBody>
          <a:bodyPr/>
          <a:lstStyle/>
          <a:p>
            <a:pPr eaLnBrk="1" hangingPunct="1"/>
            <a:r>
              <a:rPr lang="en-US" altLang="en-US"/>
              <a:t>between screens</a:t>
            </a:r>
          </a:p>
          <a:p>
            <a:pPr eaLnBrk="1" hangingPunct="1"/>
            <a:r>
              <a:rPr lang="en-US" altLang="en-US"/>
              <a:t>within the application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799A8C5-402C-5130-0CB2-13341D6EC018}"/>
              </a:ext>
            </a:extLst>
          </p:cNvPr>
          <p:cNvSpPr>
            <a:spLocks noGrp="1" noChangeArrowheads="1"/>
          </p:cNvSpPr>
          <p:nvPr>
            <p:ph type="title"/>
          </p:nvPr>
        </p:nvSpPr>
        <p:spPr/>
        <p:txBody>
          <a:bodyPr/>
          <a:lstStyle/>
          <a:p>
            <a:pPr eaLnBrk="1" hangingPunct="1"/>
            <a:r>
              <a:rPr lang="en-US" altLang="en-US"/>
              <a:t>hierarchical diagrams </a:t>
            </a:r>
          </a:p>
        </p:txBody>
      </p:sp>
      <p:sp>
        <p:nvSpPr>
          <p:cNvPr id="47107" name="Rectangle 3">
            <a:extLst>
              <a:ext uri="{FF2B5EF4-FFF2-40B4-BE49-F238E27FC236}">
                <a16:creationId xmlns:a16="http://schemas.microsoft.com/office/drawing/2014/main" id="{5B236E57-5DEB-2AD3-E743-7B12A6C2B93A}"/>
              </a:ext>
            </a:extLst>
          </p:cNvPr>
          <p:cNvSpPr>
            <a:spLocks noGrp="1" noChangeArrowheads="1"/>
          </p:cNvSpPr>
          <p:nvPr>
            <p:ph type="body" idx="1"/>
          </p:nvPr>
        </p:nvSpPr>
        <p:spPr/>
        <p:txBody>
          <a:bodyPr/>
          <a:lstStyle/>
          <a:p>
            <a:pPr eaLnBrk="1" hangingPunct="1"/>
            <a:endParaRPr lang="en-US" altLang="en-US"/>
          </a:p>
        </p:txBody>
      </p:sp>
      <p:grpSp>
        <p:nvGrpSpPr>
          <p:cNvPr id="47108" name="Group 4">
            <a:extLst>
              <a:ext uri="{FF2B5EF4-FFF2-40B4-BE49-F238E27FC236}">
                <a16:creationId xmlns:a16="http://schemas.microsoft.com/office/drawing/2014/main" id="{00CE9ED4-B140-B92A-D7AE-4CB2E4D9ADD0}"/>
              </a:ext>
            </a:extLst>
          </p:cNvPr>
          <p:cNvGrpSpPr>
            <a:grpSpLocks/>
          </p:cNvGrpSpPr>
          <p:nvPr/>
        </p:nvGrpSpPr>
        <p:grpSpPr bwMode="auto">
          <a:xfrm>
            <a:off x="914400" y="1905000"/>
            <a:ext cx="7315200" cy="4343400"/>
            <a:chOff x="576" y="1200"/>
            <a:chExt cx="4608" cy="2736"/>
          </a:xfrm>
        </p:grpSpPr>
        <p:grpSp>
          <p:nvGrpSpPr>
            <p:cNvPr id="47109" name="Group 5">
              <a:extLst>
                <a:ext uri="{FF2B5EF4-FFF2-40B4-BE49-F238E27FC236}">
                  <a16:creationId xmlns:a16="http://schemas.microsoft.com/office/drawing/2014/main" id="{CEC13DE3-6B4D-1C36-6D7D-3A0EE15D73A4}"/>
                </a:ext>
              </a:extLst>
            </p:cNvPr>
            <p:cNvGrpSpPr>
              <a:grpSpLocks/>
            </p:cNvGrpSpPr>
            <p:nvPr/>
          </p:nvGrpSpPr>
          <p:grpSpPr bwMode="auto">
            <a:xfrm>
              <a:off x="576" y="1200"/>
              <a:ext cx="4608" cy="2736"/>
              <a:chOff x="576" y="1200"/>
              <a:chExt cx="4608" cy="2736"/>
            </a:xfrm>
          </p:grpSpPr>
          <p:grpSp>
            <p:nvGrpSpPr>
              <p:cNvPr id="47112" name="Group 6">
                <a:extLst>
                  <a:ext uri="{FF2B5EF4-FFF2-40B4-BE49-F238E27FC236}">
                    <a16:creationId xmlns:a16="http://schemas.microsoft.com/office/drawing/2014/main" id="{25CD3C9E-4AE8-5B66-EC01-CEE93D4287D6}"/>
                  </a:ext>
                </a:extLst>
              </p:cNvPr>
              <p:cNvGrpSpPr>
                <a:grpSpLocks/>
              </p:cNvGrpSpPr>
              <p:nvPr/>
            </p:nvGrpSpPr>
            <p:grpSpPr bwMode="auto">
              <a:xfrm>
                <a:off x="576" y="1200"/>
                <a:ext cx="4608" cy="2736"/>
                <a:chOff x="576" y="1200"/>
                <a:chExt cx="4608" cy="2736"/>
              </a:xfrm>
            </p:grpSpPr>
            <p:sp>
              <p:nvSpPr>
                <p:cNvPr id="47116" name="AutoShape 7">
                  <a:extLst>
                    <a:ext uri="{FF2B5EF4-FFF2-40B4-BE49-F238E27FC236}">
                      <a16:creationId xmlns:a16="http://schemas.microsoft.com/office/drawing/2014/main" id="{6C70A9D6-73AC-8CEA-F68E-D82DD03F735C}"/>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the system</a:t>
                  </a:r>
                </a:p>
              </p:txBody>
            </p:sp>
            <p:sp>
              <p:nvSpPr>
                <p:cNvPr id="47117" name="AutoShape 8">
                  <a:extLst>
                    <a:ext uri="{FF2B5EF4-FFF2-40B4-BE49-F238E27FC236}">
                      <a16:creationId xmlns:a16="http://schemas.microsoft.com/office/drawing/2014/main" id="{D168AC09-3EC0-4FDC-B9E4-E2ACD95419B3}"/>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info and help</a:t>
                  </a:r>
                </a:p>
              </p:txBody>
            </p:sp>
            <p:sp>
              <p:nvSpPr>
                <p:cNvPr id="47118" name="AutoShape 9">
                  <a:extLst>
                    <a:ext uri="{FF2B5EF4-FFF2-40B4-BE49-F238E27FC236}">
                      <a16:creationId xmlns:a16="http://schemas.microsoft.com/office/drawing/2014/main" id="{948D5273-52B1-2B31-28FD-373AE0B03304}"/>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management</a:t>
                  </a:r>
                </a:p>
              </p:txBody>
            </p:sp>
            <p:sp>
              <p:nvSpPr>
                <p:cNvPr id="47119" name="AutoShape 10">
                  <a:extLst>
                    <a:ext uri="{FF2B5EF4-FFF2-40B4-BE49-F238E27FC236}">
                      <a16:creationId xmlns:a16="http://schemas.microsoft.com/office/drawing/2014/main" id="{ABA35DB1-A986-C60E-14A7-8DF353282040}"/>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messages</a:t>
                  </a:r>
                </a:p>
              </p:txBody>
            </p:sp>
            <p:sp>
              <p:nvSpPr>
                <p:cNvPr id="47120" name="AutoShape 11">
                  <a:extLst>
                    <a:ext uri="{FF2B5EF4-FFF2-40B4-BE49-F238E27FC236}">
                      <a16:creationId xmlns:a16="http://schemas.microsoft.com/office/drawing/2014/main" id="{0469BE31-19F5-56C0-A6F9-3E7B496D2D2A}"/>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add user</a:t>
                  </a:r>
                </a:p>
              </p:txBody>
            </p:sp>
            <p:sp>
              <p:nvSpPr>
                <p:cNvPr id="47121" name="AutoShape 12">
                  <a:extLst>
                    <a:ext uri="{FF2B5EF4-FFF2-40B4-BE49-F238E27FC236}">
                      <a16:creationId xmlns:a16="http://schemas.microsoft.com/office/drawing/2014/main" id="{9422A571-CFFE-890E-2E63-3FFC3AA7A1C7}"/>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remove user</a:t>
                  </a:r>
                </a:p>
              </p:txBody>
            </p:sp>
          </p:grpSp>
          <p:cxnSp>
            <p:nvCxnSpPr>
              <p:cNvPr id="47113" name="AutoShape 13">
                <a:extLst>
                  <a:ext uri="{FF2B5EF4-FFF2-40B4-BE49-F238E27FC236}">
                    <a16:creationId xmlns:a16="http://schemas.microsoft.com/office/drawing/2014/main" id="{2E2DB42D-665A-4FDF-4843-3BC119EAC04D}"/>
                  </a:ext>
                </a:extLst>
              </p:cNvPr>
              <p:cNvCxnSpPr>
                <a:cxnSpLocks noChangeShapeType="1"/>
                <a:stCxn id="47116" idx="2"/>
                <a:endCxn id="47117"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7114" name="AutoShape 14">
                <a:extLst>
                  <a:ext uri="{FF2B5EF4-FFF2-40B4-BE49-F238E27FC236}">
                    <a16:creationId xmlns:a16="http://schemas.microsoft.com/office/drawing/2014/main" id="{95D3124D-1A6F-03B1-2AC2-D6CAD3526B7A}"/>
                  </a:ext>
                </a:extLst>
              </p:cNvPr>
              <p:cNvCxnSpPr>
                <a:cxnSpLocks noChangeShapeType="1"/>
                <a:stCxn id="47116" idx="2"/>
                <a:endCxn id="47119"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7115" name="AutoShape 15">
                <a:extLst>
                  <a:ext uri="{FF2B5EF4-FFF2-40B4-BE49-F238E27FC236}">
                    <a16:creationId xmlns:a16="http://schemas.microsoft.com/office/drawing/2014/main" id="{BCA1F886-2291-9333-C45D-37FC03AFF536}"/>
                  </a:ext>
                </a:extLst>
              </p:cNvPr>
              <p:cNvCxnSpPr>
                <a:cxnSpLocks noChangeShapeType="1"/>
                <a:stCxn id="47116" idx="2"/>
                <a:endCxn id="47118" idx="0"/>
              </p:cNvCxnSpPr>
              <p:nvPr/>
            </p:nvCxnSpPr>
            <p:spPr bwMode="auto">
              <a:xfrm rot="5400000">
                <a:off x="2592" y="2016"/>
                <a:ext cx="384"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47110" name="AutoShape 16">
              <a:extLst>
                <a:ext uri="{FF2B5EF4-FFF2-40B4-BE49-F238E27FC236}">
                  <a16:creationId xmlns:a16="http://schemas.microsoft.com/office/drawing/2014/main" id="{B0B52382-41C1-2E45-B162-5F537D60792A}"/>
                </a:ext>
              </a:extLst>
            </p:cNvPr>
            <p:cNvCxnSpPr>
              <a:cxnSpLocks noChangeShapeType="1"/>
              <a:stCxn id="47118" idx="2"/>
              <a:endCxn id="47120"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7111" name="AutoShape 17">
              <a:extLst>
                <a:ext uri="{FF2B5EF4-FFF2-40B4-BE49-F238E27FC236}">
                  <a16:creationId xmlns:a16="http://schemas.microsoft.com/office/drawing/2014/main" id="{CB72C2DC-FF51-532C-3AAC-E820B1E9776B}"/>
                </a:ext>
              </a:extLst>
            </p:cNvPr>
            <p:cNvCxnSpPr>
              <a:cxnSpLocks noChangeShapeType="1"/>
              <a:stCxn id="47118" idx="2"/>
              <a:endCxn id="47121"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484CFF4-C4BC-F1DA-0703-CE02D49E2698}"/>
              </a:ext>
            </a:extLst>
          </p:cNvPr>
          <p:cNvSpPr>
            <a:spLocks noGrp="1" noChangeArrowheads="1"/>
          </p:cNvSpPr>
          <p:nvPr>
            <p:ph type="title"/>
          </p:nvPr>
        </p:nvSpPr>
        <p:spPr/>
        <p:txBody>
          <a:bodyPr/>
          <a:lstStyle/>
          <a:p>
            <a:pPr eaLnBrk="1" hangingPunct="1"/>
            <a:r>
              <a:rPr lang="en-US" altLang="en-US"/>
              <a:t>hierarchical diagrams ctd.</a:t>
            </a:r>
          </a:p>
        </p:txBody>
      </p:sp>
      <p:sp>
        <p:nvSpPr>
          <p:cNvPr id="48131" name="Rectangle 3">
            <a:extLst>
              <a:ext uri="{FF2B5EF4-FFF2-40B4-BE49-F238E27FC236}">
                <a16:creationId xmlns:a16="http://schemas.microsoft.com/office/drawing/2014/main" id="{55285A00-3138-8282-E346-B13BECCCC104}"/>
              </a:ext>
            </a:extLst>
          </p:cNvPr>
          <p:cNvSpPr>
            <a:spLocks noGrp="1" noChangeArrowheads="1"/>
          </p:cNvSpPr>
          <p:nvPr>
            <p:ph type="body" idx="1"/>
          </p:nvPr>
        </p:nvSpPr>
        <p:spPr/>
        <p:txBody>
          <a:bodyPr/>
          <a:lstStyle/>
          <a:p>
            <a:pPr eaLnBrk="1" hangingPunct="1"/>
            <a:r>
              <a:rPr lang="en-US" altLang="en-US"/>
              <a:t>parts of application</a:t>
            </a:r>
          </a:p>
          <a:p>
            <a:pPr lvl="1" eaLnBrk="1" hangingPunct="1"/>
            <a:r>
              <a:rPr lang="en-US" altLang="en-US"/>
              <a:t>screens or groups of screens</a:t>
            </a:r>
          </a:p>
          <a:p>
            <a:pPr lvl="1" eaLnBrk="1" hangingPunct="1"/>
            <a:endParaRPr lang="en-US" altLang="en-US"/>
          </a:p>
          <a:p>
            <a:pPr eaLnBrk="1" hangingPunct="1"/>
            <a:r>
              <a:rPr lang="en-US" altLang="en-US"/>
              <a:t>typically functional separation</a:t>
            </a:r>
          </a:p>
        </p:txBody>
      </p:sp>
      <p:grpSp>
        <p:nvGrpSpPr>
          <p:cNvPr id="48132" name="Group 4">
            <a:extLst>
              <a:ext uri="{FF2B5EF4-FFF2-40B4-BE49-F238E27FC236}">
                <a16:creationId xmlns:a16="http://schemas.microsoft.com/office/drawing/2014/main" id="{BDC4D210-FFE3-37E6-C30D-0FC7FF4F4FBD}"/>
              </a:ext>
            </a:extLst>
          </p:cNvPr>
          <p:cNvGrpSpPr>
            <a:grpSpLocks/>
          </p:cNvGrpSpPr>
          <p:nvPr/>
        </p:nvGrpSpPr>
        <p:grpSpPr bwMode="auto">
          <a:xfrm>
            <a:off x="5715000" y="3886200"/>
            <a:ext cx="2971800" cy="2057400"/>
            <a:chOff x="576" y="1200"/>
            <a:chExt cx="4608" cy="2736"/>
          </a:xfrm>
        </p:grpSpPr>
        <p:grpSp>
          <p:nvGrpSpPr>
            <p:cNvPr id="48133" name="Group 5">
              <a:extLst>
                <a:ext uri="{FF2B5EF4-FFF2-40B4-BE49-F238E27FC236}">
                  <a16:creationId xmlns:a16="http://schemas.microsoft.com/office/drawing/2014/main" id="{E000FA84-DC35-4BBA-ACC5-2417E307F7F7}"/>
                </a:ext>
              </a:extLst>
            </p:cNvPr>
            <p:cNvGrpSpPr>
              <a:grpSpLocks/>
            </p:cNvGrpSpPr>
            <p:nvPr/>
          </p:nvGrpSpPr>
          <p:grpSpPr bwMode="auto">
            <a:xfrm>
              <a:off x="576" y="1200"/>
              <a:ext cx="4608" cy="2736"/>
              <a:chOff x="576" y="1200"/>
              <a:chExt cx="4608" cy="2736"/>
            </a:xfrm>
          </p:grpSpPr>
          <p:grpSp>
            <p:nvGrpSpPr>
              <p:cNvPr id="48136" name="Group 6">
                <a:extLst>
                  <a:ext uri="{FF2B5EF4-FFF2-40B4-BE49-F238E27FC236}">
                    <a16:creationId xmlns:a16="http://schemas.microsoft.com/office/drawing/2014/main" id="{3846761D-0A6E-9FAB-71D7-4F27201E954E}"/>
                  </a:ext>
                </a:extLst>
              </p:cNvPr>
              <p:cNvGrpSpPr>
                <a:grpSpLocks/>
              </p:cNvGrpSpPr>
              <p:nvPr/>
            </p:nvGrpSpPr>
            <p:grpSpPr bwMode="auto">
              <a:xfrm>
                <a:off x="576" y="1200"/>
                <a:ext cx="4608" cy="2736"/>
                <a:chOff x="576" y="1200"/>
                <a:chExt cx="4608" cy="2736"/>
              </a:xfrm>
            </p:grpSpPr>
            <p:sp>
              <p:nvSpPr>
                <p:cNvPr id="48140" name="AutoShape 7">
                  <a:extLst>
                    <a:ext uri="{FF2B5EF4-FFF2-40B4-BE49-F238E27FC236}">
                      <a16:creationId xmlns:a16="http://schemas.microsoft.com/office/drawing/2014/main" id="{BC84AAD6-48F4-79E4-28CE-39EFDFA14231}"/>
                    </a:ext>
                  </a:extLst>
                </p:cNvPr>
                <p:cNvSpPr>
                  <a:spLocks noChangeArrowheads="1"/>
                </p:cNvSpPr>
                <p:nvPr/>
              </p:nvSpPr>
              <p:spPr bwMode="auto">
                <a:xfrm>
                  <a:off x="2208" y="1200"/>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the systems</a:t>
                  </a:r>
                </a:p>
              </p:txBody>
            </p:sp>
            <p:sp>
              <p:nvSpPr>
                <p:cNvPr id="48141" name="AutoShape 8">
                  <a:extLst>
                    <a:ext uri="{FF2B5EF4-FFF2-40B4-BE49-F238E27FC236}">
                      <a16:creationId xmlns:a16="http://schemas.microsoft.com/office/drawing/2014/main" id="{59126A99-F141-18E1-D248-B68A93546507}"/>
                    </a:ext>
                  </a:extLst>
                </p:cNvPr>
                <p:cNvSpPr>
                  <a:spLocks noChangeArrowheads="1"/>
                </p:cNvSpPr>
                <p:nvPr/>
              </p:nvSpPr>
              <p:spPr bwMode="auto">
                <a:xfrm>
                  <a:off x="576"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info and help</a:t>
                  </a:r>
                </a:p>
              </p:txBody>
            </p:sp>
            <p:sp>
              <p:nvSpPr>
                <p:cNvPr id="48142" name="AutoShape 9">
                  <a:extLst>
                    <a:ext uri="{FF2B5EF4-FFF2-40B4-BE49-F238E27FC236}">
                      <a16:creationId xmlns:a16="http://schemas.microsoft.com/office/drawing/2014/main" id="{5DE14A4E-AEB4-AF6D-8058-477722AA1054}"/>
                    </a:ext>
                  </a:extLst>
                </p:cNvPr>
                <p:cNvSpPr>
                  <a:spLocks noChangeArrowheads="1"/>
                </p:cNvSpPr>
                <p:nvPr/>
              </p:nvSpPr>
              <p:spPr bwMode="auto">
                <a:xfrm>
                  <a:off x="2208"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management</a:t>
                  </a:r>
                </a:p>
              </p:txBody>
            </p:sp>
            <p:sp>
              <p:nvSpPr>
                <p:cNvPr id="48143" name="AutoShape 10">
                  <a:extLst>
                    <a:ext uri="{FF2B5EF4-FFF2-40B4-BE49-F238E27FC236}">
                      <a16:creationId xmlns:a16="http://schemas.microsoft.com/office/drawing/2014/main" id="{56DA0012-A3BA-A40C-EFF3-2CA7C95D28C7}"/>
                    </a:ext>
                  </a:extLst>
                </p:cNvPr>
                <p:cNvSpPr>
                  <a:spLocks noChangeArrowheads="1"/>
                </p:cNvSpPr>
                <p:nvPr/>
              </p:nvSpPr>
              <p:spPr bwMode="auto">
                <a:xfrm>
                  <a:off x="4032" y="2208"/>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messages</a:t>
                  </a:r>
                </a:p>
              </p:txBody>
            </p:sp>
            <p:sp>
              <p:nvSpPr>
                <p:cNvPr id="48144" name="AutoShape 11">
                  <a:extLst>
                    <a:ext uri="{FF2B5EF4-FFF2-40B4-BE49-F238E27FC236}">
                      <a16:creationId xmlns:a16="http://schemas.microsoft.com/office/drawing/2014/main" id="{35DA5A36-CD02-5548-6457-11452B0F71FF}"/>
                    </a:ext>
                  </a:extLst>
                </p:cNvPr>
                <p:cNvSpPr>
                  <a:spLocks noChangeArrowheads="1"/>
                </p:cNvSpPr>
                <p:nvPr/>
              </p:nvSpPr>
              <p:spPr bwMode="auto">
                <a:xfrm>
                  <a:off x="1584"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add user</a:t>
                  </a:r>
                </a:p>
              </p:txBody>
            </p:sp>
            <p:sp>
              <p:nvSpPr>
                <p:cNvPr id="48145" name="AutoShape 12">
                  <a:extLst>
                    <a:ext uri="{FF2B5EF4-FFF2-40B4-BE49-F238E27FC236}">
                      <a16:creationId xmlns:a16="http://schemas.microsoft.com/office/drawing/2014/main" id="{B93027C3-01C3-2C7D-5565-FAE075B23706}"/>
                    </a:ext>
                  </a:extLst>
                </p:cNvPr>
                <p:cNvSpPr>
                  <a:spLocks noChangeArrowheads="1"/>
                </p:cNvSpPr>
                <p:nvPr/>
              </p:nvSpPr>
              <p:spPr bwMode="auto">
                <a:xfrm>
                  <a:off x="2928" y="3312"/>
                  <a:ext cx="1152" cy="62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800">
                      <a:latin typeface="Times New Roman" panose="02020603050405020304" pitchFamily="18" charset="0"/>
                    </a:rPr>
                    <a:t>remove user</a:t>
                  </a:r>
                </a:p>
              </p:txBody>
            </p:sp>
          </p:grpSp>
          <p:cxnSp>
            <p:nvCxnSpPr>
              <p:cNvPr id="48137" name="AutoShape 13">
                <a:extLst>
                  <a:ext uri="{FF2B5EF4-FFF2-40B4-BE49-F238E27FC236}">
                    <a16:creationId xmlns:a16="http://schemas.microsoft.com/office/drawing/2014/main" id="{61CC3677-8361-19DD-A90D-8AF859B5F9DC}"/>
                  </a:ext>
                </a:extLst>
              </p:cNvPr>
              <p:cNvCxnSpPr>
                <a:cxnSpLocks noChangeShapeType="1"/>
                <a:stCxn id="48140" idx="2"/>
                <a:endCxn id="48141" idx="0"/>
              </p:cNvCxnSpPr>
              <p:nvPr/>
            </p:nvCxnSpPr>
            <p:spPr bwMode="auto">
              <a:xfrm rot="5400000">
                <a:off x="1776" y="1200"/>
                <a:ext cx="384" cy="1632"/>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8138" name="AutoShape 14">
                <a:extLst>
                  <a:ext uri="{FF2B5EF4-FFF2-40B4-BE49-F238E27FC236}">
                    <a16:creationId xmlns:a16="http://schemas.microsoft.com/office/drawing/2014/main" id="{BD280C99-EE5B-B444-FAB4-3CB5E0661407}"/>
                  </a:ext>
                </a:extLst>
              </p:cNvPr>
              <p:cNvCxnSpPr>
                <a:cxnSpLocks noChangeShapeType="1"/>
                <a:stCxn id="48140" idx="2"/>
                <a:endCxn id="48143" idx="0"/>
              </p:cNvCxnSpPr>
              <p:nvPr/>
            </p:nvCxnSpPr>
            <p:spPr bwMode="auto">
              <a:xfrm rot="16200000" flipH="1">
                <a:off x="3504" y="1104"/>
                <a:ext cx="384" cy="18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8139" name="AutoShape 15">
                <a:extLst>
                  <a:ext uri="{FF2B5EF4-FFF2-40B4-BE49-F238E27FC236}">
                    <a16:creationId xmlns:a16="http://schemas.microsoft.com/office/drawing/2014/main" id="{A7BC322F-505E-D7AE-EC10-BE4B70AB02B7}"/>
                  </a:ext>
                </a:extLst>
              </p:cNvPr>
              <p:cNvCxnSpPr>
                <a:cxnSpLocks noChangeShapeType="1"/>
                <a:stCxn id="48140" idx="2"/>
                <a:endCxn id="48142" idx="0"/>
              </p:cNvCxnSpPr>
              <p:nvPr/>
            </p:nvCxnSpPr>
            <p:spPr bwMode="auto">
              <a:xfrm rot="5400000">
                <a:off x="2592" y="2016"/>
                <a:ext cx="384"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48134" name="AutoShape 16">
              <a:extLst>
                <a:ext uri="{FF2B5EF4-FFF2-40B4-BE49-F238E27FC236}">
                  <a16:creationId xmlns:a16="http://schemas.microsoft.com/office/drawing/2014/main" id="{E6D3BE3C-C652-8B81-C9DD-5078A13A22D8}"/>
                </a:ext>
              </a:extLst>
            </p:cNvPr>
            <p:cNvCxnSpPr>
              <a:cxnSpLocks noChangeShapeType="1"/>
              <a:stCxn id="48142" idx="2"/>
              <a:endCxn id="48144" idx="0"/>
            </p:cNvCxnSpPr>
            <p:nvPr/>
          </p:nvCxnSpPr>
          <p:spPr bwMode="auto">
            <a:xfrm rot="5400000">
              <a:off x="2232" y="2760"/>
              <a:ext cx="480" cy="624"/>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8135" name="AutoShape 17">
              <a:extLst>
                <a:ext uri="{FF2B5EF4-FFF2-40B4-BE49-F238E27FC236}">
                  <a16:creationId xmlns:a16="http://schemas.microsoft.com/office/drawing/2014/main" id="{2D275605-7320-CD96-AE92-FE2871A578CB}"/>
                </a:ext>
              </a:extLst>
            </p:cNvPr>
            <p:cNvCxnSpPr>
              <a:cxnSpLocks noChangeShapeType="1"/>
              <a:stCxn id="48142" idx="2"/>
              <a:endCxn id="48145" idx="0"/>
            </p:cNvCxnSpPr>
            <p:nvPr/>
          </p:nvCxnSpPr>
          <p:spPr bwMode="auto">
            <a:xfrm rot="16200000" flipH="1">
              <a:off x="2904" y="2712"/>
              <a:ext cx="480" cy="72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3FAB740-7812-2009-DCFA-8A7E40A99301}"/>
              </a:ext>
            </a:extLst>
          </p:cNvPr>
          <p:cNvSpPr>
            <a:spLocks noGrp="1" noChangeArrowheads="1"/>
          </p:cNvSpPr>
          <p:nvPr>
            <p:ph type="title"/>
          </p:nvPr>
        </p:nvSpPr>
        <p:spPr/>
        <p:txBody>
          <a:bodyPr/>
          <a:lstStyle/>
          <a:p>
            <a:pPr eaLnBrk="1" hangingPunct="1"/>
            <a:r>
              <a:rPr lang="en-GB" altLang="en-US"/>
              <a:t>navigating hierarchies</a:t>
            </a:r>
          </a:p>
        </p:txBody>
      </p:sp>
      <p:sp>
        <p:nvSpPr>
          <p:cNvPr id="49155" name="Rectangle 3">
            <a:extLst>
              <a:ext uri="{FF2B5EF4-FFF2-40B4-BE49-F238E27FC236}">
                <a16:creationId xmlns:a16="http://schemas.microsoft.com/office/drawing/2014/main" id="{A40499DA-4B5D-37AF-4530-AA63D1DE3AED}"/>
              </a:ext>
            </a:extLst>
          </p:cNvPr>
          <p:cNvSpPr>
            <a:spLocks noGrp="1" noChangeArrowheads="1"/>
          </p:cNvSpPr>
          <p:nvPr>
            <p:ph type="body" idx="1"/>
          </p:nvPr>
        </p:nvSpPr>
        <p:spPr/>
        <p:txBody>
          <a:bodyPr/>
          <a:lstStyle/>
          <a:p>
            <a:pPr eaLnBrk="1" hangingPunct="1"/>
            <a:r>
              <a:rPr lang="en-GB" altLang="en-US"/>
              <a:t>deep is difficult!</a:t>
            </a:r>
          </a:p>
          <a:p>
            <a:pPr eaLnBrk="1" hangingPunct="1"/>
            <a:endParaRPr lang="en-GB" altLang="en-US"/>
          </a:p>
          <a:p>
            <a:pPr eaLnBrk="1" hangingPunct="1"/>
            <a:r>
              <a:rPr lang="en-GB" altLang="en-US"/>
              <a:t>misuse of Miller’s 7 ± 2</a:t>
            </a:r>
          </a:p>
          <a:p>
            <a:pPr lvl="1" eaLnBrk="1" hangingPunct="1"/>
            <a:r>
              <a:rPr lang="en-GB" altLang="en-US"/>
              <a:t>short term memory, not menu size</a:t>
            </a:r>
          </a:p>
          <a:p>
            <a:pPr lvl="1" eaLnBrk="1" hangingPunct="1"/>
            <a:endParaRPr lang="en-GB" altLang="en-US"/>
          </a:p>
          <a:p>
            <a:pPr eaLnBrk="1" hangingPunct="1"/>
            <a:r>
              <a:rPr lang="en-GB" altLang="en-US"/>
              <a:t>optimal?</a:t>
            </a:r>
          </a:p>
          <a:p>
            <a:pPr lvl="1" eaLnBrk="1" hangingPunct="1"/>
            <a:r>
              <a:rPr lang="en-GB" altLang="en-US"/>
              <a:t>many items on each screen</a:t>
            </a:r>
          </a:p>
          <a:p>
            <a:pPr lvl="1" eaLnBrk="1" hangingPunct="1"/>
            <a:r>
              <a:rPr lang="en-GB" altLang="en-US"/>
              <a:t>but structured within screen</a:t>
            </a:r>
          </a:p>
        </p:txBody>
      </p:sp>
      <p:sp>
        <p:nvSpPr>
          <p:cNvPr id="49156" name="Text Box 4">
            <a:extLst>
              <a:ext uri="{FF2B5EF4-FFF2-40B4-BE49-F238E27FC236}">
                <a16:creationId xmlns:a16="http://schemas.microsoft.com/office/drawing/2014/main" id="{F646DCDC-4585-1300-A412-C6F1C93DE8BF}"/>
              </a:ext>
            </a:extLst>
          </p:cNvPr>
          <p:cNvSpPr txBox="1">
            <a:spLocks noChangeArrowheads="1"/>
          </p:cNvSpPr>
          <p:nvPr/>
        </p:nvSpPr>
        <p:spPr bwMode="auto">
          <a:xfrm>
            <a:off x="5791200" y="6324600"/>
            <a:ext cx="291147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400">
                <a:latin typeface="Verdana" panose="020B0604030504040204" pitchFamily="34" charset="0"/>
              </a:rPr>
              <a:t>see /e3/online/menu-breadth/</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966967B-7BBA-AD7A-51A8-D728288C9D41}"/>
              </a:ext>
            </a:extLst>
          </p:cNvPr>
          <p:cNvSpPr>
            <a:spLocks noGrp="1" noChangeArrowheads="1"/>
          </p:cNvSpPr>
          <p:nvPr>
            <p:ph type="title"/>
          </p:nvPr>
        </p:nvSpPr>
        <p:spPr/>
        <p:txBody>
          <a:bodyPr/>
          <a:lstStyle/>
          <a:p>
            <a:pPr eaLnBrk="1" hangingPunct="1"/>
            <a:r>
              <a:rPr lang="en-US" altLang="en-US"/>
              <a:t>think about dialogue</a:t>
            </a:r>
          </a:p>
        </p:txBody>
      </p:sp>
      <p:sp>
        <p:nvSpPr>
          <p:cNvPr id="50179" name="Rectangle 3">
            <a:extLst>
              <a:ext uri="{FF2B5EF4-FFF2-40B4-BE49-F238E27FC236}">
                <a16:creationId xmlns:a16="http://schemas.microsoft.com/office/drawing/2014/main" id="{B335EFC8-3CC8-0836-C507-5CB6EC63F330}"/>
              </a:ext>
            </a:extLst>
          </p:cNvPr>
          <p:cNvSpPr>
            <a:spLocks noGrp="1" noChangeArrowheads="1"/>
          </p:cNvSpPr>
          <p:nvPr>
            <p:ph type="body" idx="1"/>
          </p:nvPr>
        </p:nvSpPr>
        <p:spPr/>
        <p:txBody>
          <a:bodyPr/>
          <a:lstStyle/>
          <a:p>
            <a:pPr algn="ctr" eaLnBrk="1" hangingPunct="1">
              <a:buFontTx/>
              <a:buNone/>
            </a:pPr>
            <a:r>
              <a:rPr lang="en-US" altLang="en-US"/>
              <a:t>what does it mean in UI design?</a:t>
            </a:r>
          </a:p>
        </p:txBody>
      </p:sp>
      <p:sp>
        <p:nvSpPr>
          <p:cNvPr id="137220" name="Rectangle 4">
            <a:extLst>
              <a:ext uri="{FF2B5EF4-FFF2-40B4-BE49-F238E27FC236}">
                <a16:creationId xmlns:a16="http://schemas.microsoft.com/office/drawing/2014/main" id="{1238583C-15D8-9F95-0C16-27099A986E13}"/>
              </a:ext>
            </a:extLst>
          </p:cNvPr>
          <p:cNvSpPr>
            <a:spLocks noChangeArrowheads="1"/>
          </p:cNvSpPr>
          <p:nvPr/>
        </p:nvSpPr>
        <p:spPr bwMode="auto">
          <a:xfrm>
            <a:off x="990600" y="3200400"/>
            <a:ext cx="7315200" cy="2438400"/>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spcBef>
                <a:spcPct val="20000"/>
              </a:spcBef>
            </a:pPr>
            <a:r>
              <a:rPr lang="en-US" altLang="en-US" sz="2000">
                <a:latin typeface="Verdana" panose="020B0604030504040204" pitchFamily="34" charset="0"/>
              </a:rPr>
              <a:t>Minister:  do you </a:t>
            </a:r>
            <a:r>
              <a:rPr lang="en-US" altLang="en-US" sz="2000" i="1">
                <a:latin typeface="Verdana" panose="020B0604030504040204" pitchFamily="34" charset="0"/>
              </a:rPr>
              <a:t>name</a:t>
            </a:r>
            <a:r>
              <a:rPr lang="en-US" altLang="en-US" sz="2000">
                <a:latin typeface="Verdana" panose="020B0604030504040204" pitchFamily="34" charset="0"/>
              </a:rPr>
              <a:t> take this woman …</a:t>
            </a:r>
          </a:p>
          <a:p>
            <a:pPr eaLnBrk="1" hangingPunct="1">
              <a:spcBef>
                <a:spcPct val="20000"/>
              </a:spcBef>
            </a:pPr>
            <a:r>
              <a:rPr lang="en-US" altLang="en-US" sz="2000">
                <a:latin typeface="Verdana" panose="020B0604030504040204" pitchFamily="34" charset="0"/>
              </a:rPr>
              <a:t>Man:   I do</a:t>
            </a:r>
          </a:p>
          <a:p>
            <a:pPr eaLnBrk="1" hangingPunct="1">
              <a:spcBef>
                <a:spcPct val="20000"/>
              </a:spcBef>
            </a:pPr>
            <a:r>
              <a:rPr lang="en-US" altLang="en-US" sz="2000">
                <a:latin typeface="Verdana" panose="020B0604030504040204" pitchFamily="34" charset="0"/>
              </a:rPr>
              <a:t>Minister: do you </a:t>
            </a:r>
            <a:r>
              <a:rPr lang="en-US" altLang="en-US" sz="2000" i="1">
                <a:latin typeface="Verdana" panose="020B0604030504040204" pitchFamily="34" charset="0"/>
              </a:rPr>
              <a:t>name</a:t>
            </a:r>
            <a:r>
              <a:rPr lang="en-US" altLang="en-US" sz="2000">
                <a:latin typeface="Verdana" panose="020B0604030504040204" pitchFamily="34" charset="0"/>
              </a:rPr>
              <a:t> take this man …</a:t>
            </a:r>
          </a:p>
          <a:p>
            <a:pPr eaLnBrk="1" hangingPunct="1">
              <a:spcBef>
                <a:spcPct val="20000"/>
              </a:spcBef>
            </a:pPr>
            <a:r>
              <a:rPr lang="en-US" altLang="en-US" sz="2000">
                <a:latin typeface="Verdana" panose="020B0604030504040204" pitchFamily="34" charset="0"/>
              </a:rPr>
              <a:t>Woman:  I do</a:t>
            </a:r>
          </a:p>
          <a:p>
            <a:pPr eaLnBrk="1" hangingPunct="1">
              <a:spcBef>
                <a:spcPct val="20000"/>
              </a:spcBef>
            </a:pPr>
            <a:r>
              <a:rPr lang="en-US" altLang="en-US" sz="2000">
                <a:latin typeface="Verdana" panose="020B0604030504040204" pitchFamily="34" charset="0"/>
              </a:rPr>
              <a:t>Minister:  I now pronounce you man and wife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9C147E6-BCD0-7F26-364D-C607DBB1FC94}"/>
              </a:ext>
            </a:extLst>
          </p:cNvPr>
          <p:cNvSpPr>
            <a:spLocks noGrp="1" noChangeArrowheads="1"/>
          </p:cNvSpPr>
          <p:nvPr>
            <p:ph type="title"/>
          </p:nvPr>
        </p:nvSpPr>
        <p:spPr/>
        <p:txBody>
          <a:bodyPr/>
          <a:lstStyle/>
          <a:p>
            <a:pPr eaLnBrk="1" hangingPunct="1"/>
            <a:r>
              <a:rPr lang="en-US" altLang="en-US"/>
              <a:t>think about dialogue</a:t>
            </a:r>
          </a:p>
        </p:txBody>
      </p:sp>
      <p:sp>
        <p:nvSpPr>
          <p:cNvPr id="51203" name="Rectangle 3">
            <a:extLst>
              <a:ext uri="{FF2B5EF4-FFF2-40B4-BE49-F238E27FC236}">
                <a16:creationId xmlns:a16="http://schemas.microsoft.com/office/drawing/2014/main" id="{617F5F66-103E-44D2-2BF7-6CCDD8EC8C2A}"/>
              </a:ext>
            </a:extLst>
          </p:cNvPr>
          <p:cNvSpPr>
            <a:spLocks noGrp="1" noChangeArrowheads="1"/>
          </p:cNvSpPr>
          <p:nvPr>
            <p:ph type="body" idx="1"/>
          </p:nvPr>
        </p:nvSpPr>
        <p:spPr/>
        <p:txBody>
          <a:bodyPr/>
          <a:lstStyle/>
          <a:p>
            <a:pPr algn="ctr" eaLnBrk="1" hangingPunct="1">
              <a:buFontTx/>
              <a:buNone/>
            </a:pPr>
            <a:r>
              <a:rPr lang="en-US" altLang="en-US"/>
              <a:t>what does it mean in UI design?</a:t>
            </a:r>
          </a:p>
          <a:p>
            <a:pPr algn="ctr" eaLnBrk="1" hangingPunct="1">
              <a:buFontTx/>
              <a:buNone/>
            </a:pPr>
            <a:endParaRPr lang="en-US" altLang="en-US"/>
          </a:p>
          <a:p>
            <a:pPr algn="ctr" eaLnBrk="1" hangingPunct="1">
              <a:buFontTx/>
              <a:buNone/>
            </a:pPr>
            <a:endParaRPr lang="en-US" altLang="en-US"/>
          </a:p>
          <a:p>
            <a:pPr lvl="1" eaLnBrk="1" hangingPunct="1">
              <a:buFont typeface="Times" pitchFamily="1" charset="0"/>
              <a:buChar char="•"/>
            </a:pPr>
            <a:r>
              <a:rPr lang="en-US" altLang="en-US"/>
              <a:t>marriage service</a:t>
            </a:r>
          </a:p>
          <a:p>
            <a:pPr lvl="2" eaLnBrk="1" hangingPunct="1"/>
            <a:r>
              <a:rPr lang="en-US" altLang="en-US"/>
              <a:t>general flow,  generic – blanks for names</a:t>
            </a:r>
          </a:p>
          <a:p>
            <a:pPr lvl="2" eaLnBrk="1" hangingPunct="1"/>
            <a:r>
              <a:rPr lang="en-US" altLang="en-US"/>
              <a:t>pattern of interaction between people</a:t>
            </a:r>
          </a:p>
          <a:p>
            <a:pPr lvl="1" eaLnBrk="1" hangingPunct="1">
              <a:buFont typeface="Times" pitchFamily="1" charset="0"/>
              <a:buChar char="•"/>
            </a:pPr>
            <a:r>
              <a:rPr lang="en-US" altLang="en-US"/>
              <a:t>computer dialogue</a:t>
            </a:r>
          </a:p>
          <a:p>
            <a:pPr lvl="2" eaLnBrk="1" hangingPunct="1"/>
            <a:r>
              <a:rPr lang="en-US" altLang="en-US"/>
              <a:t>pattern of interaction between users and system</a:t>
            </a:r>
          </a:p>
          <a:p>
            <a:pPr lvl="2" eaLnBrk="1" hangingPunct="1"/>
            <a:r>
              <a:rPr lang="en-US" altLang="en-US"/>
              <a:t>but details differ each time</a:t>
            </a:r>
          </a:p>
        </p:txBody>
      </p:sp>
      <p:sp>
        <p:nvSpPr>
          <p:cNvPr id="161796" name="Rectangle 4">
            <a:extLst>
              <a:ext uri="{FF2B5EF4-FFF2-40B4-BE49-F238E27FC236}">
                <a16:creationId xmlns:a16="http://schemas.microsoft.com/office/drawing/2014/main" id="{1782C919-F43A-0670-9A14-43B2C4AA2A10}"/>
              </a:ext>
            </a:extLst>
          </p:cNvPr>
          <p:cNvSpPr>
            <a:spLocks noChangeArrowheads="1"/>
          </p:cNvSpPr>
          <p:nvPr/>
        </p:nvSpPr>
        <p:spPr bwMode="auto">
          <a:xfrm>
            <a:off x="990600" y="2743200"/>
            <a:ext cx="7315200" cy="533400"/>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eaLnBrk="1" hangingPunct="1">
              <a:spcBef>
                <a:spcPct val="20000"/>
              </a:spcBef>
            </a:pPr>
            <a:r>
              <a:rPr lang="en-US" altLang="en-US" sz="2000">
                <a:latin typeface="Verdana" panose="020B0604030504040204" pitchFamily="34" charset="0"/>
              </a:rPr>
              <a:t>Minister:  do you </a:t>
            </a:r>
            <a:r>
              <a:rPr lang="en-US" altLang="en-US" sz="2000" i="1">
                <a:latin typeface="Verdana" panose="020B0604030504040204" pitchFamily="34" charset="0"/>
              </a:rPr>
              <a:t>name</a:t>
            </a:r>
            <a:r>
              <a:rPr lang="en-US" altLang="en-US" sz="2000">
                <a:latin typeface="Verdana" panose="020B0604030504040204" pitchFamily="34" charset="0"/>
              </a:rPr>
              <a:t> take this woman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1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9FED259-4C82-EDE7-9EB5-7F62E19B3BEB}"/>
              </a:ext>
            </a:extLst>
          </p:cNvPr>
          <p:cNvSpPr>
            <a:spLocks noGrp="1" noChangeArrowheads="1"/>
          </p:cNvSpPr>
          <p:nvPr>
            <p:ph type="title"/>
          </p:nvPr>
        </p:nvSpPr>
        <p:spPr/>
        <p:txBody>
          <a:bodyPr/>
          <a:lstStyle/>
          <a:p>
            <a:pPr eaLnBrk="1" hangingPunct="1"/>
            <a:r>
              <a:rPr lang="en-US" altLang="en-US"/>
              <a:t>network diagrams</a:t>
            </a:r>
          </a:p>
        </p:txBody>
      </p:sp>
      <p:sp>
        <p:nvSpPr>
          <p:cNvPr id="52227" name="Rectangle 3">
            <a:extLst>
              <a:ext uri="{FF2B5EF4-FFF2-40B4-BE49-F238E27FC236}">
                <a16:creationId xmlns:a16="http://schemas.microsoft.com/office/drawing/2014/main" id="{8F095EF6-172B-06CF-A12F-F448B0CD017A}"/>
              </a:ext>
            </a:extLst>
          </p:cNvPr>
          <p:cNvSpPr>
            <a:spLocks noGrp="1" noChangeArrowheads="1"/>
          </p:cNvSpPr>
          <p:nvPr>
            <p:ph type="body" idx="1"/>
          </p:nvPr>
        </p:nvSpPr>
        <p:spPr>
          <a:xfrm>
            <a:off x="685800" y="5257800"/>
            <a:ext cx="7772400" cy="838200"/>
          </a:xfrm>
        </p:spPr>
        <p:txBody>
          <a:bodyPr/>
          <a:lstStyle/>
          <a:p>
            <a:pPr eaLnBrk="1" hangingPunct="1"/>
            <a:r>
              <a:rPr lang="en-GB" altLang="en-US"/>
              <a:t>show different paths through system</a:t>
            </a:r>
          </a:p>
        </p:txBody>
      </p:sp>
      <p:grpSp>
        <p:nvGrpSpPr>
          <p:cNvPr id="52228" name="Group 4">
            <a:extLst>
              <a:ext uri="{FF2B5EF4-FFF2-40B4-BE49-F238E27FC236}">
                <a16:creationId xmlns:a16="http://schemas.microsoft.com/office/drawing/2014/main" id="{853A745C-4D7D-9EA6-7C6D-EBBA5F9DD0CF}"/>
              </a:ext>
            </a:extLst>
          </p:cNvPr>
          <p:cNvGrpSpPr>
            <a:grpSpLocks/>
          </p:cNvGrpSpPr>
          <p:nvPr/>
        </p:nvGrpSpPr>
        <p:grpSpPr bwMode="auto">
          <a:xfrm>
            <a:off x="1066800" y="2286000"/>
            <a:ext cx="6096000" cy="2133600"/>
            <a:chOff x="672" y="1968"/>
            <a:chExt cx="3840" cy="1344"/>
          </a:xfrm>
        </p:grpSpPr>
        <p:sp>
          <p:nvSpPr>
            <p:cNvPr id="52229" name="AutoShape 5">
              <a:extLst>
                <a:ext uri="{FF2B5EF4-FFF2-40B4-BE49-F238E27FC236}">
                  <a16:creationId xmlns:a16="http://schemas.microsoft.com/office/drawing/2014/main" id="{DCFDF72B-5C3B-07A2-B96D-1428748F8B1C}"/>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main</a:t>
              </a:r>
            </a:p>
            <a:p>
              <a:pPr algn="ctr"/>
              <a:r>
                <a:rPr lang="en-US" altLang="en-US">
                  <a:latin typeface="Times New Roman" panose="02020603050405020304" pitchFamily="18" charset="0"/>
                </a:rPr>
                <a:t>screen</a:t>
              </a:r>
            </a:p>
          </p:txBody>
        </p:sp>
        <p:sp>
          <p:nvSpPr>
            <p:cNvPr id="52230" name="AutoShape 6">
              <a:extLst>
                <a:ext uri="{FF2B5EF4-FFF2-40B4-BE49-F238E27FC236}">
                  <a16:creationId xmlns:a16="http://schemas.microsoft.com/office/drawing/2014/main" id="{16D12FDC-19FC-C021-8450-417791D8D3A0}"/>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remove</a:t>
              </a:r>
            </a:p>
            <a:p>
              <a:pPr algn="ctr"/>
              <a:r>
                <a:rPr lang="en-US" altLang="en-US">
                  <a:latin typeface="Times New Roman" panose="02020603050405020304" pitchFamily="18" charset="0"/>
                </a:rPr>
                <a:t>user</a:t>
              </a:r>
            </a:p>
          </p:txBody>
        </p:sp>
        <p:sp>
          <p:nvSpPr>
            <p:cNvPr id="52231" name="AutoShape 7">
              <a:extLst>
                <a:ext uri="{FF2B5EF4-FFF2-40B4-BE49-F238E27FC236}">
                  <a16:creationId xmlns:a16="http://schemas.microsoft.com/office/drawing/2014/main" id="{8D7C7194-AC55-63FD-E90B-ED06283C8133}"/>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confirm</a:t>
              </a:r>
            </a:p>
          </p:txBody>
        </p:sp>
        <p:sp>
          <p:nvSpPr>
            <p:cNvPr id="52232" name="AutoShape 8">
              <a:extLst>
                <a:ext uri="{FF2B5EF4-FFF2-40B4-BE49-F238E27FC236}">
                  <a16:creationId xmlns:a16="http://schemas.microsoft.com/office/drawing/2014/main" id="{D16FA551-3E5F-6AD6-8ADE-269B9BFD98EC}"/>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add user</a:t>
              </a:r>
            </a:p>
          </p:txBody>
        </p:sp>
        <p:cxnSp>
          <p:nvCxnSpPr>
            <p:cNvPr id="52233" name="AutoShape 9">
              <a:extLst>
                <a:ext uri="{FF2B5EF4-FFF2-40B4-BE49-F238E27FC236}">
                  <a16:creationId xmlns:a16="http://schemas.microsoft.com/office/drawing/2014/main" id="{2E35A9B4-56D1-DAB3-2019-B4D10D1CBFD1}"/>
                </a:ext>
              </a:extLst>
            </p:cNvPr>
            <p:cNvCxnSpPr>
              <a:cxnSpLocks noChangeShapeType="1"/>
              <a:stCxn id="52229" idx="3"/>
              <a:endCxn id="52230" idx="1"/>
            </p:cNvCxnSpPr>
            <p:nvPr/>
          </p:nvCxnSpPr>
          <p:spPr bwMode="auto">
            <a:xfrm>
              <a:off x="1584" y="2208"/>
              <a:ext cx="62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234" name="AutoShape 10">
              <a:extLst>
                <a:ext uri="{FF2B5EF4-FFF2-40B4-BE49-F238E27FC236}">
                  <a16:creationId xmlns:a16="http://schemas.microsoft.com/office/drawing/2014/main" id="{95E2CBDB-0885-7563-3002-8B6D6EDE8BE4}"/>
                </a:ext>
              </a:extLst>
            </p:cNvPr>
            <p:cNvCxnSpPr>
              <a:cxnSpLocks noChangeShapeType="1"/>
              <a:stCxn id="52229" idx="3"/>
              <a:endCxn id="52232"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2235" name="AutoShape 11">
              <a:extLst>
                <a:ext uri="{FF2B5EF4-FFF2-40B4-BE49-F238E27FC236}">
                  <a16:creationId xmlns:a16="http://schemas.microsoft.com/office/drawing/2014/main" id="{22F7F3B6-3793-426D-4D40-0E776868951E}"/>
                </a:ext>
              </a:extLst>
            </p:cNvPr>
            <p:cNvCxnSpPr>
              <a:cxnSpLocks noChangeShapeType="1"/>
              <a:stCxn id="52230" idx="3"/>
              <a:endCxn id="52231" idx="1"/>
            </p:cNvCxnSpPr>
            <p:nvPr/>
          </p:nvCxnSpPr>
          <p:spPr bwMode="auto">
            <a:xfrm>
              <a:off x="3120" y="2208"/>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2236" name="AutoShape 12">
              <a:extLst>
                <a:ext uri="{FF2B5EF4-FFF2-40B4-BE49-F238E27FC236}">
                  <a16:creationId xmlns:a16="http://schemas.microsoft.com/office/drawing/2014/main" id="{7CCA810D-4979-D305-E229-7C9FB18E1302}"/>
                </a:ext>
              </a:extLst>
            </p:cNvPr>
            <p:cNvCxnSpPr>
              <a:cxnSpLocks noChangeShapeType="1"/>
              <a:stCxn id="52231" idx="3"/>
              <a:endCxn id="52229"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2237" name="AutoShape 13">
              <a:extLst>
                <a:ext uri="{FF2B5EF4-FFF2-40B4-BE49-F238E27FC236}">
                  <a16:creationId xmlns:a16="http://schemas.microsoft.com/office/drawing/2014/main" id="{F75C2175-78A0-699B-1EDB-0F01FBD87410}"/>
                </a:ext>
              </a:extLst>
            </p:cNvPr>
            <p:cNvCxnSpPr>
              <a:cxnSpLocks noChangeShapeType="1"/>
              <a:stCxn id="52232" idx="3"/>
              <a:endCxn id="52229"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624EBFB-CF95-1EA3-3E09-8FDE2F4B1352}"/>
              </a:ext>
            </a:extLst>
          </p:cNvPr>
          <p:cNvSpPr>
            <a:spLocks noGrp="1" noChangeArrowheads="1"/>
          </p:cNvSpPr>
          <p:nvPr>
            <p:ph type="title"/>
          </p:nvPr>
        </p:nvSpPr>
        <p:spPr/>
        <p:txBody>
          <a:bodyPr/>
          <a:lstStyle/>
          <a:p>
            <a:pPr eaLnBrk="1" hangingPunct="1"/>
            <a:r>
              <a:rPr lang="en-US" altLang="en-US"/>
              <a:t>network diagrams ctd.</a:t>
            </a:r>
          </a:p>
        </p:txBody>
      </p:sp>
      <p:sp>
        <p:nvSpPr>
          <p:cNvPr id="53251" name="Rectangle 3">
            <a:extLst>
              <a:ext uri="{FF2B5EF4-FFF2-40B4-BE49-F238E27FC236}">
                <a16:creationId xmlns:a16="http://schemas.microsoft.com/office/drawing/2014/main" id="{EC99F6B3-B1BD-AB23-2EF7-48E960925D86}"/>
              </a:ext>
            </a:extLst>
          </p:cNvPr>
          <p:cNvSpPr>
            <a:spLocks noGrp="1" noChangeArrowheads="1"/>
          </p:cNvSpPr>
          <p:nvPr>
            <p:ph type="body" idx="1"/>
          </p:nvPr>
        </p:nvSpPr>
        <p:spPr/>
        <p:txBody>
          <a:bodyPr/>
          <a:lstStyle/>
          <a:p>
            <a:pPr eaLnBrk="1" hangingPunct="1"/>
            <a:r>
              <a:rPr lang="en-US" altLang="en-US"/>
              <a:t>what leads to what</a:t>
            </a:r>
          </a:p>
          <a:p>
            <a:pPr eaLnBrk="1" hangingPunct="1"/>
            <a:r>
              <a:rPr lang="en-US" altLang="en-US"/>
              <a:t>what happens when</a:t>
            </a:r>
          </a:p>
          <a:p>
            <a:pPr eaLnBrk="1" hangingPunct="1"/>
            <a:r>
              <a:rPr lang="en-US" altLang="en-US"/>
              <a:t>including branches</a:t>
            </a:r>
          </a:p>
          <a:p>
            <a:pPr lvl="4" eaLnBrk="1" hangingPunct="1"/>
            <a:endParaRPr lang="en-US" altLang="en-US" sz="1000"/>
          </a:p>
          <a:p>
            <a:pPr eaLnBrk="1" hangingPunct="1"/>
            <a:r>
              <a:rPr lang="en-US" altLang="en-US"/>
              <a:t>more task oriented then hierarchy</a:t>
            </a:r>
          </a:p>
        </p:txBody>
      </p:sp>
      <p:grpSp>
        <p:nvGrpSpPr>
          <p:cNvPr id="53252" name="Group 4">
            <a:extLst>
              <a:ext uri="{FF2B5EF4-FFF2-40B4-BE49-F238E27FC236}">
                <a16:creationId xmlns:a16="http://schemas.microsoft.com/office/drawing/2014/main" id="{B0DBD9DF-4D38-B03D-B031-4BBBFC696E99}"/>
              </a:ext>
            </a:extLst>
          </p:cNvPr>
          <p:cNvGrpSpPr>
            <a:grpSpLocks/>
          </p:cNvGrpSpPr>
          <p:nvPr/>
        </p:nvGrpSpPr>
        <p:grpSpPr bwMode="auto">
          <a:xfrm>
            <a:off x="4648200" y="4648200"/>
            <a:ext cx="3962400" cy="1600200"/>
            <a:chOff x="672" y="1968"/>
            <a:chExt cx="3840" cy="1344"/>
          </a:xfrm>
        </p:grpSpPr>
        <p:sp>
          <p:nvSpPr>
            <p:cNvPr id="53253" name="AutoShape 5">
              <a:extLst>
                <a:ext uri="{FF2B5EF4-FFF2-40B4-BE49-F238E27FC236}">
                  <a16:creationId xmlns:a16="http://schemas.microsoft.com/office/drawing/2014/main" id="{8B06617E-AAD6-651A-419C-31DA867F9C91}"/>
                </a:ext>
              </a:extLst>
            </p:cNvPr>
            <p:cNvSpPr>
              <a:spLocks noChangeArrowheads="1"/>
            </p:cNvSpPr>
            <p:nvPr/>
          </p:nvSpPr>
          <p:spPr bwMode="auto">
            <a:xfrm>
              <a:off x="672"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main</a:t>
              </a:r>
            </a:p>
            <a:p>
              <a:pPr algn="ctr"/>
              <a:r>
                <a:rPr lang="en-US" altLang="en-US" sz="1000">
                  <a:latin typeface="Times New Roman" panose="02020603050405020304" pitchFamily="18" charset="0"/>
                </a:rPr>
                <a:t>screen</a:t>
              </a:r>
            </a:p>
          </p:txBody>
        </p:sp>
        <p:sp>
          <p:nvSpPr>
            <p:cNvPr id="53254" name="AutoShape 6">
              <a:extLst>
                <a:ext uri="{FF2B5EF4-FFF2-40B4-BE49-F238E27FC236}">
                  <a16:creationId xmlns:a16="http://schemas.microsoft.com/office/drawing/2014/main" id="{D96467B1-1808-5A4E-3275-31B20865ECD8}"/>
                </a:ext>
              </a:extLst>
            </p:cNvPr>
            <p:cNvSpPr>
              <a:spLocks noChangeArrowheads="1"/>
            </p:cNvSpPr>
            <p:nvPr/>
          </p:nvSpPr>
          <p:spPr bwMode="auto">
            <a:xfrm>
              <a:off x="2208"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remove</a:t>
              </a:r>
            </a:p>
            <a:p>
              <a:pPr algn="ctr"/>
              <a:r>
                <a:rPr lang="en-US" altLang="en-US" sz="1000">
                  <a:latin typeface="Times New Roman" panose="02020603050405020304" pitchFamily="18" charset="0"/>
                </a:rPr>
                <a:t>user</a:t>
              </a:r>
            </a:p>
          </p:txBody>
        </p:sp>
        <p:sp>
          <p:nvSpPr>
            <p:cNvPr id="53255" name="AutoShape 7">
              <a:extLst>
                <a:ext uri="{FF2B5EF4-FFF2-40B4-BE49-F238E27FC236}">
                  <a16:creationId xmlns:a16="http://schemas.microsoft.com/office/drawing/2014/main" id="{9F2C4068-007B-B4BE-EE54-DC7BDA3D98F9}"/>
                </a:ext>
              </a:extLst>
            </p:cNvPr>
            <p:cNvSpPr>
              <a:spLocks noChangeArrowheads="1"/>
            </p:cNvSpPr>
            <p:nvPr/>
          </p:nvSpPr>
          <p:spPr bwMode="auto">
            <a:xfrm>
              <a:off x="3600" y="1968"/>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confirm</a:t>
              </a:r>
            </a:p>
          </p:txBody>
        </p:sp>
        <p:sp>
          <p:nvSpPr>
            <p:cNvPr id="53256" name="AutoShape 8">
              <a:extLst>
                <a:ext uri="{FF2B5EF4-FFF2-40B4-BE49-F238E27FC236}">
                  <a16:creationId xmlns:a16="http://schemas.microsoft.com/office/drawing/2014/main" id="{0A69D665-D314-6C0C-F1DA-15673807E637}"/>
                </a:ext>
              </a:extLst>
            </p:cNvPr>
            <p:cNvSpPr>
              <a:spLocks noChangeArrowheads="1"/>
            </p:cNvSpPr>
            <p:nvPr/>
          </p:nvSpPr>
          <p:spPr bwMode="auto">
            <a:xfrm>
              <a:off x="2208" y="2832"/>
              <a:ext cx="912" cy="480"/>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1000">
                  <a:latin typeface="Times New Roman" panose="02020603050405020304" pitchFamily="18" charset="0"/>
                </a:rPr>
                <a:t>add user</a:t>
              </a:r>
            </a:p>
          </p:txBody>
        </p:sp>
        <p:cxnSp>
          <p:nvCxnSpPr>
            <p:cNvPr id="53257" name="AutoShape 9">
              <a:extLst>
                <a:ext uri="{FF2B5EF4-FFF2-40B4-BE49-F238E27FC236}">
                  <a16:creationId xmlns:a16="http://schemas.microsoft.com/office/drawing/2014/main" id="{3AB6737C-4584-F95F-C298-1EEA4F278593}"/>
                </a:ext>
              </a:extLst>
            </p:cNvPr>
            <p:cNvCxnSpPr>
              <a:cxnSpLocks noChangeShapeType="1"/>
              <a:stCxn id="53253" idx="3"/>
              <a:endCxn id="53254" idx="1"/>
            </p:cNvCxnSpPr>
            <p:nvPr/>
          </p:nvCxnSpPr>
          <p:spPr bwMode="auto">
            <a:xfrm>
              <a:off x="1584" y="2208"/>
              <a:ext cx="62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258" name="AutoShape 10">
              <a:extLst>
                <a:ext uri="{FF2B5EF4-FFF2-40B4-BE49-F238E27FC236}">
                  <a16:creationId xmlns:a16="http://schemas.microsoft.com/office/drawing/2014/main" id="{03803447-D76B-39D4-AA24-716C2C14838F}"/>
                </a:ext>
              </a:extLst>
            </p:cNvPr>
            <p:cNvCxnSpPr>
              <a:cxnSpLocks noChangeShapeType="1"/>
              <a:stCxn id="53253" idx="3"/>
              <a:endCxn id="53256" idx="1"/>
            </p:cNvCxnSpPr>
            <p:nvPr/>
          </p:nvCxnSpPr>
          <p:spPr bwMode="auto">
            <a:xfrm>
              <a:off x="1584" y="2208"/>
              <a:ext cx="624" cy="864"/>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3259" name="AutoShape 11">
              <a:extLst>
                <a:ext uri="{FF2B5EF4-FFF2-40B4-BE49-F238E27FC236}">
                  <a16:creationId xmlns:a16="http://schemas.microsoft.com/office/drawing/2014/main" id="{46F8494E-736E-E84D-8828-155014319778}"/>
                </a:ext>
              </a:extLst>
            </p:cNvPr>
            <p:cNvCxnSpPr>
              <a:cxnSpLocks noChangeShapeType="1"/>
              <a:stCxn id="53254" idx="3"/>
              <a:endCxn id="53255" idx="1"/>
            </p:cNvCxnSpPr>
            <p:nvPr/>
          </p:nvCxnSpPr>
          <p:spPr bwMode="auto">
            <a:xfrm>
              <a:off x="3120" y="2208"/>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260" name="AutoShape 12">
              <a:extLst>
                <a:ext uri="{FF2B5EF4-FFF2-40B4-BE49-F238E27FC236}">
                  <a16:creationId xmlns:a16="http://schemas.microsoft.com/office/drawing/2014/main" id="{A88B900A-F120-1BDF-F47F-826E563E0019}"/>
                </a:ext>
              </a:extLst>
            </p:cNvPr>
            <p:cNvCxnSpPr>
              <a:cxnSpLocks noChangeShapeType="1"/>
              <a:stCxn id="53255" idx="3"/>
              <a:endCxn id="53253" idx="0"/>
            </p:cNvCxnSpPr>
            <p:nvPr/>
          </p:nvCxnSpPr>
          <p:spPr bwMode="auto">
            <a:xfrm flipH="1" flipV="1">
              <a:off x="1128" y="1968"/>
              <a:ext cx="3384" cy="240"/>
            </a:xfrm>
            <a:prstGeom prst="bentConnector4">
              <a:avLst>
                <a:gd name="adj1" fmla="val -4255"/>
                <a:gd name="adj2" fmla="val 16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3261" name="AutoShape 13">
              <a:extLst>
                <a:ext uri="{FF2B5EF4-FFF2-40B4-BE49-F238E27FC236}">
                  <a16:creationId xmlns:a16="http://schemas.microsoft.com/office/drawing/2014/main" id="{BCF94ED6-2FB1-9A38-B112-5733C2D0E3C2}"/>
                </a:ext>
              </a:extLst>
            </p:cNvPr>
            <p:cNvCxnSpPr>
              <a:cxnSpLocks noChangeShapeType="1"/>
              <a:stCxn id="53256" idx="3"/>
              <a:endCxn id="53253" idx="2"/>
            </p:cNvCxnSpPr>
            <p:nvPr/>
          </p:nvCxnSpPr>
          <p:spPr bwMode="auto">
            <a:xfrm flipH="1" flipV="1">
              <a:off x="1128" y="2448"/>
              <a:ext cx="1992" cy="624"/>
            </a:xfrm>
            <a:prstGeom prst="bentConnector4">
              <a:avLst>
                <a:gd name="adj1" fmla="val -7227"/>
                <a:gd name="adj2" fmla="val -7804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8952F1B-6E3F-6A4D-C4B3-8609FFF91DB2}"/>
              </a:ext>
            </a:extLst>
          </p:cNvPr>
          <p:cNvSpPr>
            <a:spLocks noGrp="1" noChangeArrowheads="1"/>
          </p:cNvSpPr>
          <p:nvPr>
            <p:ph type="ctrTitle"/>
          </p:nvPr>
        </p:nvSpPr>
        <p:spPr>
          <a:xfrm>
            <a:off x="685800" y="1295400"/>
            <a:ext cx="7772400" cy="1143000"/>
          </a:xfrm>
        </p:spPr>
        <p:txBody>
          <a:bodyPr/>
          <a:lstStyle/>
          <a:p>
            <a:pPr eaLnBrk="1" hangingPunct="1"/>
            <a:r>
              <a:rPr lang="en-US" altLang="en-US" sz="4800"/>
              <a:t>wider still</a:t>
            </a:r>
            <a:endParaRPr lang="en-US" altLang="en-US"/>
          </a:p>
        </p:txBody>
      </p:sp>
      <p:sp>
        <p:nvSpPr>
          <p:cNvPr id="54275" name="Rectangle 3">
            <a:extLst>
              <a:ext uri="{FF2B5EF4-FFF2-40B4-BE49-F238E27FC236}">
                <a16:creationId xmlns:a16="http://schemas.microsoft.com/office/drawing/2014/main" id="{4EF9E943-C41A-9095-9C11-132D56F82E94}"/>
              </a:ext>
            </a:extLst>
          </p:cNvPr>
          <p:cNvSpPr>
            <a:spLocks noGrp="1" noChangeArrowheads="1"/>
          </p:cNvSpPr>
          <p:nvPr>
            <p:ph type="subTitle" idx="1"/>
          </p:nvPr>
        </p:nvSpPr>
        <p:spPr>
          <a:xfrm>
            <a:off x="1371600" y="3352800"/>
            <a:ext cx="6400800" cy="1752600"/>
          </a:xfrm>
        </p:spPr>
        <p:txBody>
          <a:bodyPr/>
          <a:lstStyle/>
          <a:p>
            <a:pPr eaLnBrk="1" hangingPunct="1"/>
            <a:r>
              <a:rPr lang="en-US" altLang="en-US"/>
              <a:t>between applications</a:t>
            </a:r>
          </a:p>
          <a:p>
            <a:pPr eaLnBrk="1" hangingPunct="1"/>
            <a:r>
              <a:rPr lang="en-US" altLang="en-US"/>
              <a:t>and beyond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28C672C-4695-22EF-3588-474690FB6389}"/>
              </a:ext>
            </a:extLst>
          </p:cNvPr>
          <p:cNvSpPr>
            <a:spLocks noGrp="1" noChangeArrowheads="1"/>
          </p:cNvSpPr>
          <p:nvPr>
            <p:ph type="title"/>
          </p:nvPr>
        </p:nvSpPr>
        <p:spPr/>
        <p:txBody>
          <a:bodyPr/>
          <a:lstStyle/>
          <a:p>
            <a:pPr eaLnBrk="1" hangingPunct="1"/>
            <a:r>
              <a:rPr lang="en-US" altLang="en-US"/>
              <a:t>wider still …</a:t>
            </a:r>
          </a:p>
        </p:txBody>
      </p:sp>
      <p:sp>
        <p:nvSpPr>
          <p:cNvPr id="55299" name="Rectangle 3">
            <a:extLst>
              <a:ext uri="{FF2B5EF4-FFF2-40B4-BE49-F238E27FC236}">
                <a16:creationId xmlns:a16="http://schemas.microsoft.com/office/drawing/2014/main" id="{5A83C832-6AF0-A46B-5341-D0EAEB748D3F}"/>
              </a:ext>
            </a:extLst>
          </p:cNvPr>
          <p:cNvSpPr>
            <a:spLocks noGrp="1" noChangeArrowheads="1"/>
          </p:cNvSpPr>
          <p:nvPr>
            <p:ph type="body" idx="1"/>
          </p:nvPr>
        </p:nvSpPr>
        <p:spPr/>
        <p:txBody>
          <a:bodyPr/>
          <a:lstStyle/>
          <a:p>
            <a:pPr eaLnBrk="1" hangingPunct="1"/>
            <a:r>
              <a:rPr lang="en-US" altLang="en-US"/>
              <a:t>style issues:</a:t>
            </a:r>
          </a:p>
          <a:p>
            <a:pPr lvl="1" eaLnBrk="1" hangingPunct="1"/>
            <a:r>
              <a:rPr lang="en-US" altLang="en-US"/>
              <a:t>platform standards,  consistency</a:t>
            </a:r>
          </a:p>
          <a:p>
            <a:pPr eaLnBrk="1" hangingPunct="1"/>
            <a:r>
              <a:rPr lang="en-US" altLang="en-US"/>
              <a:t>functional issues</a:t>
            </a:r>
          </a:p>
          <a:p>
            <a:pPr lvl="1" eaLnBrk="1" hangingPunct="1"/>
            <a:r>
              <a:rPr lang="en-US" altLang="en-US"/>
              <a:t>cut and paste</a:t>
            </a:r>
          </a:p>
          <a:p>
            <a:pPr eaLnBrk="1" hangingPunct="1"/>
            <a:r>
              <a:rPr lang="en-US" altLang="en-US"/>
              <a:t>navigation issues</a:t>
            </a:r>
          </a:p>
          <a:p>
            <a:pPr lvl="1" eaLnBrk="1" hangingPunct="1"/>
            <a:r>
              <a:rPr lang="en-US" altLang="en-US"/>
              <a:t>embedded applications</a:t>
            </a:r>
          </a:p>
          <a:p>
            <a:pPr lvl="1" eaLnBrk="1" hangingPunct="1"/>
            <a:r>
              <a:rPr lang="en-US" altLang="en-US"/>
              <a:t>links to other apps  … the web</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Oval 2">
            <a:extLst>
              <a:ext uri="{FF2B5EF4-FFF2-40B4-BE49-F238E27FC236}">
                <a16:creationId xmlns:a16="http://schemas.microsoft.com/office/drawing/2014/main" id="{6271ED91-8253-7D93-9647-543B2F6920B0}"/>
              </a:ext>
            </a:extLst>
          </p:cNvPr>
          <p:cNvSpPr>
            <a:spLocks noChangeArrowheads="1"/>
          </p:cNvSpPr>
          <p:nvPr/>
        </p:nvSpPr>
        <p:spPr bwMode="auto">
          <a:xfrm>
            <a:off x="4267200" y="3048000"/>
            <a:ext cx="533400" cy="533400"/>
          </a:xfrm>
          <a:prstGeom prst="ellipse">
            <a:avLst/>
          </a:prstGeom>
          <a:solidFill>
            <a:srgbClr val="ED181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DA5F1BC-223D-8778-EB38-7D49DD272A84}"/>
              </a:ext>
            </a:extLst>
          </p:cNvPr>
          <p:cNvSpPr>
            <a:spLocks noGrp="1" noChangeArrowheads="1"/>
          </p:cNvSpPr>
          <p:nvPr>
            <p:ph type="title"/>
          </p:nvPr>
        </p:nvSpPr>
        <p:spPr/>
        <p:txBody>
          <a:bodyPr/>
          <a:lstStyle/>
          <a:p>
            <a:r>
              <a:rPr lang="en-GB" altLang="en-US"/>
              <a:t>Interface types</a:t>
            </a:r>
          </a:p>
        </p:txBody>
      </p:sp>
      <p:sp>
        <p:nvSpPr>
          <p:cNvPr id="57347" name="Rectangle 3">
            <a:extLst>
              <a:ext uri="{FF2B5EF4-FFF2-40B4-BE49-F238E27FC236}">
                <a16:creationId xmlns:a16="http://schemas.microsoft.com/office/drawing/2014/main" id="{D223AA0A-DD07-4205-F795-87591855244C}"/>
              </a:ext>
            </a:extLst>
          </p:cNvPr>
          <p:cNvSpPr>
            <a:spLocks noGrp="1" noChangeArrowheads="1"/>
          </p:cNvSpPr>
          <p:nvPr>
            <p:ph type="body" idx="1"/>
          </p:nvPr>
        </p:nvSpPr>
        <p:spPr>
          <a:xfrm>
            <a:off x="533400" y="1447800"/>
            <a:ext cx="7772400" cy="4114800"/>
          </a:xfrm>
        </p:spPr>
        <p:txBody>
          <a:bodyPr/>
          <a:lstStyle/>
          <a:p>
            <a:pPr>
              <a:lnSpc>
                <a:spcPct val="90000"/>
              </a:lnSpc>
            </a:pPr>
            <a:r>
              <a:rPr lang="en-GB" altLang="en-US"/>
              <a:t>Many, many kinds now</a:t>
            </a:r>
          </a:p>
          <a:p>
            <a:pPr>
              <a:lnSpc>
                <a:spcPct val="90000"/>
              </a:lnSpc>
              <a:buFontTx/>
              <a:buNone/>
            </a:pPr>
            <a:r>
              <a:rPr lang="en-GB" altLang="en-US"/>
              <a:t>	</a:t>
            </a:r>
            <a:r>
              <a:rPr lang="en-GB" altLang="en-US" sz="1800">
                <a:solidFill>
                  <a:srgbClr val="1D6E76"/>
                </a:solidFill>
              </a:rPr>
              <a:t>1980s interfaces</a:t>
            </a:r>
            <a:endParaRPr lang="en-GB" altLang="en-US" sz="2000">
              <a:solidFill>
                <a:srgbClr val="1D6E76"/>
              </a:solidFill>
            </a:endParaRPr>
          </a:p>
          <a:p>
            <a:pPr>
              <a:lnSpc>
                <a:spcPct val="90000"/>
              </a:lnSpc>
              <a:buFontTx/>
              <a:buNone/>
            </a:pPr>
            <a:r>
              <a:rPr lang="en-GB" altLang="en-US" sz="2000"/>
              <a:t>		</a:t>
            </a:r>
            <a:r>
              <a:rPr lang="en-GB" altLang="en-US" sz="1400"/>
              <a:t>Command </a:t>
            </a:r>
          </a:p>
          <a:p>
            <a:pPr>
              <a:lnSpc>
                <a:spcPct val="90000"/>
              </a:lnSpc>
              <a:buFontTx/>
              <a:buNone/>
            </a:pPr>
            <a:r>
              <a:rPr lang="en-GB" altLang="en-US" sz="1400"/>
              <a:t>		WIMP/GUI</a:t>
            </a:r>
            <a:r>
              <a:rPr lang="en-GB" altLang="en-US" sz="2000"/>
              <a:t> </a:t>
            </a:r>
          </a:p>
          <a:p>
            <a:pPr>
              <a:lnSpc>
                <a:spcPct val="90000"/>
              </a:lnSpc>
              <a:buFontTx/>
              <a:buNone/>
            </a:pPr>
            <a:r>
              <a:rPr lang="en-GB" altLang="en-US" sz="2000"/>
              <a:t>	</a:t>
            </a:r>
            <a:r>
              <a:rPr lang="en-GB" altLang="en-US" sz="1800">
                <a:solidFill>
                  <a:srgbClr val="1D6E76"/>
                </a:solidFill>
              </a:rPr>
              <a:t>1990s interfaces</a:t>
            </a:r>
            <a:endParaRPr lang="en-GB" altLang="en-US" sz="2000"/>
          </a:p>
          <a:p>
            <a:pPr>
              <a:lnSpc>
                <a:spcPct val="90000"/>
              </a:lnSpc>
              <a:buFontTx/>
              <a:buNone/>
            </a:pPr>
            <a:r>
              <a:rPr lang="en-GB" altLang="en-US" sz="2000"/>
              <a:t>		</a:t>
            </a:r>
            <a:r>
              <a:rPr lang="en-GB" altLang="en-US" sz="1400"/>
              <a:t>Advanced graphical (multimedia, virtual reality, information visualization)</a:t>
            </a:r>
          </a:p>
          <a:p>
            <a:pPr>
              <a:lnSpc>
                <a:spcPct val="90000"/>
              </a:lnSpc>
              <a:buFontTx/>
              <a:buNone/>
            </a:pPr>
            <a:r>
              <a:rPr lang="en-GB" altLang="en-US" sz="1400"/>
              <a:t>		Web </a:t>
            </a:r>
          </a:p>
          <a:p>
            <a:pPr>
              <a:lnSpc>
                <a:spcPct val="90000"/>
              </a:lnSpc>
              <a:buFontTx/>
              <a:buNone/>
            </a:pPr>
            <a:r>
              <a:rPr lang="en-GB" altLang="en-US" sz="1400"/>
              <a:t>		Speech (voice) </a:t>
            </a:r>
          </a:p>
          <a:p>
            <a:pPr>
              <a:lnSpc>
                <a:spcPct val="90000"/>
              </a:lnSpc>
              <a:buFontTx/>
              <a:buNone/>
            </a:pPr>
            <a:r>
              <a:rPr lang="en-GB" altLang="en-US" sz="1400"/>
              <a:t>		Pen, gesture, and touch </a:t>
            </a:r>
          </a:p>
          <a:p>
            <a:pPr>
              <a:lnSpc>
                <a:spcPct val="90000"/>
              </a:lnSpc>
              <a:buFontTx/>
              <a:buNone/>
            </a:pPr>
            <a:r>
              <a:rPr lang="en-GB" altLang="en-US" sz="1400"/>
              <a:t>		Appliance </a:t>
            </a:r>
          </a:p>
          <a:p>
            <a:pPr>
              <a:lnSpc>
                <a:spcPct val="90000"/>
              </a:lnSpc>
              <a:buFontTx/>
              <a:buNone/>
            </a:pPr>
            <a:r>
              <a:rPr lang="en-GB" altLang="en-US" sz="2000"/>
              <a:t>	</a:t>
            </a:r>
            <a:r>
              <a:rPr lang="en-GB" altLang="en-US" sz="1800">
                <a:solidFill>
                  <a:srgbClr val="1D6E76"/>
                </a:solidFill>
              </a:rPr>
              <a:t>2000s interfaces</a:t>
            </a:r>
            <a:endParaRPr lang="en-GB" altLang="en-US" sz="2000"/>
          </a:p>
          <a:p>
            <a:pPr>
              <a:lnSpc>
                <a:spcPct val="90000"/>
              </a:lnSpc>
              <a:buFontTx/>
              <a:buNone/>
            </a:pPr>
            <a:r>
              <a:rPr lang="en-GB" altLang="en-US" sz="2000"/>
              <a:t>		</a:t>
            </a:r>
            <a:r>
              <a:rPr lang="en-GB" altLang="en-US" sz="1400"/>
              <a:t>Mobile </a:t>
            </a:r>
          </a:p>
          <a:p>
            <a:pPr>
              <a:lnSpc>
                <a:spcPct val="90000"/>
              </a:lnSpc>
              <a:buFontTx/>
              <a:buNone/>
            </a:pPr>
            <a:r>
              <a:rPr lang="en-GB" altLang="en-US" sz="1400"/>
              <a:t>		Multimodal</a:t>
            </a:r>
          </a:p>
          <a:p>
            <a:pPr>
              <a:lnSpc>
                <a:spcPct val="90000"/>
              </a:lnSpc>
              <a:buFontTx/>
              <a:buNone/>
            </a:pPr>
            <a:r>
              <a:rPr lang="en-GB" altLang="en-US" sz="1400"/>
              <a:t>		Shareable </a:t>
            </a:r>
          </a:p>
          <a:p>
            <a:pPr>
              <a:lnSpc>
                <a:spcPct val="90000"/>
              </a:lnSpc>
              <a:buFontTx/>
              <a:buNone/>
            </a:pPr>
            <a:r>
              <a:rPr lang="en-GB" altLang="en-US" sz="1400"/>
              <a:t>		Tangible </a:t>
            </a:r>
          </a:p>
          <a:p>
            <a:pPr>
              <a:lnSpc>
                <a:spcPct val="90000"/>
              </a:lnSpc>
              <a:buFontTx/>
              <a:buNone/>
            </a:pPr>
            <a:r>
              <a:rPr lang="en-GB" altLang="en-US" sz="1400"/>
              <a:t>		Augmented and mixed reality </a:t>
            </a:r>
          </a:p>
          <a:p>
            <a:pPr>
              <a:lnSpc>
                <a:spcPct val="90000"/>
              </a:lnSpc>
              <a:buFontTx/>
              <a:buNone/>
            </a:pPr>
            <a:r>
              <a:rPr lang="en-GB" altLang="en-US" sz="1400"/>
              <a:t>		Wearable </a:t>
            </a:r>
          </a:p>
          <a:p>
            <a:pPr>
              <a:lnSpc>
                <a:spcPct val="90000"/>
              </a:lnSpc>
              <a:buFontTx/>
              <a:buNone/>
            </a:pPr>
            <a:r>
              <a:rPr lang="en-GB" altLang="en-US" sz="1400"/>
              <a:t>		Robotic</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CACEB8D-3840-F7DF-57AB-CC8069A03BC0}"/>
              </a:ext>
            </a:extLst>
          </p:cNvPr>
          <p:cNvSpPr>
            <a:spLocks noGrp="1" noChangeArrowheads="1"/>
          </p:cNvSpPr>
          <p:nvPr>
            <p:ph type="ctrTitle"/>
          </p:nvPr>
        </p:nvSpPr>
        <p:spPr>
          <a:xfrm>
            <a:off x="685800" y="2286000"/>
            <a:ext cx="7772400" cy="1143000"/>
          </a:xfrm>
        </p:spPr>
        <p:txBody>
          <a:bodyPr/>
          <a:lstStyle/>
          <a:p>
            <a:pPr algn="ctr" eaLnBrk="1" hangingPunct="1"/>
            <a:r>
              <a:rPr lang="en-US" altLang="en-US">
                <a:solidFill>
                  <a:schemeClr val="tx1"/>
                </a:solidFill>
              </a:rPr>
              <a:t>screen design and layout</a:t>
            </a:r>
            <a:endParaRPr lang="en-GB" altLang="en-US">
              <a:solidFill>
                <a:schemeClr val="tx1"/>
              </a:solidFill>
            </a:endParaRPr>
          </a:p>
        </p:txBody>
      </p:sp>
      <p:sp>
        <p:nvSpPr>
          <p:cNvPr id="58371" name="Rectangle 3">
            <a:extLst>
              <a:ext uri="{FF2B5EF4-FFF2-40B4-BE49-F238E27FC236}">
                <a16:creationId xmlns:a16="http://schemas.microsoft.com/office/drawing/2014/main" id="{D7E1C112-12C3-1862-D038-0AA85F3879AF}"/>
              </a:ext>
            </a:extLst>
          </p:cNvPr>
          <p:cNvSpPr>
            <a:spLocks noGrp="1" noChangeArrowheads="1"/>
          </p:cNvSpPr>
          <p:nvPr>
            <p:ph type="subTitle" idx="1"/>
          </p:nvPr>
        </p:nvSpPr>
        <p:spPr/>
        <p:txBody>
          <a:bodyPr/>
          <a:lstStyle/>
          <a:p>
            <a:pPr eaLnBrk="1" hangingPunct="1"/>
            <a:r>
              <a:rPr lang="en-US" altLang="en-US"/>
              <a:t>basic principles</a:t>
            </a:r>
          </a:p>
          <a:p>
            <a:pPr eaLnBrk="1" hangingPunct="1"/>
            <a:r>
              <a:rPr lang="en-US" altLang="en-US"/>
              <a:t>grouping, structure, order</a:t>
            </a:r>
          </a:p>
          <a:p>
            <a:pPr eaLnBrk="1" hangingPunct="1"/>
            <a:r>
              <a:rPr lang="en-US" altLang="en-US"/>
              <a:t>alignment</a:t>
            </a:r>
          </a:p>
          <a:p>
            <a:pPr eaLnBrk="1" hangingPunct="1"/>
            <a:r>
              <a:rPr lang="en-US" altLang="en-US"/>
              <a:t>use of white space</a:t>
            </a:r>
            <a:endParaRPr lang="en-GB" altLang="en-US"/>
          </a:p>
        </p:txBody>
      </p:sp>
      <p:grpSp>
        <p:nvGrpSpPr>
          <p:cNvPr id="58372" name="Group 4">
            <a:extLst>
              <a:ext uri="{FF2B5EF4-FFF2-40B4-BE49-F238E27FC236}">
                <a16:creationId xmlns:a16="http://schemas.microsoft.com/office/drawing/2014/main" id="{F99534D0-9B66-968B-548E-CCDB9018C037}"/>
              </a:ext>
            </a:extLst>
          </p:cNvPr>
          <p:cNvGrpSpPr>
            <a:grpSpLocks/>
          </p:cNvGrpSpPr>
          <p:nvPr/>
        </p:nvGrpSpPr>
        <p:grpSpPr bwMode="auto">
          <a:xfrm>
            <a:off x="838200" y="1143000"/>
            <a:ext cx="1981200" cy="1141413"/>
            <a:chOff x="1056" y="1440"/>
            <a:chExt cx="1584" cy="912"/>
          </a:xfrm>
        </p:grpSpPr>
        <p:sp>
          <p:nvSpPr>
            <p:cNvPr id="58387" name="Rectangle 5">
              <a:extLst>
                <a:ext uri="{FF2B5EF4-FFF2-40B4-BE49-F238E27FC236}">
                  <a16:creationId xmlns:a16="http://schemas.microsoft.com/office/drawing/2014/main" id="{04717476-48F2-2B6E-6096-4AC5A8F97D43}"/>
                </a:ext>
              </a:extLst>
            </p:cNvPr>
            <p:cNvSpPr>
              <a:spLocks noChangeArrowheads="1"/>
            </p:cNvSpPr>
            <p:nvPr/>
          </p:nvSpPr>
          <p:spPr bwMode="auto">
            <a:xfrm>
              <a:off x="1056" y="1872"/>
              <a:ext cx="912" cy="48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8" name="Rectangle 6">
              <a:extLst>
                <a:ext uri="{FF2B5EF4-FFF2-40B4-BE49-F238E27FC236}">
                  <a16:creationId xmlns:a16="http://schemas.microsoft.com/office/drawing/2014/main" id="{451C3AFB-F2B4-0E5D-0AF8-01CA65EDCF91}"/>
                </a:ext>
              </a:extLst>
            </p:cNvPr>
            <p:cNvSpPr>
              <a:spLocks noChangeArrowheads="1"/>
            </p:cNvSpPr>
            <p:nvPr/>
          </p:nvSpPr>
          <p:spPr bwMode="auto">
            <a:xfrm>
              <a:off x="2064" y="1872"/>
              <a:ext cx="576" cy="48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9" name="Rectangle 7">
              <a:extLst>
                <a:ext uri="{FF2B5EF4-FFF2-40B4-BE49-F238E27FC236}">
                  <a16:creationId xmlns:a16="http://schemas.microsoft.com/office/drawing/2014/main" id="{68018E8D-8F3D-675F-A15B-F8757C1B7F28}"/>
                </a:ext>
              </a:extLst>
            </p:cNvPr>
            <p:cNvSpPr>
              <a:spLocks noChangeArrowheads="1"/>
            </p:cNvSpPr>
            <p:nvPr/>
          </p:nvSpPr>
          <p:spPr bwMode="auto">
            <a:xfrm>
              <a:off x="1056" y="1440"/>
              <a:ext cx="1584" cy="3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grpSp>
        <p:nvGrpSpPr>
          <p:cNvPr id="58373" name="Group 8">
            <a:extLst>
              <a:ext uri="{FF2B5EF4-FFF2-40B4-BE49-F238E27FC236}">
                <a16:creationId xmlns:a16="http://schemas.microsoft.com/office/drawing/2014/main" id="{284B5C2C-3870-EA68-3A36-061558EAA1D2}"/>
              </a:ext>
            </a:extLst>
          </p:cNvPr>
          <p:cNvGrpSpPr>
            <a:grpSpLocks/>
          </p:cNvGrpSpPr>
          <p:nvPr/>
        </p:nvGrpSpPr>
        <p:grpSpPr bwMode="auto">
          <a:xfrm>
            <a:off x="381000" y="5562600"/>
            <a:ext cx="2133600" cy="998538"/>
            <a:chOff x="1584" y="2448"/>
            <a:chExt cx="3408" cy="1632"/>
          </a:xfrm>
        </p:grpSpPr>
        <p:sp>
          <p:nvSpPr>
            <p:cNvPr id="58377" name="Rectangle 9">
              <a:extLst>
                <a:ext uri="{FF2B5EF4-FFF2-40B4-BE49-F238E27FC236}">
                  <a16:creationId xmlns:a16="http://schemas.microsoft.com/office/drawing/2014/main" id="{74734841-2B38-4FA0-0DFB-D82B12FE1807}"/>
                </a:ext>
              </a:extLst>
            </p:cNvPr>
            <p:cNvSpPr>
              <a:spLocks noChangeArrowheads="1"/>
            </p:cNvSpPr>
            <p:nvPr/>
          </p:nvSpPr>
          <p:spPr bwMode="auto">
            <a:xfrm>
              <a:off x="1584" y="2448"/>
              <a:ext cx="3408" cy="1632"/>
            </a:xfrm>
            <a:prstGeom prst="rect">
              <a:avLst/>
            </a:prstGeom>
            <a:solidFill>
              <a:schemeClr val="bg1"/>
            </a:solidFill>
            <a:ln w="28575">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endParaRPr lang="en-US" altLang="en-US" sz="900">
                <a:latin typeface="Times New Roman" panose="02020603050405020304" pitchFamily="18" charset="0"/>
              </a:endParaRPr>
            </a:p>
          </p:txBody>
        </p:sp>
        <p:sp>
          <p:nvSpPr>
            <p:cNvPr id="58378" name="Rectangle 10">
              <a:extLst>
                <a:ext uri="{FF2B5EF4-FFF2-40B4-BE49-F238E27FC236}">
                  <a16:creationId xmlns:a16="http://schemas.microsoft.com/office/drawing/2014/main" id="{DEB8D077-3E18-21F5-9C9B-51D55069F0CC}"/>
                </a:ext>
              </a:extLst>
            </p:cNvPr>
            <p:cNvSpPr>
              <a:spLocks noChangeArrowheads="1"/>
            </p:cNvSpPr>
            <p:nvPr/>
          </p:nvSpPr>
          <p:spPr bwMode="auto">
            <a:xfrm>
              <a:off x="1680" y="2544"/>
              <a:ext cx="1536" cy="720"/>
            </a:xfrm>
            <a:prstGeom prst="rect">
              <a:avLst/>
            </a:prstGeom>
            <a:solidFill>
              <a:schemeClr val="bg1"/>
            </a:solidFill>
            <a:ln w="57150" cmpd="thinThick">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79" name="Rectangle 11">
              <a:extLst>
                <a:ext uri="{FF2B5EF4-FFF2-40B4-BE49-F238E27FC236}">
                  <a16:creationId xmlns:a16="http://schemas.microsoft.com/office/drawing/2014/main" id="{4FC88319-A9F9-83AC-AE4B-2889E0B8E6FA}"/>
                </a:ext>
              </a:extLst>
            </p:cNvPr>
            <p:cNvSpPr>
              <a:spLocks noChangeArrowheads="1"/>
            </p:cNvSpPr>
            <p:nvPr/>
          </p:nvSpPr>
          <p:spPr bwMode="auto">
            <a:xfrm>
              <a:off x="1680" y="3360"/>
              <a:ext cx="3216" cy="624"/>
            </a:xfrm>
            <a:prstGeom prst="rect">
              <a:avLst/>
            </a:prstGeom>
            <a:solidFill>
              <a:schemeClr val="bg1"/>
            </a:solidFill>
            <a:ln w="57150" cmpd="thinThick">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sz="900">
                  <a:latin typeface="Abadi MT Condensed" pitchFamily="34" charset="0"/>
                </a:rPr>
                <a:t>A</a:t>
              </a:r>
              <a:r>
                <a:rPr lang="en-US" altLang="en-US" sz="900">
                  <a:latin typeface="Arial" panose="020B0604020202020204" pitchFamily="34" charset="0"/>
                </a:rPr>
                <a:t>B</a:t>
              </a:r>
              <a:r>
                <a:rPr lang="en-US" altLang="en-US" sz="900">
                  <a:latin typeface="Arial Black" panose="020B0604020202020204" pitchFamily="34" charset="0"/>
                </a:rPr>
                <a:t>C</a:t>
              </a:r>
              <a:r>
                <a:rPr lang="en-US" altLang="en-US" sz="900">
                  <a:latin typeface="Arial Narrow" panose="020B0604020202020204" pitchFamily="34" charset="0"/>
                </a:rPr>
                <a:t>D</a:t>
              </a:r>
              <a:r>
                <a:rPr lang="en-US" altLang="en-US" sz="900">
                  <a:latin typeface="Book Antiqua" panose="02040602050305030304" pitchFamily="18" charset="0"/>
                </a:rPr>
                <a:t>E</a:t>
              </a:r>
              <a:r>
                <a:rPr lang="en-US" altLang="en-US" sz="900">
                  <a:latin typeface="Bookman Old Style" panose="02050604050505020204" pitchFamily="18" charset="0"/>
                </a:rPr>
                <a:t>F</a:t>
              </a:r>
              <a:r>
                <a:rPr lang="en-US" altLang="en-US" sz="900">
                  <a:latin typeface="Bookshelf Symbol 1" pitchFamily="34" charset="2"/>
                </a:rPr>
                <a:t>G</a:t>
              </a:r>
              <a:r>
                <a:rPr lang="en-US" altLang="en-US" sz="900">
                  <a:latin typeface="Century Gothic" panose="020B0502020202020204" pitchFamily="34" charset="0"/>
                </a:rPr>
                <a:t>H</a:t>
              </a:r>
              <a:r>
                <a:rPr lang="en-US" altLang="en-US" sz="900">
                  <a:latin typeface="Comic Sans MS" panose="030F0902030302020204" pitchFamily="66" charset="0"/>
                </a:rPr>
                <a:t>I</a:t>
              </a:r>
              <a:r>
                <a:rPr lang="en-US" altLang="en-US" sz="900">
                  <a:latin typeface="Century Schoolbook" panose="02040604050505020304" pitchFamily="18" charset="0"/>
                </a:rPr>
                <a:t>J</a:t>
              </a:r>
              <a:r>
                <a:rPr lang="en-US" altLang="en-US" sz="900">
                  <a:latin typeface="Courier New" panose="02070309020205020404" pitchFamily="49" charset="0"/>
                </a:rPr>
                <a:t>K</a:t>
              </a:r>
              <a:r>
                <a:rPr lang="en-US" altLang="en-US" sz="900">
                  <a:latin typeface="Garamond" panose="02020404030301010803" pitchFamily="18" charset="0"/>
                </a:rPr>
                <a:t>L</a:t>
              </a:r>
              <a:r>
                <a:rPr lang="en-US" altLang="en-US" sz="900">
                  <a:latin typeface="Georgia" panose="02040502050405020303" pitchFamily="18" charset="0"/>
                </a:rPr>
                <a:t>M</a:t>
              </a:r>
              <a:endParaRPr lang="en-US" altLang="en-US" sz="900">
                <a:latin typeface="Times New Roman" panose="02020603050405020304" pitchFamily="18" charset="0"/>
              </a:endParaRPr>
            </a:p>
            <a:p>
              <a:pPr algn="ctr"/>
              <a:r>
                <a:rPr lang="en-US" altLang="en-US" sz="900">
                  <a:latin typeface="Haettenschweiler" panose="020B0706040902060204" pitchFamily="34" charset="0"/>
                </a:rPr>
                <a:t>N</a:t>
              </a:r>
              <a:r>
                <a:rPr lang="en-US" altLang="en-US" sz="900">
                  <a:latin typeface="Impact" panose="020B0806030902050204" pitchFamily="34" charset="0"/>
                </a:rPr>
                <a:t>O</a:t>
              </a:r>
              <a:r>
                <a:rPr lang="en-US" altLang="en-US" sz="900">
                  <a:latin typeface="Letter Gothic MT" charset="0"/>
                </a:rPr>
                <a:t>P</a:t>
              </a:r>
              <a:r>
                <a:rPr lang="en-US" altLang="en-US" sz="900">
                  <a:latin typeface="Lucida Console" panose="020B0609040504020204" pitchFamily="49" charset="0"/>
                </a:rPr>
                <a:t>Q</a:t>
              </a:r>
              <a:r>
                <a:rPr lang="en-US" altLang="en-US" sz="900">
                  <a:latin typeface="Lucida Sans Unicode" panose="020B0602030504020204" pitchFamily="34" charset="0"/>
                </a:rPr>
                <a:t>R</a:t>
              </a:r>
              <a:r>
                <a:rPr lang="en-US" altLang="en-US" sz="900">
                  <a:latin typeface="Modern" pitchFamily="50"/>
                </a:rPr>
                <a:t>S</a:t>
              </a:r>
              <a:r>
                <a:rPr lang="en-US" altLang="en-US" sz="900">
                  <a:latin typeface="Roman" pitchFamily="18"/>
                </a:rPr>
                <a:t>T</a:t>
              </a:r>
              <a:r>
                <a:rPr lang="en-US" altLang="en-US" sz="900">
                  <a:latin typeface="Script" pitchFamily="66"/>
                </a:rPr>
                <a:t>U</a:t>
              </a:r>
              <a:r>
                <a:rPr lang="en-US" altLang="en-US" sz="900">
                  <a:latin typeface="Tahoma" panose="020B0604030504040204" pitchFamily="34" charset="0"/>
                </a:rPr>
                <a:t>V</a:t>
              </a:r>
              <a:r>
                <a:rPr lang="en-US" altLang="en-US" sz="900">
                  <a:latin typeface="Times New Roman MT Extra Bold" charset="0"/>
                </a:rPr>
                <a:t>W</a:t>
              </a:r>
              <a:r>
                <a:rPr lang="en-US" altLang="en-US" sz="900">
                  <a:latin typeface="Trebuchet MS" panose="020B0703020202090204" pitchFamily="34" charset="0"/>
                </a:rPr>
                <a:t>X</a:t>
              </a:r>
              <a:r>
                <a:rPr lang="en-US" altLang="en-US" sz="900">
                  <a:latin typeface="Verdana" panose="020B0604030504040204" pitchFamily="34" charset="0"/>
                </a:rPr>
                <a:t>Y</a:t>
              </a:r>
              <a:r>
                <a:rPr lang="en-US" altLang="en-US" sz="900">
                  <a:latin typeface="Times New Roman" panose="02020603050405020304" pitchFamily="18" charset="0"/>
                </a:rPr>
                <a:t>Z</a:t>
              </a:r>
            </a:p>
          </p:txBody>
        </p:sp>
        <p:sp>
          <p:nvSpPr>
            <p:cNvPr id="58380" name="Rectangle 12">
              <a:extLst>
                <a:ext uri="{FF2B5EF4-FFF2-40B4-BE49-F238E27FC236}">
                  <a16:creationId xmlns:a16="http://schemas.microsoft.com/office/drawing/2014/main" id="{7D338EA0-AF5A-0F32-02AE-056EE36E651F}"/>
                </a:ext>
              </a:extLst>
            </p:cNvPr>
            <p:cNvSpPr>
              <a:spLocks noChangeArrowheads="1"/>
            </p:cNvSpPr>
            <p:nvPr/>
          </p:nvSpPr>
          <p:spPr bwMode="auto">
            <a:xfrm>
              <a:off x="3360"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1" name="Rectangle 13">
              <a:extLst>
                <a:ext uri="{FF2B5EF4-FFF2-40B4-BE49-F238E27FC236}">
                  <a16:creationId xmlns:a16="http://schemas.microsoft.com/office/drawing/2014/main" id="{67A7778F-7DE9-0798-1402-8BA767BBA66A}"/>
                </a:ext>
              </a:extLst>
            </p:cNvPr>
            <p:cNvSpPr>
              <a:spLocks noChangeArrowheads="1"/>
            </p:cNvSpPr>
            <p:nvPr/>
          </p:nvSpPr>
          <p:spPr bwMode="auto">
            <a:xfrm>
              <a:off x="3888"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2" name="Rectangle 14">
              <a:extLst>
                <a:ext uri="{FF2B5EF4-FFF2-40B4-BE49-F238E27FC236}">
                  <a16:creationId xmlns:a16="http://schemas.microsoft.com/office/drawing/2014/main" id="{8683C698-36FA-4647-7626-6666F8B9E2CA}"/>
                </a:ext>
              </a:extLst>
            </p:cNvPr>
            <p:cNvSpPr>
              <a:spLocks noChangeArrowheads="1"/>
            </p:cNvSpPr>
            <p:nvPr/>
          </p:nvSpPr>
          <p:spPr bwMode="auto">
            <a:xfrm>
              <a:off x="4416"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3" name="Rectangle 15">
              <a:extLst>
                <a:ext uri="{FF2B5EF4-FFF2-40B4-BE49-F238E27FC236}">
                  <a16:creationId xmlns:a16="http://schemas.microsoft.com/office/drawing/2014/main" id="{9F9204C0-1B32-8B32-5E85-E3481E6326EA}"/>
                </a:ext>
              </a:extLst>
            </p:cNvPr>
            <p:cNvSpPr>
              <a:spLocks noChangeArrowheads="1"/>
            </p:cNvSpPr>
            <p:nvPr/>
          </p:nvSpPr>
          <p:spPr bwMode="auto">
            <a:xfrm>
              <a:off x="1776" y="2640"/>
              <a:ext cx="432"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4" name="Rectangle 16">
              <a:extLst>
                <a:ext uri="{FF2B5EF4-FFF2-40B4-BE49-F238E27FC236}">
                  <a16:creationId xmlns:a16="http://schemas.microsoft.com/office/drawing/2014/main" id="{452A117C-2728-DE66-C11F-8AC07BCC6D0C}"/>
                </a:ext>
              </a:extLst>
            </p:cNvPr>
            <p:cNvSpPr>
              <a:spLocks noChangeArrowheads="1"/>
            </p:cNvSpPr>
            <p:nvPr/>
          </p:nvSpPr>
          <p:spPr bwMode="auto">
            <a:xfrm>
              <a:off x="2304" y="2640"/>
              <a:ext cx="432"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5" name="Rectangle 17">
              <a:extLst>
                <a:ext uri="{FF2B5EF4-FFF2-40B4-BE49-F238E27FC236}">
                  <a16:creationId xmlns:a16="http://schemas.microsoft.com/office/drawing/2014/main" id="{68C1939B-EC6F-AA7D-267A-0D97CE20AC85}"/>
                </a:ext>
              </a:extLst>
            </p:cNvPr>
            <p:cNvSpPr>
              <a:spLocks noChangeArrowheads="1"/>
            </p:cNvSpPr>
            <p:nvPr/>
          </p:nvSpPr>
          <p:spPr bwMode="auto">
            <a:xfrm>
              <a:off x="1776" y="3024"/>
              <a:ext cx="1344" cy="14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58386" name="Rectangle 18">
              <a:extLst>
                <a:ext uri="{FF2B5EF4-FFF2-40B4-BE49-F238E27FC236}">
                  <a16:creationId xmlns:a16="http://schemas.microsoft.com/office/drawing/2014/main" id="{7AB2362A-1B3C-08CB-7077-8930A7674CBA}"/>
                </a:ext>
              </a:extLst>
            </p:cNvPr>
            <p:cNvSpPr>
              <a:spLocks noChangeArrowheads="1"/>
            </p:cNvSpPr>
            <p:nvPr/>
          </p:nvSpPr>
          <p:spPr bwMode="auto">
            <a:xfrm>
              <a:off x="2832" y="2640"/>
              <a:ext cx="240"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grpSp>
        <p:nvGrpSpPr>
          <p:cNvPr id="58374" name="Group 22">
            <a:extLst>
              <a:ext uri="{FF2B5EF4-FFF2-40B4-BE49-F238E27FC236}">
                <a16:creationId xmlns:a16="http://schemas.microsoft.com/office/drawing/2014/main" id="{DD79DF95-698A-CD95-A09E-FAAA5C156E11}"/>
              </a:ext>
            </a:extLst>
          </p:cNvPr>
          <p:cNvGrpSpPr>
            <a:grpSpLocks/>
          </p:cNvGrpSpPr>
          <p:nvPr/>
        </p:nvGrpSpPr>
        <p:grpSpPr bwMode="auto">
          <a:xfrm>
            <a:off x="6096000" y="76200"/>
            <a:ext cx="2284413" cy="1871663"/>
            <a:chOff x="3120" y="117"/>
            <a:chExt cx="1439" cy="1179"/>
          </a:xfrm>
        </p:grpSpPr>
        <p:sp>
          <p:nvSpPr>
            <p:cNvPr id="58375" name="Text Box 20">
              <a:extLst>
                <a:ext uri="{FF2B5EF4-FFF2-40B4-BE49-F238E27FC236}">
                  <a16:creationId xmlns:a16="http://schemas.microsoft.com/office/drawing/2014/main" id="{120ECC55-C058-7ADA-4DC6-8110DA5F4AA8}"/>
                </a:ext>
              </a:extLst>
            </p:cNvPr>
            <p:cNvSpPr txBox="1">
              <a:spLocks noChangeArrowheads="1"/>
            </p:cNvSpPr>
            <p:nvPr/>
          </p:nvSpPr>
          <p:spPr bwMode="auto">
            <a:xfrm>
              <a:off x="3120" y="528"/>
              <a:ext cx="1110" cy="768"/>
            </a:xfrm>
            <a:prstGeom prst="rect">
              <a:avLst/>
            </a:prstGeom>
            <a:solidFill>
              <a:schemeClr val="bg1"/>
            </a:solidFill>
            <a:ln w="28575">
              <a:solidFill>
                <a:schemeClr val="accent2"/>
              </a:solidFill>
              <a:miter lim="800000"/>
              <a:headEnd/>
              <a:tailEnd/>
            </a:ln>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Dix , Alan</a:t>
              </a:r>
            </a:p>
            <a:p>
              <a:r>
                <a:rPr lang="en-US" altLang="en-US" sz="1800">
                  <a:latin typeface="Times New Roman" panose="02020603050405020304" pitchFamily="18" charset="0"/>
                </a:rPr>
                <a:t>Finlay, Janet</a:t>
              </a:r>
            </a:p>
            <a:p>
              <a:r>
                <a:rPr lang="en-US" altLang="en-US" sz="1800">
                  <a:latin typeface="Times New Roman" panose="02020603050405020304" pitchFamily="18" charset="0"/>
                </a:rPr>
                <a:t>Abowd, Gregory</a:t>
              </a:r>
            </a:p>
            <a:p>
              <a:r>
                <a:rPr lang="en-US" altLang="en-US" sz="1800">
                  <a:latin typeface="Times New Roman" panose="02020603050405020304" pitchFamily="18" charset="0"/>
                </a:rPr>
                <a:t>Beale, Russell</a:t>
              </a:r>
            </a:p>
          </p:txBody>
        </p:sp>
        <p:sp>
          <p:nvSpPr>
            <p:cNvPr id="58376" name="Text Box 21">
              <a:extLst>
                <a:ext uri="{FF2B5EF4-FFF2-40B4-BE49-F238E27FC236}">
                  <a16:creationId xmlns:a16="http://schemas.microsoft.com/office/drawing/2014/main" id="{276745BC-1B31-A105-D8CD-04E5B217D3A5}"/>
                </a:ext>
              </a:extLst>
            </p:cNvPr>
            <p:cNvSpPr txBox="1">
              <a:spLocks noChangeArrowheads="1"/>
            </p:cNvSpPr>
            <p:nvPr/>
          </p:nvSpPr>
          <p:spPr bwMode="auto">
            <a:xfrm>
              <a:off x="3840" y="117"/>
              <a:ext cx="719" cy="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9600">
                  <a:solidFill>
                    <a:srgbClr val="66FF33"/>
                  </a:solidFill>
                  <a:latin typeface="Times New Roman" panose="02020603050405020304" pitchFamily="18" charset="0"/>
                  <a:sym typeface="Wingdings" pitchFamily="2" charset="2"/>
                </a:rPr>
                <a:t></a:t>
              </a:r>
              <a:endParaRPr lang="en-US" altLang="en-US" sz="9600">
                <a:solidFill>
                  <a:srgbClr val="66FF33"/>
                </a:solidFill>
                <a:latin typeface="Times New Roman" panose="02020603050405020304" pitchFamily="18" charset="0"/>
                <a:sym typeface="Wingdings 2" pitchFamily="2" charset="2"/>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D1AAB4F-D2FC-85AD-30C2-615491106C6D}"/>
              </a:ext>
            </a:extLst>
          </p:cNvPr>
          <p:cNvSpPr>
            <a:spLocks noGrp="1" noChangeArrowheads="1"/>
          </p:cNvSpPr>
          <p:nvPr>
            <p:ph type="title"/>
          </p:nvPr>
        </p:nvSpPr>
        <p:spPr/>
        <p:txBody>
          <a:bodyPr/>
          <a:lstStyle/>
          <a:p>
            <a:r>
              <a:rPr lang="en-GB" altLang="en-US"/>
              <a:t>Research and design issues</a:t>
            </a:r>
          </a:p>
        </p:txBody>
      </p:sp>
      <p:sp>
        <p:nvSpPr>
          <p:cNvPr id="59395" name="Rectangle 4">
            <a:extLst>
              <a:ext uri="{FF2B5EF4-FFF2-40B4-BE49-F238E27FC236}">
                <a16:creationId xmlns:a16="http://schemas.microsoft.com/office/drawing/2014/main" id="{C791956B-27A0-1CEE-648E-5C7B9D8609C2}"/>
              </a:ext>
            </a:extLst>
          </p:cNvPr>
          <p:cNvSpPr>
            <a:spLocks noGrp="1" noChangeArrowheads="1"/>
          </p:cNvSpPr>
          <p:nvPr>
            <p:ph type="body" idx="1"/>
          </p:nvPr>
        </p:nvSpPr>
        <p:spPr/>
        <p:txBody>
          <a:bodyPr/>
          <a:lstStyle/>
          <a:p>
            <a:r>
              <a:rPr lang="en-GB" altLang="en-US"/>
              <a:t>Window management </a:t>
            </a:r>
          </a:p>
          <a:p>
            <a:pPr lvl="1"/>
            <a:r>
              <a:rPr lang="en-GB" altLang="en-US"/>
              <a:t>enabling users to move fluidly between different windows (and monitors) </a:t>
            </a:r>
          </a:p>
          <a:p>
            <a:r>
              <a:rPr lang="en-GB" altLang="en-US"/>
              <a:t>How to switch attention between them to find information needed without getting distracted</a:t>
            </a:r>
          </a:p>
          <a:p>
            <a:r>
              <a:rPr lang="en-GB" altLang="en-US"/>
              <a:t>Design principles of spacing, grouping, and simplicity should be used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179B27D-4847-8960-911C-9A874966CF57}"/>
              </a:ext>
            </a:extLst>
          </p:cNvPr>
          <p:cNvSpPr>
            <a:spLocks noGrp="1" noChangeArrowheads="1"/>
          </p:cNvSpPr>
          <p:nvPr>
            <p:ph type="title"/>
          </p:nvPr>
        </p:nvSpPr>
        <p:spPr/>
        <p:txBody>
          <a:bodyPr/>
          <a:lstStyle/>
          <a:p>
            <a:pPr eaLnBrk="1" hangingPunct="1"/>
            <a:r>
              <a:rPr lang="en-US" altLang="en-US">
                <a:solidFill>
                  <a:schemeClr val="tx1"/>
                </a:solidFill>
              </a:rPr>
              <a:t>basic princ</a:t>
            </a:r>
            <a:r>
              <a:rPr lang="en-US" altLang="en-US"/>
              <a:t>iples</a:t>
            </a:r>
            <a:endParaRPr lang="en-US" altLang="en-US">
              <a:solidFill>
                <a:schemeClr val="tx1"/>
              </a:solidFill>
            </a:endParaRPr>
          </a:p>
        </p:txBody>
      </p:sp>
      <p:sp>
        <p:nvSpPr>
          <p:cNvPr id="60419" name="Rectangle 3">
            <a:extLst>
              <a:ext uri="{FF2B5EF4-FFF2-40B4-BE49-F238E27FC236}">
                <a16:creationId xmlns:a16="http://schemas.microsoft.com/office/drawing/2014/main" id="{DB953481-C7E2-BDEE-D61D-C73E6DEB44D6}"/>
              </a:ext>
            </a:extLst>
          </p:cNvPr>
          <p:cNvSpPr>
            <a:spLocks noGrp="1" noChangeArrowheads="1"/>
          </p:cNvSpPr>
          <p:nvPr>
            <p:ph type="body" idx="1"/>
          </p:nvPr>
        </p:nvSpPr>
        <p:spPr/>
        <p:txBody>
          <a:bodyPr/>
          <a:lstStyle/>
          <a:p>
            <a:pPr eaLnBrk="1" hangingPunct="1"/>
            <a:r>
              <a:rPr lang="en-US" altLang="en-US" sz="3600"/>
              <a:t>ask</a:t>
            </a:r>
          </a:p>
          <a:p>
            <a:pPr marL="1438275" lvl="1" eaLnBrk="1" hangingPunct="1"/>
            <a:r>
              <a:rPr lang="en-US" altLang="en-US"/>
              <a:t>what is the user doing?</a:t>
            </a:r>
            <a:endParaRPr lang="en-US" altLang="en-US" sz="2800"/>
          </a:p>
          <a:p>
            <a:pPr eaLnBrk="1" hangingPunct="1"/>
            <a:r>
              <a:rPr lang="en-US" altLang="en-US" sz="3600"/>
              <a:t>think</a:t>
            </a:r>
          </a:p>
          <a:p>
            <a:pPr marL="1438275" lvl="1" eaLnBrk="1" hangingPunct="1"/>
            <a:r>
              <a:rPr lang="en-US" altLang="en-US"/>
              <a:t>what information, comparisons, order</a:t>
            </a:r>
            <a:endParaRPr lang="en-US" altLang="en-US" sz="3200"/>
          </a:p>
          <a:p>
            <a:pPr eaLnBrk="1" hangingPunct="1"/>
            <a:r>
              <a:rPr lang="en-US" altLang="en-US" sz="3600"/>
              <a:t>design</a:t>
            </a:r>
          </a:p>
          <a:p>
            <a:pPr marL="1438275" lvl="1" eaLnBrk="1" hangingPunct="1"/>
            <a:r>
              <a:rPr lang="en-US" altLang="en-US"/>
              <a:t>form follows function</a:t>
            </a:r>
            <a:endParaRPr lang="en-US" altLang="en-US" sz="32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AE5042F-D9C0-CBAD-CFFE-E33900EBB33C}"/>
              </a:ext>
            </a:extLst>
          </p:cNvPr>
          <p:cNvSpPr>
            <a:spLocks noGrp="1" noChangeArrowheads="1"/>
          </p:cNvSpPr>
          <p:nvPr>
            <p:ph type="title"/>
          </p:nvPr>
        </p:nvSpPr>
        <p:spPr/>
        <p:txBody>
          <a:bodyPr/>
          <a:lstStyle/>
          <a:p>
            <a:pPr eaLnBrk="1" hangingPunct="1"/>
            <a:r>
              <a:rPr lang="en-US" altLang="en-US">
                <a:solidFill>
                  <a:schemeClr val="tx1"/>
                </a:solidFill>
              </a:rPr>
              <a:t>available tools</a:t>
            </a:r>
          </a:p>
        </p:txBody>
      </p:sp>
      <p:sp>
        <p:nvSpPr>
          <p:cNvPr id="61443" name="Rectangle 3">
            <a:extLst>
              <a:ext uri="{FF2B5EF4-FFF2-40B4-BE49-F238E27FC236}">
                <a16:creationId xmlns:a16="http://schemas.microsoft.com/office/drawing/2014/main" id="{69E8EDB0-C5A8-F4EC-923F-65842855545C}"/>
              </a:ext>
            </a:extLst>
          </p:cNvPr>
          <p:cNvSpPr>
            <a:spLocks noGrp="1" noChangeArrowheads="1"/>
          </p:cNvSpPr>
          <p:nvPr>
            <p:ph type="body" idx="1"/>
          </p:nvPr>
        </p:nvSpPr>
        <p:spPr/>
        <p:txBody>
          <a:bodyPr/>
          <a:lstStyle/>
          <a:p>
            <a:pPr eaLnBrk="1" hangingPunct="1"/>
            <a:r>
              <a:rPr lang="en-US" altLang="en-US" sz="3200"/>
              <a:t>grouping of items</a:t>
            </a:r>
          </a:p>
          <a:p>
            <a:pPr eaLnBrk="1" hangingPunct="1"/>
            <a:r>
              <a:rPr lang="en-US" altLang="en-US" sz="3200"/>
              <a:t>order of items </a:t>
            </a:r>
          </a:p>
          <a:p>
            <a:pPr eaLnBrk="1" hangingPunct="1"/>
            <a:r>
              <a:rPr lang="en-US" altLang="en-US" sz="3200"/>
              <a:t>decoration - fonts, boxes etc.</a:t>
            </a:r>
          </a:p>
          <a:p>
            <a:pPr eaLnBrk="1" hangingPunct="1"/>
            <a:r>
              <a:rPr lang="en-US" altLang="en-US" sz="3200"/>
              <a:t>alignment of items</a:t>
            </a:r>
          </a:p>
          <a:p>
            <a:pPr eaLnBrk="1" hangingPunct="1"/>
            <a:r>
              <a:rPr lang="en-US" altLang="en-US" sz="3200"/>
              <a:t>white space between items</a:t>
            </a:r>
          </a:p>
          <a:p>
            <a:pPr eaLnBrk="1" hangingPunct="1"/>
            <a:endParaRPr lang="en-US" altLang="en-US" sz="32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996AC4A-7165-8FCE-A30A-0C15AB4C315E}"/>
              </a:ext>
            </a:extLst>
          </p:cNvPr>
          <p:cNvSpPr>
            <a:spLocks noGrp="1" noChangeArrowheads="1"/>
          </p:cNvSpPr>
          <p:nvPr>
            <p:ph type="title"/>
          </p:nvPr>
        </p:nvSpPr>
        <p:spPr/>
        <p:txBody>
          <a:bodyPr/>
          <a:lstStyle/>
          <a:p>
            <a:pPr eaLnBrk="1" hangingPunct="1"/>
            <a:r>
              <a:rPr lang="en-US" altLang="en-US">
                <a:solidFill>
                  <a:schemeClr val="tx1"/>
                </a:solidFill>
              </a:rPr>
              <a:t>grouping and structure</a:t>
            </a:r>
          </a:p>
        </p:txBody>
      </p:sp>
      <p:sp>
        <p:nvSpPr>
          <p:cNvPr id="62467" name="Rectangle 3">
            <a:extLst>
              <a:ext uri="{FF2B5EF4-FFF2-40B4-BE49-F238E27FC236}">
                <a16:creationId xmlns:a16="http://schemas.microsoft.com/office/drawing/2014/main" id="{BF760DB9-8B11-321A-DBF5-4C46D7619338}"/>
              </a:ext>
            </a:extLst>
          </p:cNvPr>
          <p:cNvSpPr>
            <a:spLocks noGrp="1" noChangeArrowheads="1"/>
          </p:cNvSpPr>
          <p:nvPr>
            <p:ph type="body" idx="1"/>
          </p:nvPr>
        </p:nvSpPr>
        <p:spPr/>
        <p:txBody>
          <a:bodyPr/>
          <a:lstStyle/>
          <a:p>
            <a:pPr algn="ctr" eaLnBrk="1" hangingPunct="1">
              <a:buFontTx/>
              <a:buNone/>
            </a:pPr>
            <a:r>
              <a:rPr lang="en-US" altLang="en-US" sz="2400"/>
              <a:t>logically together  </a:t>
            </a:r>
            <a:r>
              <a:rPr lang="en-US" altLang="en-US" sz="2400">
                <a:sym typeface="Symbol" pitchFamily="2" charset="2"/>
              </a:rPr>
              <a:t> </a:t>
            </a:r>
            <a:r>
              <a:rPr lang="en-US" altLang="en-US" sz="2400"/>
              <a:t> physically together</a:t>
            </a:r>
            <a:endParaRPr lang="en-US" altLang="en-US" sz="2000"/>
          </a:p>
          <a:p>
            <a:pPr eaLnBrk="1" hangingPunct="1"/>
            <a:endParaRPr lang="en-US" altLang="en-US"/>
          </a:p>
        </p:txBody>
      </p:sp>
      <p:grpSp>
        <p:nvGrpSpPr>
          <p:cNvPr id="62468" name="Group 4">
            <a:extLst>
              <a:ext uri="{FF2B5EF4-FFF2-40B4-BE49-F238E27FC236}">
                <a16:creationId xmlns:a16="http://schemas.microsoft.com/office/drawing/2014/main" id="{D3DB077F-05B9-5FE7-C8BF-3D00776D16BF}"/>
              </a:ext>
            </a:extLst>
          </p:cNvPr>
          <p:cNvGrpSpPr>
            <a:grpSpLocks/>
          </p:cNvGrpSpPr>
          <p:nvPr/>
        </p:nvGrpSpPr>
        <p:grpSpPr bwMode="auto">
          <a:xfrm>
            <a:off x="1143000" y="2895600"/>
            <a:ext cx="6781800" cy="3276600"/>
            <a:chOff x="720" y="1824"/>
            <a:chExt cx="4272" cy="2064"/>
          </a:xfrm>
        </p:grpSpPr>
        <p:sp>
          <p:nvSpPr>
            <p:cNvPr id="62469" name="Rectangle 5">
              <a:extLst>
                <a:ext uri="{FF2B5EF4-FFF2-40B4-BE49-F238E27FC236}">
                  <a16:creationId xmlns:a16="http://schemas.microsoft.com/office/drawing/2014/main" id="{3901EE01-292E-D48C-28EF-CB25FBE334C8}"/>
                </a:ext>
              </a:extLst>
            </p:cNvPr>
            <p:cNvSpPr>
              <a:spLocks noChangeArrowheads="1"/>
            </p:cNvSpPr>
            <p:nvPr/>
          </p:nvSpPr>
          <p:spPr bwMode="auto">
            <a:xfrm>
              <a:off x="720" y="1824"/>
              <a:ext cx="4272" cy="2064"/>
            </a:xfrm>
            <a:prstGeom prst="rect">
              <a:avLst/>
            </a:prstGeom>
            <a:solidFill>
              <a:schemeClr val="bg1"/>
            </a:solidFill>
            <a:ln w="28575">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2470" name="Text Box 6">
              <a:extLst>
                <a:ext uri="{FF2B5EF4-FFF2-40B4-BE49-F238E27FC236}">
                  <a16:creationId xmlns:a16="http://schemas.microsoft.com/office/drawing/2014/main" id="{00AC7E7F-0B5F-579F-7564-9E4EFEE63865}"/>
                </a:ext>
              </a:extLst>
            </p:cNvPr>
            <p:cNvSpPr txBox="1">
              <a:spLocks noChangeArrowheads="1"/>
            </p:cNvSpPr>
            <p:nvPr/>
          </p:nvSpPr>
          <p:spPr bwMode="auto">
            <a:xfrm>
              <a:off x="768" y="1833"/>
              <a:ext cx="1834"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2000" b="1">
                  <a:latin typeface="Times New Roman" panose="02020603050405020304" pitchFamily="18" charset="0"/>
                </a:rPr>
                <a:t>Billing details</a:t>
              </a:r>
              <a:r>
                <a:rPr lang="en-US" altLang="en-US" sz="2000">
                  <a:latin typeface="Times New Roman" panose="02020603050405020304" pitchFamily="18" charset="0"/>
                </a:rPr>
                <a:t>:</a:t>
              </a:r>
            </a:p>
            <a:p>
              <a:r>
                <a:rPr lang="en-US" altLang="en-US" sz="2000">
                  <a:latin typeface="Times New Roman" panose="02020603050405020304" pitchFamily="18" charset="0"/>
                </a:rPr>
                <a:t>  Name</a:t>
              </a:r>
            </a:p>
            <a:p>
              <a:r>
                <a:rPr lang="en-US" altLang="en-US" sz="2000">
                  <a:latin typeface="Times New Roman" panose="02020603050405020304" pitchFamily="18" charset="0"/>
                </a:rPr>
                <a:t>  Address: …</a:t>
              </a:r>
            </a:p>
            <a:p>
              <a:r>
                <a:rPr lang="en-US" altLang="en-US" sz="2000">
                  <a:latin typeface="Times New Roman" panose="02020603050405020304" pitchFamily="18" charset="0"/>
                </a:rPr>
                <a:t>  Credit card no</a:t>
              </a:r>
            </a:p>
          </p:txBody>
        </p:sp>
        <p:sp>
          <p:nvSpPr>
            <p:cNvPr id="62471" name="Text Box 7">
              <a:extLst>
                <a:ext uri="{FF2B5EF4-FFF2-40B4-BE49-F238E27FC236}">
                  <a16:creationId xmlns:a16="http://schemas.microsoft.com/office/drawing/2014/main" id="{59FA692D-4207-8CF8-366C-DC5E3F9F3781}"/>
                </a:ext>
              </a:extLst>
            </p:cNvPr>
            <p:cNvSpPr txBox="1">
              <a:spLocks noChangeArrowheads="1"/>
            </p:cNvSpPr>
            <p:nvPr/>
          </p:nvSpPr>
          <p:spPr bwMode="auto">
            <a:xfrm>
              <a:off x="3024" y="1833"/>
              <a:ext cx="1834"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2000" b="1">
                  <a:latin typeface="Times New Roman" panose="02020603050405020304" pitchFamily="18" charset="0"/>
                </a:rPr>
                <a:t>Delivery details</a:t>
              </a:r>
              <a:r>
                <a:rPr lang="en-US" altLang="en-US" sz="2000">
                  <a:latin typeface="Times New Roman" panose="02020603050405020304" pitchFamily="18" charset="0"/>
                </a:rPr>
                <a:t>:</a:t>
              </a:r>
            </a:p>
            <a:p>
              <a:r>
                <a:rPr lang="en-US" altLang="en-US" sz="2000">
                  <a:latin typeface="Times New Roman" panose="02020603050405020304" pitchFamily="18" charset="0"/>
                </a:rPr>
                <a:t>  Name</a:t>
              </a:r>
            </a:p>
            <a:p>
              <a:r>
                <a:rPr lang="en-US" altLang="en-US" sz="2000">
                  <a:latin typeface="Times New Roman" panose="02020603050405020304" pitchFamily="18" charset="0"/>
                </a:rPr>
                <a:t>  Address: …</a:t>
              </a:r>
            </a:p>
            <a:p>
              <a:r>
                <a:rPr lang="en-US" altLang="en-US" sz="2000">
                  <a:latin typeface="Times New Roman" panose="02020603050405020304" pitchFamily="18" charset="0"/>
                </a:rPr>
                <a:t>  Delivery time</a:t>
              </a:r>
            </a:p>
          </p:txBody>
        </p:sp>
        <p:sp>
          <p:nvSpPr>
            <p:cNvPr id="62472" name="Line 8">
              <a:extLst>
                <a:ext uri="{FF2B5EF4-FFF2-40B4-BE49-F238E27FC236}">
                  <a16:creationId xmlns:a16="http://schemas.microsoft.com/office/drawing/2014/main" id="{41FBE52D-ACDA-55BA-C2ED-0EAD0A7CD738}"/>
                </a:ext>
              </a:extLst>
            </p:cNvPr>
            <p:cNvSpPr>
              <a:spLocks noChangeShapeType="1"/>
            </p:cNvSpPr>
            <p:nvPr/>
          </p:nvSpPr>
          <p:spPr bwMode="auto">
            <a:xfrm>
              <a:off x="768" y="2784"/>
              <a:ext cx="41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473" name="Text Box 9">
              <a:extLst>
                <a:ext uri="{FF2B5EF4-FFF2-40B4-BE49-F238E27FC236}">
                  <a16:creationId xmlns:a16="http://schemas.microsoft.com/office/drawing/2014/main" id="{4E597615-5149-C0EE-D07E-48F4DD8EDE67}"/>
                </a:ext>
              </a:extLst>
            </p:cNvPr>
            <p:cNvSpPr txBox="1">
              <a:spLocks noChangeArrowheads="1"/>
            </p:cNvSpPr>
            <p:nvPr/>
          </p:nvSpPr>
          <p:spPr bwMode="auto">
            <a:xfrm>
              <a:off x="768" y="2784"/>
              <a:ext cx="4224"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2000" b="1">
                  <a:latin typeface="Times New Roman" panose="02020603050405020304" pitchFamily="18" charset="0"/>
                </a:rPr>
                <a:t>Order details</a:t>
              </a:r>
              <a:r>
                <a:rPr lang="en-US" altLang="en-US" sz="2000">
                  <a:latin typeface="Times New Roman" panose="02020603050405020304" pitchFamily="18" charset="0"/>
                </a:rPr>
                <a:t>:</a:t>
              </a:r>
            </a:p>
            <a:p>
              <a:r>
                <a:rPr lang="en-US" altLang="en-US" sz="2000">
                  <a:latin typeface="Times New Roman" panose="02020603050405020304" pitchFamily="18" charset="0"/>
                </a:rPr>
                <a:t>  item                                               quantity  cost/item    cost</a:t>
              </a:r>
            </a:p>
            <a:p>
              <a:r>
                <a:rPr lang="en-US" altLang="en-US" sz="2000">
                  <a:latin typeface="Times New Roman" panose="02020603050405020304" pitchFamily="18" charset="0"/>
                </a:rPr>
                <a:t>  </a:t>
              </a:r>
              <a:r>
                <a:rPr lang="en-US" altLang="en-US" sz="1800">
                  <a:latin typeface="Courier New" panose="02070309020205020404" pitchFamily="49" charset="0"/>
                </a:rPr>
                <a:t>size 10 screws (boxes)      7    3.71   25.97</a:t>
              </a:r>
              <a:endParaRPr lang="en-US" altLang="en-US" sz="2000">
                <a:latin typeface="Times New Roman" panose="02020603050405020304" pitchFamily="18" charset="0"/>
              </a:endParaRPr>
            </a:p>
            <a:p>
              <a:r>
                <a:rPr lang="en-US" altLang="en-US" sz="2000">
                  <a:latin typeface="Times New Roman" panose="02020603050405020304" pitchFamily="18" charset="0"/>
                </a:rPr>
                <a:t>      ……			                    …	     …           …</a:t>
              </a:r>
            </a:p>
            <a:p>
              <a:endParaRPr lang="en-US" altLang="en-US" sz="2000">
                <a:latin typeface="Times New Roman" panose="02020603050405020304" pitchFamily="18" charset="0"/>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F433238-542F-2303-B134-76DA73231409}"/>
              </a:ext>
            </a:extLst>
          </p:cNvPr>
          <p:cNvSpPr>
            <a:spLocks noGrp="1" noChangeArrowheads="1"/>
          </p:cNvSpPr>
          <p:nvPr>
            <p:ph type="title"/>
          </p:nvPr>
        </p:nvSpPr>
        <p:spPr/>
        <p:txBody>
          <a:bodyPr/>
          <a:lstStyle/>
          <a:p>
            <a:pPr eaLnBrk="1" hangingPunct="1"/>
            <a:r>
              <a:rPr lang="en-US" altLang="en-US">
                <a:solidFill>
                  <a:schemeClr val="tx1"/>
                </a:solidFill>
              </a:rPr>
              <a:t>order of groups and items</a:t>
            </a:r>
          </a:p>
        </p:txBody>
      </p:sp>
      <p:sp>
        <p:nvSpPr>
          <p:cNvPr id="63491" name="Rectangle 3">
            <a:extLst>
              <a:ext uri="{FF2B5EF4-FFF2-40B4-BE49-F238E27FC236}">
                <a16:creationId xmlns:a16="http://schemas.microsoft.com/office/drawing/2014/main" id="{70F1652E-431D-EA00-CEC2-373683FC4B64}"/>
              </a:ext>
            </a:extLst>
          </p:cNvPr>
          <p:cNvSpPr>
            <a:spLocks noGrp="1" noChangeArrowheads="1"/>
          </p:cNvSpPr>
          <p:nvPr>
            <p:ph type="body" idx="1"/>
          </p:nvPr>
        </p:nvSpPr>
        <p:spPr/>
        <p:txBody>
          <a:bodyPr/>
          <a:lstStyle/>
          <a:p>
            <a:pPr eaLnBrk="1" hangingPunct="1">
              <a:lnSpc>
                <a:spcPct val="90000"/>
              </a:lnSpc>
            </a:pPr>
            <a:r>
              <a:rPr lang="en-US" altLang="en-US"/>
              <a:t>think! - what is natural order</a:t>
            </a:r>
          </a:p>
          <a:p>
            <a:pPr eaLnBrk="1" hangingPunct="1">
              <a:lnSpc>
                <a:spcPct val="90000"/>
              </a:lnSpc>
            </a:pPr>
            <a:endParaRPr lang="en-US" altLang="en-US"/>
          </a:p>
          <a:p>
            <a:pPr eaLnBrk="1" hangingPunct="1">
              <a:lnSpc>
                <a:spcPct val="90000"/>
              </a:lnSpc>
            </a:pPr>
            <a:r>
              <a:rPr lang="en-US" altLang="en-US"/>
              <a:t>should match screen order!</a:t>
            </a:r>
          </a:p>
          <a:p>
            <a:pPr marL="1438275" lvl="1" eaLnBrk="1" hangingPunct="1">
              <a:lnSpc>
                <a:spcPct val="90000"/>
              </a:lnSpc>
            </a:pPr>
            <a:r>
              <a:rPr lang="en-US" altLang="en-US" sz="2000"/>
              <a:t>use boxes, space etc.</a:t>
            </a:r>
          </a:p>
          <a:p>
            <a:pPr marL="1438275" lvl="1" eaLnBrk="1" hangingPunct="1">
              <a:lnSpc>
                <a:spcPct val="90000"/>
              </a:lnSpc>
            </a:pPr>
            <a:r>
              <a:rPr lang="en-US" altLang="en-US" sz="2000"/>
              <a:t>set up tabbing right!</a:t>
            </a:r>
            <a:endParaRPr lang="en-US" altLang="en-US" sz="2800"/>
          </a:p>
          <a:p>
            <a:pPr eaLnBrk="1" hangingPunct="1">
              <a:lnSpc>
                <a:spcPct val="90000"/>
              </a:lnSpc>
            </a:pPr>
            <a:endParaRPr lang="en-US" altLang="en-US"/>
          </a:p>
          <a:p>
            <a:pPr eaLnBrk="1" hangingPunct="1">
              <a:lnSpc>
                <a:spcPct val="90000"/>
              </a:lnSpc>
            </a:pPr>
            <a:r>
              <a:rPr lang="en-US" altLang="en-US"/>
              <a:t>instructions</a:t>
            </a:r>
          </a:p>
          <a:p>
            <a:pPr marL="1438275" lvl="1" eaLnBrk="1" hangingPunct="1">
              <a:lnSpc>
                <a:spcPct val="90000"/>
              </a:lnSpc>
            </a:pPr>
            <a:r>
              <a:rPr lang="en-US" altLang="en-US" sz="2000"/>
              <a:t>beware the cake recipie syndrome!</a:t>
            </a:r>
            <a:br>
              <a:rPr lang="en-US" altLang="en-US" sz="2000"/>
            </a:br>
            <a:r>
              <a:rPr lang="en-US" altLang="en-US" sz="2000"/>
              <a:t>… </a:t>
            </a:r>
            <a:r>
              <a:rPr lang="en-US" altLang="en-US" sz="1800"/>
              <a:t>mix milk and flour, add the fruit</a:t>
            </a:r>
            <a:br>
              <a:rPr lang="en-US" altLang="en-US" sz="1800"/>
            </a:br>
            <a:r>
              <a:rPr lang="en-US" altLang="en-US" sz="1800"/>
              <a:t>    after beating them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57559CFC-AEC4-E5FA-F37A-5530BAC70B90}"/>
              </a:ext>
            </a:extLst>
          </p:cNvPr>
          <p:cNvSpPr>
            <a:spLocks noGrp="1" noChangeArrowheads="1"/>
          </p:cNvSpPr>
          <p:nvPr>
            <p:ph type="title"/>
          </p:nvPr>
        </p:nvSpPr>
        <p:spPr/>
        <p:txBody>
          <a:bodyPr/>
          <a:lstStyle/>
          <a:p>
            <a:pPr eaLnBrk="1" hangingPunct="1"/>
            <a:r>
              <a:rPr lang="en-US" altLang="en-US"/>
              <a:t>decoration</a:t>
            </a:r>
          </a:p>
        </p:txBody>
      </p:sp>
      <p:sp>
        <p:nvSpPr>
          <p:cNvPr id="64515" name="Rectangle 3">
            <a:extLst>
              <a:ext uri="{FF2B5EF4-FFF2-40B4-BE49-F238E27FC236}">
                <a16:creationId xmlns:a16="http://schemas.microsoft.com/office/drawing/2014/main" id="{BABDF912-9F74-4D06-EC3C-5A47FF48B6A4}"/>
              </a:ext>
            </a:extLst>
          </p:cNvPr>
          <p:cNvSpPr>
            <a:spLocks noGrp="1" noChangeArrowheads="1"/>
          </p:cNvSpPr>
          <p:nvPr>
            <p:ph type="body" idx="1"/>
          </p:nvPr>
        </p:nvSpPr>
        <p:spPr/>
        <p:txBody>
          <a:bodyPr/>
          <a:lstStyle/>
          <a:p>
            <a:pPr eaLnBrk="1" hangingPunct="1"/>
            <a:r>
              <a:rPr lang="en-US" altLang="en-US"/>
              <a:t>use boxes to group logical items</a:t>
            </a:r>
          </a:p>
          <a:p>
            <a:pPr eaLnBrk="1" hangingPunct="1"/>
            <a:r>
              <a:rPr lang="en-US" altLang="en-US"/>
              <a:t>use fonts for emphasis, headings</a:t>
            </a:r>
          </a:p>
          <a:p>
            <a:pPr eaLnBrk="1" hangingPunct="1"/>
            <a:r>
              <a:rPr lang="en-US" altLang="en-US"/>
              <a:t>but not too many!!</a:t>
            </a:r>
          </a:p>
        </p:txBody>
      </p:sp>
      <p:grpSp>
        <p:nvGrpSpPr>
          <p:cNvPr id="64516" name="Group 4">
            <a:extLst>
              <a:ext uri="{FF2B5EF4-FFF2-40B4-BE49-F238E27FC236}">
                <a16:creationId xmlns:a16="http://schemas.microsoft.com/office/drawing/2014/main" id="{6730D0B2-C503-641A-77B0-D8642F78D6BB}"/>
              </a:ext>
            </a:extLst>
          </p:cNvPr>
          <p:cNvGrpSpPr>
            <a:grpSpLocks/>
          </p:cNvGrpSpPr>
          <p:nvPr/>
        </p:nvGrpSpPr>
        <p:grpSpPr bwMode="auto">
          <a:xfrm>
            <a:off x="2514600" y="3886200"/>
            <a:ext cx="5410200" cy="2590800"/>
            <a:chOff x="1584" y="2448"/>
            <a:chExt cx="3408" cy="1632"/>
          </a:xfrm>
        </p:grpSpPr>
        <p:sp>
          <p:nvSpPr>
            <p:cNvPr id="64517" name="Rectangle 5">
              <a:extLst>
                <a:ext uri="{FF2B5EF4-FFF2-40B4-BE49-F238E27FC236}">
                  <a16:creationId xmlns:a16="http://schemas.microsoft.com/office/drawing/2014/main" id="{FEA8873B-A123-B9E2-7FBD-327B58FEECF2}"/>
                </a:ext>
              </a:extLst>
            </p:cNvPr>
            <p:cNvSpPr>
              <a:spLocks noChangeArrowheads="1"/>
            </p:cNvSpPr>
            <p:nvPr/>
          </p:nvSpPr>
          <p:spPr bwMode="auto">
            <a:xfrm>
              <a:off x="1584" y="2448"/>
              <a:ext cx="3408" cy="1632"/>
            </a:xfrm>
            <a:prstGeom prst="rect">
              <a:avLst/>
            </a:prstGeom>
            <a:solidFill>
              <a:schemeClr val="bg1"/>
            </a:solidFill>
            <a:ln w="28575">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endParaRPr lang="en-US" altLang="en-US">
                <a:latin typeface="Times New Roman" panose="02020603050405020304" pitchFamily="18" charset="0"/>
              </a:endParaRPr>
            </a:p>
          </p:txBody>
        </p:sp>
        <p:sp>
          <p:nvSpPr>
            <p:cNvPr id="64518" name="Rectangle 6">
              <a:extLst>
                <a:ext uri="{FF2B5EF4-FFF2-40B4-BE49-F238E27FC236}">
                  <a16:creationId xmlns:a16="http://schemas.microsoft.com/office/drawing/2014/main" id="{57EF64E4-16E7-CA04-D1C6-1BB22A57B960}"/>
                </a:ext>
              </a:extLst>
            </p:cNvPr>
            <p:cNvSpPr>
              <a:spLocks noChangeArrowheads="1"/>
            </p:cNvSpPr>
            <p:nvPr/>
          </p:nvSpPr>
          <p:spPr bwMode="auto">
            <a:xfrm>
              <a:off x="1680" y="2544"/>
              <a:ext cx="1536" cy="720"/>
            </a:xfrm>
            <a:prstGeom prst="rect">
              <a:avLst/>
            </a:prstGeom>
            <a:solidFill>
              <a:schemeClr val="bg1"/>
            </a:solidFill>
            <a:ln w="57150" cmpd="thinThick">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19" name="Rectangle 7">
              <a:extLst>
                <a:ext uri="{FF2B5EF4-FFF2-40B4-BE49-F238E27FC236}">
                  <a16:creationId xmlns:a16="http://schemas.microsoft.com/office/drawing/2014/main" id="{0F65F131-E743-2150-A05B-44620714D75E}"/>
                </a:ext>
              </a:extLst>
            </p:cNvPr>
            <p:cNvSpPr>
              <a:spLocks noChangeArrowheads="1"/>
            </p:cNvSpPr>
            <p:nvPr/>
          </p:nvSpPr>
          <p:spPr bwMode="auto">
            <a:xfrm>
              <a:off x="1680" y="3360"/>
              <a:ext cx="3216" cy="624"/>
            </a:xfrm>
            <a:prstGeom prst="rect">
              <a:avLst/>
            </a:prstGeom>
            <a:solidFill>
              <a:schemeClr val="bg1"/>
            </a:solidFill>
            <a:ln w="57150" cmpd="thinThick">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Abadi MT Condensed" pitchFamily="34" charset="0"/>
                </a:rPr>
                <a:t>A</a:t>
              </a:r>
              <a:r>
                <a:rPr lang="en-US" altLang="en-US">
                  <a:latin typeface="Arial" panose="020B0604020202020204" pitchFamily="34" charset="0"/>
                </a:rPr>
                <a:t>B</a:t>
              </a:r>
              <a:r>
                <a:rPr lang="en-US" altLang="en-US">
                  <a:latin typeface="Arial Black" panose="020B0604020202020204" pitchFamily="34" charset="0"/>
                </a:rPr>
                <a:t>C</a:t>
              </a:r>
              <a:r>
                <a:rPr lang="en-US" altLang="en-US">
                  <a:latin typeface="Arial Narrow" panose="020B0604020202020204" pitchFamily="34" charset="0"/>
                </a:rPr>
                <a:t>D</a:t>
              </a:r>
              <a:r>
                <a:rPr lang="en-US" altLang="en-US">
                  <a:latin typeface="Book Antiqua" panose="02040602050305030304" pitchFamily="18" charset="0"/>
                </a:rPr>
                <a:t>E</a:t>
              </a:r>
              <a:r>
                <a:rPr lang="en-US" altLang="en-US">
                  <a:latin typeface="Bookman Old Style" panose="02050604050505020204" pitchFamily="18" charset="0"/>
                </a:rPr>
                <a:t>F</a:t>
              </a:r>
              <a:r>
                <a:rPr lang="en-US" altLang="en-US">
                  <a:latin typeface="Bookshelf Symbol 1" pitchFamily="34" charset="2"/>
                </a:rPr>
                <a:t>G</a:t>
              </a:r>
              <a:r>
                <a:rPr lang="en-US" altLang="en-US">
                  <a:latin typeface="Century Gothic" panose="020B0502020202020204" pitchFamily="34" charset="0"/>
                </a:rPr>
                <a:t>H</a:t>
              </a:r>
              <a:r>
                <a:rPr lang="en-US" altLang="en-US">
                  <a:latin typeface="Comic Sans MS" panose="030F0902030302020204" pitchFamily="66" charset="0"/>
                </a:rPr>
                <a:t>I</a:t>
              </a:r>
              <a:r>
                <a:rPr lang="en-US" altLang="en-US">
                  <a:latin typeface="Century Schoolbook" panose="02040604050505020304" pitchFamily="18" charset="0"/>
                </a:rPr>
                <a:t>J</a:t>
              </a:r>
              <a:r>
                <a:rPr lang="en-US" altLang="en-US">
                  <a:latin typeface="Courier New" panose="02070309020205020404" pitchFamily="49" charset="0"/>
                </a:rPr>
                <a:t>K</a:t>
              </a:r>
              <a:r>
                <a:rPr lang="en-US" altLang="en-US">
                  <a:latin typeface="Garamond" panose="02020404030301010803" pitchFamily="18" charset="0"/>
                </a:rPr>
                <a:t>L</a:t>
              </a:r>
              <a:r>
                <a:rPr lang="en-US" altLang="en-US">
                  <a:latin typeface="Georgia" panose="02040502050405020303" pitchFamily="18" charset="0"/>
                </a:rPr>
                <a:t>M</a:t>
              </a:r>
              <a:endParaRPr lang="en-US" altLang="en-US">
                <a:latin typeface="Times New Roman" panose="02020603050405020304" pitchFamily="18" charset="0"/>
              </a:endParaRPr>
            </a:p>
            <a:p>
              <a:pPr algn="ctr"/>
              <a:r>
                <a:rPr lang="en-US" altLang="en-US">
                  <a:latin typeface="Haettenschweiler" panose="020B0706040902060204" pitchFamily="34" charset="0"/>
                </a:rPr>
                <a:t>N</a:t>
              </a:r>
              <a:r>
                <a:rPr lang="en-US" altLang="en-US">
                  <a:latin typeface="Impact" panose="020B0806030902050204" pitchFamily="34" charset="0"/>
                </a:rPr>
                <a:t>O</a:t>
              </a:r>
              <a:r>
                <a:rPr lang="en-US" altLang="en-US">
                  <a:latin typeface="Letter Gothic MT" charset="0"/>
                </a:rPr>
                <a:t>P</a:t>
              </a:r>
              <a:r>
                <a:rPr lang="en-US" altLang="en-US">
                  <a:latin typeface="Lucida Console" panose="020B0609040504020204" pitchFamily="49" charset="0"/>
                </a:rPr>
                <a:t>Q</a:t>
              </a:r>
              <a:r>
                <a:rPr lang="en-US" altLang="en-US">
                  <a:latin typeface="Lucida Sans Unicode" panose="020B0602030504020204" pitchFamily="34" charset="0"/>
                </a:rPr>
                <a:t>R</a:t>
              </a:r>
              <a:r>
                <a:rPr lang="en-US" altLang="en-US">
                  <a:latin typeface="Modern" pitchFamily="50"/>
                </a:rPr>
                <a:t>S</a:t>
              </a:r>
              <a:r>
                <a:rPr lang="en-US" altLang="en-US">
                  <a:latin typeface="Roman" pitchFamily="18"/>
                </a:rPr>
                <a:t>T</a:t>
              </a:r>
              <a:r>
                <a:rPr lang="en-US" altLang="en-US">
                  <a:latin typeface="Script" pitchFamily="66"/>
                </a:rPr>
                <a:t>U</a:t>
              </a:r>
              <a:r>
                <a:rPr lang="en-US" altLang="en-US">
                  <a:latin typeface="Tahoma" panose="020B0604030504040204" pitchFamily="34" charset="0"/>
                </a:rPr>
                <a:t>V</a:t>
              </a:r>
              <a:r>
                <a:rPr lang="en-US" altLang="en-US">
                  <a:latin typeface="Times New Roman MT Extra Bold" charset="0"/>
                </a:rPr>
                <a:t>W</a:t>
              </a:r>
              <a:r>
                <a:rPr lang="en-US" altLang="en-US">
                  <a:latin typeface="Trebuchet MS" panose="020B0703020202090204" pitchFamily="34" charset="0"/>
                </a:rPr>
                <a:t>X</a:t>
              </a:r>
              <a:r>
                <a:rPr lang="en-US" altLang="en-US">
                  <a:latin typeface="Verdana" panose="020B0604030504040204" pitchFamily="34" charset="0"/>
                </a:rPr>
                <a:t>Y</a:t>
              </a:r>
              <a:r>
                <a:rPr lang="en-US" altLang="en-US">
                  <a:latin typeface="Times New Roman" panose="02020603050405020304" pitchFamily="18" charset="0"/>
                </a:rPr>
                <a:t>Z</a:t>
              </a:r>
            </a:p>
          </p:txBody>
        </p:sp>
        <p:sp>
          <p:nvSpPr>
            <p:cNvPr id="64520" name="Rectangle 8">
              <a:extLst>
                <a:ext uri="{FF2B5EF4-FFF2-40B4-BE49-F238E27FC236}">
                  <a16:creationId xmlns:a16="http://schemas.microsoft.com/office/drawing/2014/main" id="{FF9310CD-123D-390E-60C6-87E4F0A2AF70}"/>
                </a:ext>
              </a:extLst>
            </p:cNvPr>
            <p:cNvSpPr>
              <a:spLocks noChangeArrowheads="1"/>
            </p:cNvSpPr>
            <p:nvPr/>
          </p:nvSpPr>
          <p:spPr bwMode="auto">
            <a:xfrm>
              <a:off x="3360"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1" name="Rectangle 9">
              <a:extLst>
                <a:ext uri="{FF2B5EF4-FFF2-40B4-BE49-F238E27FC236}">
                  <a16:creationId xmlns:a16="http://schemas.microsoft.com/office/drawing/2014/main" id="{A1BB3996-7A9E-3D45-2310-4B64245243AA}"/>
                </a:ext>
              </a:extLst>
            </p:cNvPr>
            <p:cNvSpPr>
              <a:spLocks noChangeArrowheads="1"/>
            </p:cNvSpPr>
            <p:nvPr/>
          </p:nvSpPr>
          <p:spPr bwMode="auto">
            <a:xfrm>
              <a:off x="3888"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2" name="Rectangle 10">
              <a:extLst>
                <a:ext uri="{FF2B5EF4-FFF2-40B4-BE49-F238E27FC236}">
                  <a16:creationId xmlns:a16="http://schemas.microsoft.com/office/drawing/2014/main" id="{681DD519-965F-43B7-FE8D-59C9A7A7CABA}"/>
                </a:ext>
              </a:extLst>
            </p:cNvPr>
            <p:cNvSpPr>
              <a:spLocks noChangeArrowheads="1"/>
            </p:cNvSpPr>
            <p:nvPr/>
          </p:nvSpPr>
          <p:spPr bwMode="auto">
            <a:xfrm>
              <a:off x="4416" y="2544"/>
              <a:ext cx="480" cy="672"/>
            </a:xfrm>
            <a:prstGeom prst="rect">
              <a:avLst/>
            </a:prstGeom>
            <a:solidFill>
              <a:schemeClr val="bg1"/>
            </a:solidFill>
            <a:ln w="38100" cmpd="dbl">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3" name="Rectangle 11">
              <a:extLst>
                <a:ext uri="{FF2B5EF4-FFF2-40B4-BE49-F238E27FC236}">
                  <a16:creationId xmlns:a16="http://schemas.microsoft.com/office/drawing/2014/main" id="{EC2C4ACC-367D-1B94-B18A-A06387BE6632}"/>
                </a:ext>
              </a:extLst>
            </p:cNvPr>
            <p:cNvSpPr>
              <a:spLocks noChangeArrowheads="1"/>
            </p:cNvSpPr>
            <p:nvPr/>
          </p:nvSpPr>
          <p:spPr bwMode="auto">
            <a:xfrm>
              <a:off x="1776" y="2640"/>
              <a:ext cx="432"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4" name="Rectangle 12">
              <a:extLst>
                <a:ext uri="{FF2B5EF4-FFF2-40B4-BE49-F238E27FC236}">
                  <a16:creationId xmlns:a16="http://schemas.microsoft.com/office/drawing/2014/main" id="{891FC384-611A-C0FB-DF85-76785B534DD4}"/>
                </a:ext>
              </a:extLst>
            </p:cNvPr>
            <p:cNvSpPr>
              <a:spLocks noChangeArrowheads="1"/>
            </p:cNvSpPr>
            <p:nvPr/>
          </p:nvSpPr>
          <p:spPr bwMode="auto">
            <a:xfrm>
              <a:off x="2304" y="2640"/>
              <a:ext cx="432"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5" name="Rectangle 13">
              <a:extLst>
                <a:ext uri="{FF2B5EF4-FFF2-40B4-BE49-F238E27FC236}">
                  <a16:creationId xmlns:a16="http://schemas.microsoft.com/office/drawing/2014/main" id="{CF5E44F4-C635-6B15-773E-4DC35D291224}"/>
                </a:ext>
              </a:extLst>
            </p:cNvPr>
            <p:cNvSpPr>
              <a:spLocks noChangeArrowheads="1"/>
            </p:cNvSpPr>
            <p:nvPr/>
          </p:nvSpPr>
          <p:spPr bwMode="auto">
            <a:xfrm>
              <a:off x="1776" y="3024"/>
              <a:ext cx="1344" cy="14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4526" name="Rectangle 14">
              <a:extLst>
                <a:ext uri="{FF2B5EF4-FFF2-40B4-BE49-F238E27FC236}">
                  <a16:creationId xmlns:a16="http://schemas.microsoft.com/office/drawing/2014/main" id="{83E37B1F-92F8-BF7A-185A-F0A323D43CC1}"/>
                </a:ext>
              </a:extLst>
            </p:cNvPr>
            <p:cNvSpPr>
              <a:spLocks noChangeArrowheads="1"/>
            </p:cNvSpPr>
            <p:nvPr/>
          </p:nvSpPr>
          <p:spPr bwMode="auto">
            <a:xfrm>
              <a:off x="2832" y="2640"/>
              <a:ext cx="240" cy="288"/>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FAE0D67B-81D4-F222-75F1-AE11217795A7}"/>
              </a:ext>
            </a:extLst>
          </p:cNvPr>
          <p:cNvSpPr>
            <a:spLocks noGrp="1" noChangeArrowheads="1"/>
          </p:cNvSpPr>
          <p:nvPr>
            <p:ph type="title"/>
          </p:nvPr>
        </p:nvSpPr>
        <p:spPr/>
        <p:txBody>
          <a:bodyPr/>
          <a:lstStyle/>
          <a:p>
            <a:pPr eaLnBrk="1" hangingPunct="1"/>
            <a:r>
              <a:rPr lang="en-US" altLang="en-US">
                <a:solidFill>
                  <a:schemeClr val="tx1"/>
                </a:solidFill>
              </a:rPr>
              <a:t>alignment - text</a:t>
            </a:r>
          </a:p>
        </p:txBody>
      </p:sp>
      <p:sp>
        <p:nvSpPr>
          <p:cNvPr id="65539" name="Rectangle 3">
            <a:extLst>
              <a:ext uri="{FF2B5EF4-FFF2-40B4-BE49-F238E27FC236}">
                <a16:creationId xmlns:a16="http://schemas.microsoft.com/office/drawing/2014/main" id="{31AE0A7D-B0E8-3AA8-068A-B9EABB636BEF}"/>
              </a:ext>
            </a:extLst>
          </p:cNvPr>
          <p:cNvSpPr>
            <a:spLocks noGrp="1" noChangeArrowheads="1"/>
          </p:cNvSpPr>
          <p:nvPr>
            <p:ph type="body" idx="1"/>
          </p:nvPr>
        </p:nvSpPr>
        <p:spPr/>
        <p:txBody>
          <a:bodyPr/>
          <a:lstStyle/>
          <a:p>
            <a:pPr eaLnBrk="1" hangingPunct="1"/>
            <a:r>
              <a:rPr lang="en-US" altLang="en-US"/>
              <a:t>you read from left to right   </a:t>
            </a:r>
            <a:r>
              <a:rPr lang="en-US" altLang="en-US" sz="1800"/>
              <a:t>(English and European)</a:t>
            </a:r>
            <a:r>
              <a:rPr lang="en-US" altLang="en-US"/>
              <a:t>                        </a:t>
            </a:r>
          </a:p>
          <a:p>
            <a:pPr eaLnBrk="1" hangingPunct="1">
              <a:buFontTx/>
              <a:buNone/>
            </a:pPr>
            <a:r>
              <a:rPr lang="en-US" altLang="en-US">
                <a:sym typeface="Symbol" pitchFamily="2" charset="2"/>
              </a:rPr>
              <a:t>			</a:t>
            </a:r>
            <a:r>
              <a:rPr lang="en-US" altLang="en-US"/>
              <a:t>  align left hand side</a:t>
            </a:r>
          </a:p>
          <a:p>
            <a:pPr eaLnBrk="1" hangingPunct="1"/>
            <a:endParaRPr lang="en-US" altLang="en-US"/>
          </a:p>
        </p:txBody>
      </p:sp>
      <p:sp>
        <p:nvSpPr>
          <p:cNvPr id="65540" name="Text Box 4">
            <a:extLst>
              <a:ext uri="{FF2B5EF4-FFF2-40B4-BE49-F238E27FC236}">
                <a16:creationId xmlns:a16="http://schemas.microsoft.com/office/drawing/2014/main" id="{367656F5-A7DB-6A25-14E7-FF9B8CAC37EF}"/>
              </a:ext>
            </a:extLst>
          </p:cNvPr>
          <p:cNvSpPr txBox="1">
            <a:spLocks noChangeArrowheads="1"/>
          </p:cNvSpPr>
          <p:nvPr/>
        </p:nvSpPr>
        <p:spPr bwMode="auto">
          <a:xfrm>
            <a:off x="914400" y="3505200"/>
            <a:ext cx="3886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Willy Wonka and the Chocolate Factory</a:t>
            </a:r>
          </a:p>
          <a:p>
            <a:r>
              <a:rPr lang="en-US" altLang="en-US" sz="1800">
                <a:latin typeface="Times New Roman" panose="02020603050405020304" pitchFamily="18" charset="0"/>
              </a:rPr>
              <a:t>Winston Churchill - A Biography</a:t>
            </a:r>
          </a:p>
          <a:p>
            <a:r>
              <a:rPr lang="en-US" altLang="en-US" sz="1800">
                <a:latin typeface="Times New Roman" panose="02020603050405020304" pitchFamily="18" charset="0"/>
              </a:rPr>
              <a:t>Wizard of Oz</a:t>
            </a:r>
          </a:p>
          <a:p>
            <a:r>
              <a:rPr lang="en-US" altLang="en-US" sz="1800">
                <a:latin typeface="Times New Roman" panose="02020603050405020304" pitchFamily="18" charset="0"/>
              </a:rPr>
              <a:t>Xena - Warrior Princess</a:t>
            </a:r>
            <a:endParaRPr lang="en-US" altLang="en-US">
              <a:latin typeface="Times New Roman" panose="02020603050405020304" pitchFamily="18" charset="0"/>
            </a:endParaRPr>
          </a:p>
        </p:txBody>
      </p:sp>
      <p:sp>
        <p:nvSpPr>
          <p:cNvPr id="65541" name="Text Box 5">
            <a:extLst>
              <a:ext uri="{FF2B5EF4-FFF2-40B4-BE49-F238E27FC236}">
                <a16:creationId xmlns:a16="http://schemas.microsoft.com/office/drawing/2014/main" id="{FFB9D9D2-BF8D-BC24-F993-8158B288946C}"/>
              </a:ext>
            </a:extLst>
          </p:cNvPr>
          <p:cNvSpPr txBox="1">
            <a:spLocks noChangeArrowheads="1"/>
          </p:cNvSpPr>
          <p:nvPr/>
        </p:nvSpPr>
        <p:spPr bwMode="auto">
          <a:xfrm>
            <a:off x="4648200" y="4953000"/>
            <a:ext cx="3886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r"/>
            <a:r>
              <a:rPr lang="en-US" altLang="en-US" sz="1800">
                <a:latin typeface="Times New Roman" panose="02020603050405020304" pitchFamily="18" charset="0"/>
              </a:rPr>
              <a:t>Willy Wonka and the Chocolate Factory</a:t>
            </a:r>
          </a:p>
          <a:p>
            <a:pPr algn="r"/>
            <a:r>
              <a:rPr lang="en-US" altLang="en-US" sz="1800">
                <a:latin typeface="Times New Roman" panose="02020603050405020304" pitchFamily="18" charset="0"/>
              </a:rPr>
              <a:t>Winston Churchill - A Biography</a:t>
            </a:r>
          </a:p>
          <a:p>
            <a:pPr algn="r"/>
            <a:r>
              <a:rPr lang="en-US" altLang="en-US" sz="1800">
                <a:latin typeface="Times New Roman" panose="02020603050405020304" pitchFamily="18" charset="0"/>
              </a:rPr>
              <a:t>Wizard of Oz</a:t>
            </a:r>
          </a:p>
          <a:p>
            <a:pPr algn="r"/>
            <a:r>
              <a:rPr lang="en-US" altLang="en-US" sz="1800">
                <a:latin typeface="Times New Roman" panose="02020603050405020304" pitchFamily="18" charset="0"/>
              </a:rPr>
              <a:t>Xena - Warrior Princess</a:t>
            </a:r>
            <a:endParaRPr lang="en-US" altLang="en-US">
              <a:latin typeface="Times New Roman" panose="02020603050405020304" pitchFamily="18" charset="0"/>
            </a:endParaRPr>
          </a:p>
        </p:txBody>
      </p:sp>
      <p:sp>
        <p:nvSpPr>
          <p:cNvPr id="65542" name="Text Box 6">
            <a:extLst>
              <a:ext uri="{FF2B5EF4-FFF2-40B4-BE49-F238E27FC236}">
                <a16:creationId xmlns:a16="http://schemas.microsoft.com/office/drawing/2014/main" id="{2C9C5B59-5CC7-6196-3CEB-3BFD90BFCBE0}"/>
              </a:ext>
            </a:extLst>
          </p:cNvPr>
          <p:cNvSpPr txBox="1">
            <a:spLocks noChangeArrowheads="1"/>
          </p:cNvSpPr>
          <p:nvPr/>
        </p:nvSpPr>
        <p:spPr bwMode="auto">
          <a:xfrm>
            <a:off x="838200" y="5562600"/>
            <a:ext cx="3048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Times New Roman" panose="02020603050405020304" pitchFamily="18" charset="0"/>
              </a:rPr>
              <a:t>fine for special effects but hard to scan</a:t>
            </a:r>
          </a:p>
        </p:txBody>
      </p:sp>
      <p:sp>
        <p:nvSpPr>
          <p:cNvPr id="65543" name="AutoShape 7">
            <a:extLst>
              <a:ext uri="{FF2B5EF4-FFF2-40B4-BE49-F238E27FC236}">
                <a16:creationId xmlns:a16="http://schemas.microsoft.com/office/drawing/2014/main" id="{D7C43E9B-63AE-DF49-760B-90FA06CE8342}"/>
              </a:ext>
            </a:extLst>
          </p:cNvPr>
          <p:cNvSpPr>
            <a:spLocks noChangeArrowheads="1"/>
          </p:cNvSpPr>
          <p:nvPr/>
        </p:nvSpPr>
        <p:spPr bwMode="auto">
          <a:xfrm rot="-838425">
            <a:off x="3810000" y="5638800"/>
            <a:ext cx="1143000" cy="304800"/>
          </a:xfrm>
          <a:prstGeom prst="rightArrow">
            <a:avLst>
              <a:gd name="adj1" fmla="val 50000"/>
              <a:gd name="adj2" fmla="val 9375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65544" name="Text Box 8">
            <a:extLst>
              <a:ext uri="{FF2B5EF4-FFF2-40B4-BE49-F238E27FC236}">
                <a16:creationId xmlns:a16="http://schemas.microsoft.com/office/drawing/2014/main" id="{EF162950-CCAD-63B9-D84E-0AC0CD1195AF}"/>
              </a:ext>
            </a:extLst>
          </p:cNvPr>
          <p:cNvSpPr txBox="1">
            <a:spLocks noChangeArrowheads="1"/>
          </p:cNvSpPr>
          <p:nvPr/>
        </p:nvSpPr>
        <p:spPr bwMode="auto">
          <a:xfrm>
            <a:off x="6096000" y="3276600"/>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Times New Roman" panose="02020603050405020304" pitchFamily="18" charset="0"/>
              </a:rPr>
              <a:t>boring but</a:t>
            </a:r>
          </a:p>
          <a:p>
            <a:r>
              <a:rPr lang="en-US" altLang="en-US">
                <a:latin typeface="Times New Roman" panose="02020603050405020304" pitchFamily="18" charset="0"/>
              </a:rPr>
              <a:t>readable!</a:t>
            </a:r>
          </a:p>
        </p:txBody>
      </p:sp>
      <p:sp>
        <p:nvSpPr>
          <p:cNvPr id="65545" name="AutoShape 9">
            <a:extLst>
              <a:ext uri="{FF2B5EF4-FFF2-40B4-BE49-F238E27FC236}">
                <a16:creationId xmlns:a16="http://schemas.microsoft.com/office/drawing/2014/main" id="{75FBDE77-A4D1-4424-725F-A8FD246A5B04}"/>
              </a:ext>
            </a:extLst>
          </p:cNvPr>
          <p:cNvSpPr>
            <a:spLocks noChangeArrowheads="1"/>
          </p:cNvSpPr>
          <p:nvPr/>
        </p:nvSpPr>
        <p:spPr bwMode="auto">
          <a:xfrm rot="-838425" flipH="1" flipV="1">
            <a:off x="4800600" y="3657600"/>
            <a:ext cx="1143000" cy="304800"/>
          </a:xfrm>
          <a:prstGeom prst="rightArrow">
            <a:avLst>
              <a:gd name="adj1" fmla="val 50000"/>
              <a:gd name="adj2" fmla="val 93750"/>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879835C-3DEA-357B-6124-FBD961244B9C}"/>
              </a:ext>
            </a:extLst>
          </p:cNvPr>
          <p:cNvSpPr>
            <a:spLocks noGrp="1" noChangeArrowheads="1"/>
          </p:cNvSpPr>
          <p:nvPr>
            <p:ph type="title"/>
          </p:nvPr>
        </p:nvSpPr>
        <p:spPr/>
        <p:txBody>
          <a:bodyPr/>
          <a:lstStyle/>
          <a:p>
            <a:pPr eaLnBrk="1" hangingPunct="1"/>
            <a:r>
              <a:rPr lang="en-US" altLang="en-US">
                <a:solidFill>
                  <a:schemeClr val="tx1"/>
                </a:solidFill>
              </a:rPr>
              <a:t>alignment - names</a:t>
            </a:r>
          </a:p>
        </p:txBody>
      </p:sp>
      <p:sp>
        <p:nvSpPr>
          <p:cNvPr id="66563" name="Rectangle 3">
            <a:extLst>
              <a:ext uri="{FF2B5EF4-FFF2-40B4-BE49-F238E27FC236}">
                <a16:creationId xmlns:a16="http://schemas.microsoft.com/office/drawing/2014/main" id="{691A13F9-E489-6E48-0E4E-33EA2561DB17}"/>
              </a:ext>
            </a:extLst>
          </p:cNvPr>
          <p:cNvSpPr>
            <a:spLocks noGrp="1" noChangeArrowheads="1"/>
          </p:cNvSpPr>
          <p:nvPr>
            <p:ph type="body" idx="1"/>
          </p:nvPr>
        </p:nvSpPr>
        <p:spPr/>
        <p:txBody>
          <a:bodyPr/>
          <a:lstStyle/>
          <a:p>
            <a:pPr eaLnBrk="1" hangingPunct="1"/>
            <a:r>
              <a:rPr lang="en-US" altLang="en-US"/>
              <a:t>Usually scanning for surnames   </a:t>
            </a:r>
            <a:r>
              <a:rPr lang="en-US" altLang="en-US">
                <a:sym typeface="Symbol" pitchFamily="2" charset="2"/>
              </a:rPr>
              <a:t>			</a:t>
            </a:r>
            <a:r>
              <a:rPr lang="en-US" altLang="en-US"/>
              <a:t>  make it easy!</a:t>
            </a:r>
          </a:p>
          <a:p>
            <a:pPr eaLnBrk="1" hangingPunct="1"/>
            <a:endParaRPr lang="en-US" altLang="en-US"/>
          </a:p>
        </p:txBody>
      </p:sp>
      <p:sp>
        <p:nvSpPr>
          <p:cNvPr id="66564" name="Text Box 4">
            <a:extLst>
              <a:ext uri="{FF2B5EF4-FFF2-40B4-BE49-F238E27FC236}">
                <a16:creationId xmlns:a16="http://schemas.microsoft.com/office/drawing/2014/main" id="{FCA3C6DD-D871-ACAC-CD2D-9482DAFCCFB7}"/>
              </a:ext>
            </a:extLst>
          </p:cNvPr>
          <p:cNvSpPr txBox="1">
            <a:spLocks noChangeArrowheads="1"/>
          </p:cNvSpPr>
          <p:nvPr/>
        </p:nvSpPr>
        <p:spPr bwMode="auto">
          <a:xfrm>
            <a:off x="1066800" y="3429000"/>
            <a:ext cx="1704975" cy="12192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Alan Dix</a:t>
            </a:r>
          </a:p>
          <a:p>
            <a:r>
              <a:rPr lang="en-US" altLang="en-US" sz="1800">
                <a:latin typeface="Times New Roman" panose="02020603050405020304" pitchFamily="18" charset="0"/>
              </a:rPr>
              <a:t>Janet Finlay</a:t>
            </a:r>
          </a:p>
          <a:p>
            <a:r>
              <a:rPr lang="en-US" altLang="en-US" sz="1800">
                <a:latin typeface="Times New Roman" panose="02020603050405020304" pitchFamily="18" charset="0"/>
              </a:rPr>
              <a:t>Gregory Abowd</a:t>
            </a:r>
          </a:p>
          <a:p>
            <a:r>
              <a:rPr lang="en-US" altLang="en-US" sz="1800">
                <a:latin typeface="Times New Roman" panose="02020603050405020304" pitchFamily="18" charset="0"/>
              </a:rPr>
              <a:t>Russell Beale</a:t>
            </a:r>
            <a:endParaRPr lang="en-US" altLang="en-US">
              <a:latin typeface="Times New Roman" panose="02020603050405020304" pitchFamily="18" charset="0"/>
            </a:endParaRPr>
          </a:p>
        </p:txBody>
      </p:sp>
      <p:sp>
        <p:nvSpPr>
          <p:cNvPr id="66565" name="Text Box 5">
            <a:extLst>
              <a:ext uri="{FF2B5EF4-FFF2-40B4-BE49-F238E27FC236}">
                <a16:creationId xmlns:a16="http://schemas.microsoft.com/office/drawing/2014/main" id="{E9F508BA-0A33-A214-727B-5536D19434AC}"/>
              </a:ext>
            </a:extLst>
          </p:cNvPr>
          <p:cNvSpPr txBox="1">
            <a:spLocks noChangeArrowheads="1"/>
          </p:cNvSpPr>
          <p:nvPr/>
        </p:nvSpPr>
        <p:spPr bwMode="auto">
          <a:xfrm>
            <a:off x="3733800" y="4953000"/>
            <a:ext cx="1762125" cy="12192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Alan        Dix</a:t>
            </a:r>
          </a:p>
          <a:p>
            <a:r>
              <a:rPr lang="en-US" altLang="en-US" sz="1800">
                <a:latin typeface="Times New Roman" panose="02020603050405020304" pitchFamily="18" charset="0"/>
              </a:rPr>
              <a:t>Janet        Finlay</a:t>
            </a:r>
          </a:p>
          <a:p>
            <a:r>
              <a:rPr lang="en-US" altLang="en-US" sz="1800">
                <a:latin typeface="Times New Roman" panose="02020603050405020304" pitchFamily="18" charset="0"/>
              </a:rPr>
              <a:t>Gregory  Abowd</a:t>
            </a:r>
          </a:p>
          <a:p>
            <a:r>
              <a:rPr lang="en-US" altLang="en-US" sz="1800">
                <a:latin typeface="Times New Roman" panose="02020603050405020304" pitchFamily="18" charset="0"/>
              </a:rPr>
              <a:t>Russell    Beale</a:t>
            </a:r>
            <a:endParaRPr lang="en-US" altLang="en-US">
              <a:latin typeface="Times New Roman" panose="02020603050405020304" pitchFamily="18" charset="0"/>
            </a:endParaRPr>
          </a:p>
        </p:txBody>
      </p:sp>
      <p:sp>
        <p:nvSpPr>
          <p:cNvPr id="66566" name="Text Box 6">
            <a:extLst>
              <a:ext uri="{FF2B5EF4-FFF2-40B4-BE49-F238E27FC236}">
                <a16:creationId xmlns:a16="http://schemas.microsoft.com/office/drawing/2014/main" id="{FB060E95-48FF-3117-6DB3-4B38B3D60367}"/>
              </a:ext>
            </a:extLst>
          </p:cNvPr>
          <p:cNvSpPr txBox="1">
            <a:spLocks noChangeArrowheads="1"/>
          </p:cNvSpPr>
          <p:nvPr/>
        </p:nvSpPr>
        <p:spPr bwMode="auto">
          <a:xfrm>
            <a:off x="6400800" y="3810000"/>
            <a:ext cx="1762125" cy="12192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Dix , Alan</a:t>
            </a:r>
          </a:p>
          <a:p>
            <a:r>
              <a:rPr lang="en-US" altLang="en-US" sz="1800">
                <a:latin typeface="Times New Roman" panose="02020603050405020304" pitchFamily="18" charset="0"/>
              </a:rPr>
              <a:t>Finlay, Janet</a:t>
            </a:r>
          </a:p>
          <a:p>
            <a:r>
              <a:rPr lang="en-US" altLang="en-US" sz="1800">
                <a:latin typeface="Times New Roman" panose="02020603050405020304" pitchFamily="18" charset="0"/>
              </a:rPr>
              <a:t>Abowd, Gregory</a:t>
            </a:r>
          </a:p>
          <a:p>
            <a:r>
              <a:rPr lang="en-US" altLang="en-US" sz="1800">
                <a:latin typeface="Times New Roman" panose="02020603050405020304" pitchFamily="18" charset="0"/>
              </a:rPr>
              <a:t>Beale, Russell</a:t>
            </a:r>
          </a:p>
        </p:txBody>
      </p:sp>
      <p:sp>
        <p:nvSpPr>
          <p:cNvPr id="66567" name="Text Box 7">
            <a:extLst>
              <a:ext uri="{FF2B5EF4-FFF2-40B4-BE49-F238E27FC236}">
                <a16:creationId xmlns:a16="http://schemas.microsoft.com/office/drawing/2014/main" id="{E2EBF73D-6DB1-3D07-05B9-C199A735C83A}"/>
              </a:ext>
            </a:extLst>
          </p:cNvPr>
          <p:cNvSpPr txBox="1">
            <a:spLocks noChangeArrowheads="1"/>
          </p:cNvSpPr>
          <p:nvPr/>
        </p:nvSpPr>
        <p:spPr bwMode="auto">
          <a:xfrm>
            <a:off x="2286000" y="2928938"/>
            <a:ext cx="9588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9600">
                <a:solidFill>
                  <a:srgbClr val="FF0000"/>
                </a:solidFill>
                <a:latin typeface="Times New Roman" panose="02020603050405020304" pitchFamily="18" charset="0"/>
                <a:sym typeface="Wingdings" pitchFamily="2" charset="2"/>
              </a:rPr>
              <a:t></a:t>
            </a:r>
            <a:endParaRPr lang="en-US" altLang="en-US">
              <a:latin typeface="Times New Roman" panose="02020603050405020304" pitchFamily="18" charset="0"/>
            </a:endParaRPr>
          </a:p>
        </p:txBody>
      </p:sp>
      <p:sp>
        <p:nvSpPr>
          <p:cNvPr id="66568" name="Text Box 8">
            <a:extLst>
              <a:ext uri="{FF2B5EF4-FFF2-40B4-BE49-F238E27FC236}">
                <a16:creationId xmlns:a16="http://schemas.microsoft.com/office/drawing/2014/main" id="{E8D49966-CEFC-37AE-89BD-E7184DFDDA38}"/>
              </a:ext>
            </a:extLst>
          </p:cNvPr>
          <p:cNvSpPr txBox="1">
            <a:spLocks noChangeArrowheads="1"/>
          </p:cNvSpPr>
          <p:nvPr/>
        </p:nvSpPr>
        <p:spPr bwMode="auto">
          <a:xfrm>
            <a:off x="7543800" y="3157538"/>
            <a:ext cx="11414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9600">
                <a:solidFill>
                  <a:srgbClr val="66FF33"/>
                </a:solidFill>
                <a:latin typeface="Times New Roman" panose="02020603050405020304" pitchFamily="18" charset="0"/>
                <a:sym typeface="Wingdings" pitchFamily="2" charset="2"/>
              </a:rPr>
              <a:t></a:t>
            </a:r>
            <a:endParaRPr lang="en-US" altLang="en-US" sz="9600">
              <a:solidFill>
                <a:srgbClr val="66FF33"/>
              </a:solidFill>
              <a:latin typeface="Times New Roman" panose="02020603050405020304" pitchFamily="18" charset="0"/>
              <a:sym typeface="Wingdings 2" pitchFamily="2" charset="2"/>
            </a:endParaRPr>
          </a:p>
        </p:txBody>
      </p:sp>
      <p:sp>
        <p:nvSpPr>
          <p:cNvPr id="66569" name="Text Box 9">
            <a:extLst>
              <a:ext uri="{FF2B5EF4-FFF2-40B4-BE49-F238E27FC236}">
                <a16:creationId xmlns:a16="http://schemas.microsoft.com/office/drawing/2014/main" id="{5B156933-AF0C-4444-3812-BA94BC311B95}"/>
              </a:ext>
            </a:extLst>
          </p:cNvPr>
          <p:cNvSpPr txBox="1">
            <a:spLocks noChangeArrowheads="1"/>
          </p:cNvSpPr>
          <p:nvPr/>
        </p:nvSpPr>
        <p:spPr bwMode="auto">
          <a:xfrm>
            <a:off x="4876800" y="4148138"/>
            <a:ext cx="11414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9600">
                <a:solidFill>
                  <a:srgbClr val="66FF33"/>
                </a:solidFill>
                <a:latin typeface="Times New Roman" panose="02020603050405020304" pitchFamily="18" charset="0"/>
                <a:sym typeface="Wingdings" pitchFamily="2" charset="2"/>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A1D9962-9517-AEEE-23FB-2DF06457EE82}"/>
              </a:ext>
            </a:extLst>
          </p:cNvPr>
          <p:cNvSpPr>
            <a:spLocks noGrp="1" noChangeArrowheads="1"/>
          </p:cNvSpPr>
          <p:nvPr>
            <p:ph type="title"/>
          </p:nvPr>
        </p:nvSpPr>
        <p:spPr/>
        <p:txBody>
          <a:bodyPr/>
          <a:lstStyle/>
          <a:p>
            <a:pPr eaLnBrk="1" hangingPunct="1"/>
            <a:r>
              <a:rPr lang="en-US" altLang="en-US">
                <a:solidFill>
                  <a:schemeClr val="tx1"/>
                </a:solidFill>
              </a:rPr>
              <a:t>alignment - numbers</a:t>
            </a:r>
          </a:p>
        </p:txBody>
      </p:sp>
      <p:sp>
        <p:nvSpPr>
          <p:cNvPr id="67587" name="Rectangle 3">
            <a:extLst>
              <a:ext uri="{FF2B5EF4-FFF2-40B4-BE49-F238E27FC236}">
                <a16:creationId xmlns:a16="http://schemas.microsoft.com/office/drawing/2014/main" id="{27B03F3A-FC83-2D18-E780-11CCABF8738C}"/>
              </a:ext>
            </a:extLst>
          </p:cNvPr>
          <p:cNvSpPr>
            <a:spLocks noGrp="1" noChangeArrowheads="1"/>
          </p:cNvSpPr>
          <p:nvPr>
            <p:ph type="body" idx="1"/>
          </p:nvPr>
        </p:nvSpPr>
        <p:spPr/>
        <p:txBody>
          <a:bodyPr/>
          <a:lstStyle/>
          <a:p>
            <a:pPr eaLnBrk="1" hangingPunct="1">
              <a:buFontTx/>
              <a:buNone/>
            </a:pPr>
            <a:endParaRPr lang="en-US" altLang="en-US"/>
          </a:p>
          <a:p>
            <a:pPr eaLnBrk="1" hangingPunct="1">
              <a:buFontTx/>
              <a:buNone/>
            </a:pPr>
            <a:r>
              <a:rPr lang="en-US" altLang="en-US"/>
              <a:t>think purpose!</a:t>
            </a:r>
          </a:p>
          <a:p>
            <a:pPr eaLnBrk="1" hangingPunct="1">
              <a:buFontTx/>
              <a:buNone/>
            </a:pPr>
            <a:endParaRPr lang="en-US" altLang="en-US"/>
          </a:p>
          <a:p>
            <a:pPr eaLnBrk="1" hangingPunct="1">
              <a:buFontTx/>
              <a:buNone/>
            </a:pPr>
            <a:r>
              <a:rPr lang="en-US" altLang="en-US"/>
              <a:t>which is biggest?</a:t>
            </a:r>
          </a:p>
          <a:p>
            <a:pPr eaLnBrk="1" hangingPunct="1"/>
            <a:endParaRPr lang="en-US" altLang="en-US"/>
          </a:p>
        </p:txBody>
      </p:sp>
      <p:sp>
        <p:nvSpPr>
          <p:cNvPr id="67588" name="Text Box 4">
            <a:extLst>
              <a:ext uri="{FF2B5EF4-FFF2-40B4-BE49-F238E27FC236}">
                <a16:creationId xmlns:a16="http://schemas.microsoft.com/office/drawing/2014/main" id="{9BCFF5A6-8989-A7E5-CFB2-A6C7878897D6}"/>
              </a:ext>
            </a:extLst>
          </p:cNvPr>
          <p:cNvSpPr txBox="1">
            <a:spLocks noChangeArrowheads="1"/>
          </p:cNvSpPr>
          <p:nvPr/>
        </p:nvSpPr>
        <p:spPr bwMode="auto">
          <a:xfrm>
            <a:off x="4800600" y="2133600"/>
            <a:ext cx="1828800" cy="401955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1050925">
              <a:defRPr sz="2400">
                <a:solidFill>
                  <a:schemeClr val="tx1"/>
                </a:solidFill>
                <a:latin typeface="Times" pitchFamily="1" charset="0"/>
              </a:defRPr>
            </a:lvl1pPr>
            <a:lvl2pPr marL="742950" indent="-285750" defTabSz="1050925">
              <a:defRPr sz="2400">
                <a:solidFill>
                  <a:schemeClr val="tx1"/>
                </a:solidFill>
                <a:latin typeface="Times" pitchFamily="1" charset="0"/>
              </a:defRPr>
            </a:lvl2pPr>
            <a:lvl3pPr marL="1143000" indent="-228600" defTabSz="1050925">
              <a:defRPr sz="2400">
                <a:solidFill>
                  <a:schemeClr val="tx1"/>
                </a:solidFill>
                <a:latin typeface="Times" pitchFamily="1" charset="0"/>
              </a:defRPr>
            </a:lvl3pPr>
            <a:lvl4pPr marL="1600200" indent="-228600" defTabSz="1050925">
              <a:defRPr sz="2400">
                <a:solidFill>
                  <a:schemeClr val="tx1"/>
                </a:solidFill>
                <a:latin typeface="Times" pitchFamily="1" charset="0"/>
              </a:defRPr>
            </a:lvl4pPr>
            <a:lvl5pPr marL="2057400" indent="-228600" defTabSz="1050925">
              <a:defRPr sz="2400">
                <a:solidFill>
                  <a:schemeClr val="tx1"/>
                </a:solidFill>
                <a:latin typeface="Times" pitchFamily="1" charset="0"/>
              </a:defRPr>
            </a:lvl5pPr>
            <a:lvl6pPr marL="2514600" indent="-228600" defTabSz="1050925" eaLnBrk="0" fontAlgn="base" hangingPunct="0">
              <a:spcBef>
                <a:spcPct val="0"/>
              </a:spcBef>
              <a:spcAft>
                <a:spcPct val="0"/>
              </a:spcAft>
              <a:defRPr sz="2400">
                <a:solidFill>
                  <a:schemeClr val="tx1"/>
                </a:solidFill>
                <a:latin typeface="Times" pitchFamily="1" charset="0"/>
              </a:defRPr>
            </a:lvl6pPr>
            <a:lvl7pPr marL="2971800" indent="-228600" defTabSz="1050925" eaLnBrk="0" fontAlgn="base" hangingPunct="0">
              <a:spcBef>
                <a:spcPct val="0"/>
              </a:spcBef>
              <a:spcAft>
                <a:spcPct val="0"/>
              </a:spcAft>
              <a:defRPr sz="2400">
                <a:solidFill>
                  <a:schemeClr val="tx1"/>
                </a:solidFill>
                <a:latin typeface="Times" pitchFamily="1" charset="0"/>
              </a:defRPr>
            </a:lvl7pPr>
            <a:lvl8pPr marL="3429000" indent="-228600" defTabSz="1050925" eaLnBrk="0" fontAlgn="base" hangingPunct="0">
              <a:spcBef>
                <a:spcPct val="0"/>
              </a:spcBef>
              <a:spcAft>
                <a:spcPct val="0"/>
              </a:spcAft>
              <a:defRPr sz="2400">
                <a:solidFill>
                  <a:schemeClr val="tx1"/>
                </a:solidFill>
                <a:latin typeface="Times" pitchFamily="1" charset="0"/>
              </a:defRPr>
            </a:lvl8pPr>
            <a:lvl9pPr marL="3886200" indent="-228600" defTabSz="1050925" eaLnBrk="0" fontAlgn="base" hangingPunct="0">
              <a:spcBef>
                <a:spcPct val="0"/>
              </a:spcBef>
              <a:spcAft>
                <a:spcPct val="0"/>
              </a:spcAft>
              <a:defRPr sz="2400">
                <a:solidFill>
                  <a:schemeClr val="tx1"/>
                </a:solidFill>
                <a:latin typeface="Times" pitchFamily="1" charset="0"/>
              </a:defRPr>
            </a:lvl9pPr>
          </a:lstStyle>
          <a:p>
            <a:pPr algn="r">
              <a:spcBef>
                <a:spcPct val="50000"/>
              </a:spcBef>
            </a:pPr>
            <a:r>
              <a:rPr lang="en-US" altLang="en-US" sz="3200">
                <a:latin typeface="Times New Roman" panose="02020603050405020304" pitchFamily="18" charset="0"/>
              </a:rPr>
              <a:t>532.56</a:t>
            </a:r>
            <a:br>
              <a:rPr lang="en-US" altLang="en-US" sz="3200">
                <a:latin typeface="Times New Roman" panose="02020603050405020304" pitchFamily="18" charset="0"/>
              </a:rPr>
            </a:br>
            <a:r>
              <a:rPr lang="en-US" altLang="en-US" sz="3200">
                <a:latin typeface="Times New Roman" panose="02020603050405020304" pitchFamily="18" charset="0"/>
              </a:rPr>
              <a:t>179.3</a:t>
            </a:r>
            <a:br>
              <a:rPr lang="en-US" altLang="en-US" sz="3200">
                <a:latin typeface="Times New Roman" panose="02020603050405020304" pitchFamily="18" charset="0"/>
              </a:rPr>
            </a:br>
            <a:r>
              <a:rPr lang="en-US" altLang="en-US" sz="3200">
                <a:latin typeface="Times New Roman" panose="02020603050405020304" pitchFamily="18" charset="0"/>
              </a:rPr>
              <a:t>256.317</a:t>
            </a:r>
            <a:br>
              <a:rPr lang="en-US" altLang="en-US" sz="3200">
                <a:latin typeface="Times New Roman" panose="02020603050405020304" pitchFamily="18" charset="0"/>
              </a:rPr>
            </a:br>
            <a:r>
              <a:rPr lang="en-US" altLang="en-US" sz="3200">
                <a:latin typeface="Times New Roman" panose="02020603050405020304" pitchFamily="18" charset="0"/>
              </a:rPr>
              <a:t>15</a:t>
            </a:r>
            <a:br>
              <a:rPr lang="en-US" altLang="en-US" sz="3200">
                <a:latin typeface="Times New Roman" panose="02020603050405020304" pitchFamily="18" charset="0"/>
              </a:rPr>
            </a:br>
            <a:r>
              <a:rPr lang="en-US" altLang="en-US" sz="3200">
                <a:latin typeface="Times New Roman" panose="02020603050405020304" pitchFamily="18" charset="0"/>
              </a:rPr>
              <a:t>73.948</a:t>
            </a:r>
            <a:br>
              <a:rPr lang="en-US" altLang="en-US" sz="3200">
                <a:latin typeface="Times New Roman" panose="02020603050405020304" pitchFamily="18" charset="0"/>
              </a:rPr>
            </a:br>
            <a:r>
              <a:rPr lang="en-US" altLang="en-US" sz="3200">
                <a:latin typeface="Times New Roman" panose="02020603050405020304" pitchFamily="18" charset="0"/>
              </a:rPr>
              <a:t>1035</a:t>
            </a:r>
            <a:br>
              <a:rPr lang="en-US" altLang="en-US" sz="3200">
                <a:latin typeface="Times New Roman" panose="02020603050405020304" pitchFamily="18" charset="0"/>
              </a:rPr>
            </a:br>
            <a:r>
              <a:rPr lang="en-US" altLang="en-US" sz="3200">
                <a:latin typeface="Times New Roman" panose="02020603050405020304" pitchFamily="18" charset="0"/>
              </a:rPr>
              <a:t>3.142</a:t>
            </a:r>
            <a:br>
              <a:rPr lang="en-US" altLang="en-US" sz="3200">
                <a:latin typeface="Times New Roman" panose="02020603050405020304" pitchFamily="18" charset="0"/>
              </a:rPr>
            </a:br>
            <a:r>
              <a:rPr lang="en-US" altLang="en-US" sz="3200">
                <a:latin typeface="Times New Roman" panose="02020603050405020304" pitchFamily="18" charset="0"/>
              </a:rPr>
              <a:t>497.6256</a:t>
            </a:r>
            <a:endParaRPr lang="en-US" altLang="en-US">
              <a:latin typeface="Times New Roman" panose="02020603050405020304" pitchFamily="18" charset="0"/>
            </a:endParaRPr>
          </a:p>
        </p:txBody>
      </p:sp>
      <p:pic>
        <p:nvPicPr>
          <p:cNvPr id="67589" name="Picture 5">
            <a:extLst>
              <a:ext uri="{FF2B5EF4-FFF2-40B4-BE49-F238E27FC236}">
                <a16:creationId xmlns:a16="http://schemas.microsoft.com/office/drawing/2014/main" id="{43D33030-0174-094B-AB73-1544FED25F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13" y="609600"/>
            <a:ext cx="45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20A4081D-C0C6-9658-AB9F-2F086D5E06BB}"/>
              </a:ext>
            </a:extLst>
          </p:cNvPr>
          <p:cNvSpPr>
            <a:spLocks noGrp="1" noChangeArrowheads="1"/>
          </p:cNvSpPr>
          <p:nvPr>
            <p:ph type="title"/>
          </p:nvPr>
        </p:nvSpPr>
        <p:spPr/>
        <p:txBody>
          <a:bodyPr/>
          <a:lstStyle/>
          <a:p>
            <a:pPr eaLnBrk="1" hangingPunct="1"/>
            <a:r>
              <a:rPr lang="en-US" altLang="en-US">
                <a:solidFill>
                  <a:schemeClr val="tx1"/>
                </a:solidFill>
              </a:rPr>
              <a:t>alignment - numbers</a:t>
            </a:r>
          </a:p>
        </p:txBody>
      </p:sp>
      <p:sp>
        <p:nvSpPr>
          <p:cNvPr id="68611" name="Rectangle 3">
            <a:extLst>
              <a:ext uri="{FF2B5EF4-FFF2-40B4-BE49-F238E27FC236}">
                <a16:creationId xmlns:a16="http://schemas.microsoft.com/office/drawing/2014/main" id="{6F0C1CCA-4400-C5B4-6EB4-CDEFE5D2CEA3}"/>
              </a:ext>
            </a:extLst>
          </p:cNvPr>
          <p:cNvSpPr>
            <a:spLocks noGrp="1" noChangeArrowheads="1"/>
          </p:cNvSpPr>
          <p:nvPr>
            <p:ph type="body" idx="1"/>
          </p:nvPr>
        </p:nvSpPr>
        <p:spPr/>
        <p:txBody>
          <a:bodyPr/>
          <a:lstStyle/>
          <a:p>
            <a:pPr eaLnBrk="1" hangingPunct="1">
              <a:buFontTx/>
              <a:buNone/>
            </a:pPr>
            <a:endParaRPr lang="en-US" altLang="en-US"/>
          </a:p>
          <a:p>
            <a:pPr eaLnBrk="1" hangingPunct="1">
              <a:buFontTx/>
              <a:buNone/>
            </a:pPr>
            <a:r>
              <a:rPr lang="en-US" altLang="en-US" sz="2400"/>
              <a:t>visually:</a:t>
            </a:r>
          </a:p>
          <a:p>
            <a:pPr eaLnBrk="1" hangingPunct="1">
              <a:buFontTx/>
              <a:buNone/>
            </a:pPr>
            <a:r>
              <a:rPr lang="en-US" altLang="en-US" sz="2400"/>
              <a:t> long number = big number</a:t>
            </a:r>
          </a:p>
          <a:p>
            <a:pPr eaLnBrk="1" hangingPunct="1">
              <a:buFontTx/>
              <a:buNone/>
            </a:pPr>
            <a:endParaRPr lang="en-US" altLang="en-US" sz="2400"/>
          </a:p>
          <a:p>
            <a:pPr eaLnBrk="1" hangingPunct="1">
              <a:buFontTx/>
              <a:buNone/>
            </a:pPr>
            <a:r>
              <a:rPr lang="en-US" altLang="en-US" sz="2400"/>
              <a:t>align decimal points</a:t>
            </a:r>
          </a:p>
          <a:p>
            <a:pPr eaLnBrk="1" hangingPunct="1">
              <a:buFontTx/>
              <a:buNone/>
            </a:pPr>
            <a:r>
              <a:rPr lang="en-US" altLang="en-US" sz="2400"/>
              <a:t>or right align integers</a:t>
            </a:r>
          </a:p>
          <a:p>
            <a:pPr eaLnBrk="1" hangingPunct="1"/>
            <a:endParaRPr lang="en-US" altLang="en-US" sz="2400"/>
          </a:p>
        </p:txBody>
      </p:sp>
      <p:sp>
        <p:nvSpPr>
          <p:cNvPr id="68612" name="Text Box 4">
            <a:extLst>
              <a:ext uri="{FF2B5EF4-FFF2-40B4-BE49-F238E27FC236}">
                <a16:creationId xmlns:a16="http://schemas.microsoft.com/office/drawing/2014/main" id="{4617FA88-FB5F-C32D-B28D-AFA74D756A4D}"/>
              </a:ext>
            </a:extLst>
          </p:cNvPr>
          <p:cNvSpPr txBox="1">
            <a:spLocks noChangeArrowheads="1"/>
          </p:cNvSpPr>
          <p:nvPr/>
        </p:nvSpPr>
        <p:spPr bwMode="auto">
          <a:xfrm>
            <a:off x="5867400" y="2209800"/>
            <a:ext cx="2895600" cy="401955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854075">
              <a:tabLst>
                <a:tab pos="1236663" algn="dec"/>
              </a:tabLst>
              <a:defRPr sz="2400">
                <a:solidFill>
                  <a:schemeClr val="tx1"/>
                </a:solidFill>
                <a:latin typeface="Times" pitchFamily="1" charset="0"/>
              </a:defRPr>
            </a:lvl1pPr>
            <a:lvl2pPr marL="742950" indent="-285750" defTabSz="854075">
              <a:tabLst>
                <a:tab pos="1236663" algn="dec"/>
              </a:tabLst>
              <a:defRPr sz="2400">
                <a:solidFill>
                  <a:schemeClr val="tx1"/>
                </a:solidFill>
                <a:latin typeface="Times" pitchFamily="1" charset="0"/>
              </a:defRPr>
            </a:lvl2pPr>
            <a:lvl3pPr marL="1143000" indent="-228600" defTabSz="854075">
              <a:tabLst>
                <a:tab pos="1236663" algn="dec"/>
              </a:tabLst>
              <a:defRPr sz="2400">
                <a:solidFill>
                  <a:schemeClr val="tx1"/>
                </a:solidFill>
                <a:latin typeface="Times" pitchFamily="1" charset="0"/>
              </a:defRPr>
            </a:lvl3pPr>
            <a:lvl4pPr marL="1600200" indent="-228600" defTabSz="854075">
              <a:tabLst>
                <a:tab pos="1236663" algn="dec"/>
              </a:tabLst>
              <a:defRPr sz="2400">
                <a:solidFill>
                  <a:schemeClr val="tx1"/>
                </a:solidFill>
                <a:latin typeface="Times" pitchFamily="1" charset="0"/>
              </a:defRPr>
            </a:lvl4pPr>
            <a:lvl5pPr marL="2057400" indent="-228600" defTabSz="854075">
              <a:tabLst>
                <a:tab pos="1236663" algn="dec"/>
              </a:tabLst>
              <a:defRPr sz="2400">
                <a:solidFill>
                  <a:schemeClr val="tx1"/>
                </a:solidFill>
                <a:latin typeface="Times" pitchFamily="1" charset="0"/>
              </a:defRPr>
            </a:lvl5pPr>
            <a:lvl6pPr marL="2514600" indent="-228600" defTabSz="854075" eaLnBrk="0" fontAlgn="base" hangingPunct="0">
              <a:spcBef>
                <a:spcPct val="0"/>
              </a:spcBef>
              <a:spcAft>
                <a:spcPct val="0"/>
              </a:spcAft>
              <a:tabLst>
                <a:tab pos="1236663" algn="dec"/>
              </a:tabLst>
              <a:defRPr sz="2400">
                <a:solidFill>
                  <a:schemeClr val="tx1"/>
                </a:solidFill>
                <a:latin typeface="Times" pitchFamily="1" charset="0"/>
              </a:defRPr>
            </a:lvl6pPr>
            <a:lvl7pPr marL="2971800" indent="-228600" defTabSz="854075" eaLnBrk="0" fontAlgn="base" hangingPunct="0">
              <a:spcBef>
                <a:spcPct val="0"/>
              </a:spcBef>
              <a:spcAft>
                <a:spcPct val="0"/>
              </a:spcAft>
              <a:tabLst>
                <a:tab pos="1236663" algn="dec"/>
              </a:tabLst>
              <a:defRPr sz="2400">
                <a:solidFill>
                  <a:schemeClr val="tx1"/>
                </a:solidFill>
                <a:latin typeface="Times" pitchFamily="1" charset="0"/>
              </a:defRPr>
            </a:lvl7pPr>
            <a:lvl8pPr marL="3429000" indent="-228600" defTabSz="854075" eaLnBrk="0" fontAlgn="base" hangingPunct="0">
              <a:spcBef>
                <a:spcPct val="0"/>
              </a:spcBef>
              <a:spcAft>
                <a:spcPct val="0"/>
              </a:spcAft>
              <a:tabLst>
                <a:tab pos="1236663" algn="dec"/>
              </a:tabLst>
              <a:defRPr sz="2400">
                <a:solidFill>
                  <a:schemeClr val="tx1"/>
                </a:solidFill>
                <a:latin typeface="Times" pitchFamily="1" charset="0"/>
              </a:defRPr>
            </a:lvl8pPr>
            <a:lvl9pPr marL="3886200" indent="-228600" defTabSz="854075" eaLnBrk="0" fontAlgn="base" hangingPunct="0">
              <a:spcBef>
                <a:spcPct val="0"/>
              </a:spcBef>
              <a:spcAft>
                <a:spcPct val="0"/>
              </a:spcAft>
              <a:tabLst>
                <a:tab pos="1236663" algn="dec"/>
              </a:tabLst>
              <a:defRPr sz="2400">
                <a:solidFill>
                  <a:schemeClr val="tx1"/>
                </a:solidFill>
                <a:latin typeface="Times" pitchFamily="1" charset="0"/>
              </a:defRPr>
            </a:lvl9pPr>
          </a:lstStyle>
          <a:p>
            <a:pPr>
              <a:spcBef>
                <a:spcPct val="50000"/>
              </a:spcBef>
            </a:pPr>
            <a:r>
              <a:rPr lang="en-US" altLang="en-US" sz="3200">
                <a:latin typeface="Times New Roman" panose="02020603050405020304" pitchFamily="18" charset="0"/>
              </a:rPr>
              <a:t>	627.865</a:t>
            </a:r>
            <a:br>
              <a:rPr lang="en-US" altLang="en-US" sz="3200">
                <a:latin typeface="Times New Roman" panose="02020603050405020304" pitchFamily="18" charset="0"/>
              </a:rPr>
            </a:br>
            <a:r>
              <a:rPr lang="en-US" altLang="en-US" sz="3200">
                <a:latin typeface="Times New Roman" panose="02020603050405020304" pitchFamily="18" charset="0"/>
              </a:rPr>
              <a:t>	1.005763</a:t>
            </a:r>
            <a:br>
              <a:rPr lang="en-US" altLang="en-US" sz="3200">
                <a:latin typeface="Times New Roman" panose="02020603050405020304" pitchFamily="18" charset="0"/>
              </a:rPr>
            </a:br>
            <a:r>
              <a:rPr lang="en-US" altLang="en-US" sz="3200">
                <a:latin typeface="Times New Roman" panose="02020603050405020304" pitchFamily="18" charset="0"/>
              </a:rPr>
              <a:t>	382.583</a:t>
            </a:r>
            <a:br>
              <a:rPr lang="en-US" altLang="en-US" sz="3200">
                <a:latin typeface="Times New Roman" panose="02020603050405020304" pitchFamily="18" charset="0"/>
              </a:rPr>
            </a:br>
            <a:r>
              <a:rPr lang="en-US" altLang="en-US" sz="3200">
                <a:latin typeface="Times New Roman" panose="02020603050405020304" pitchFamily="18" charset="0"/>
              </a:rPr>
              <a:t>	2502.56</a:t>
            </a:r>
            <a:br>
              <a:rPr lang="en-US" altLang="en-US" sz="3200">
                <a:latin typeface="Times New Roman" panose="02020603050405020304" pitchFamily="18" charset="0"/>
              </a:rPr>
            </a:br>
            <a:r>
              <a:rPr lang="en-US" altLang="en-US" sz="3200">
                <a:latin typeface="Times New Roman" panose="02020603050405020304" pitchFamily="18" charset="0"/>
              </a:rPr>
              <a:t>	432.935</a:t>
            </a:r>
            <a:br>
              <a:rPr lang="en-US" altLang="en-US" sz="3200">
                <a:latin typeface="Times New Roman" panose="02020603050405020304" pitchFamily="18" charset="0"/>
              </a:rPr>
            </a:br>
            <a:r>
              <a:rPr lang="en-US" altLang="en-US" sz="3200">
                <a:latin typeface="Times New Roman" panose="02020603050405020304" pitchFamily="18" charset="0"/>
              </a:rPr>
              <a:t>	2.0175</a:t>
            </a:r>
            <a:br>
              <a:rPr lang="en-US" altLang="en-US" sz="3200">
                <a:latin typeface="Times New Roman" panose="02020603050405020304" pitchFamily="18" charset="0"/>
              </a:rPr>
            </a:br>
            <a:r>
              <a:rPr lang="en-US" altLang="en-US" sz="3200">
                <a:latin typeface="Times New Roman" panose="02020603050405020304" pitchFamily="18" charset="0"/>
              </a:rPr>
              <a:t>	652.87</a:t>
            </a:r>
            <a:br>
              <a:rPr lang="en-US" altLang="en-US" sz="3200">
                <a:latin typeface="Times New Roman" panose="02020603050405020304" pitchFamily="18" charset="0"/>
              </a:rPr>
            </a:br>
            <a:r>
              <a:rPr lang="en-US" altLang="en-US" sz="3200">
                <a:latin typeface="Times New Roman" panose="02020603050405020304" pitchFamily="18" charset="0"/>
              </a:rPr>
              <a:t>	56.34</a:t>
            </a:r>
          </a:p>
        </p:txBody>
      </p:sp>
      <p:pic>
        <p:nvPicPr>
          <p:cNvPr id="68613" name="Picture 6">
            <a:extLst>
              <a:ext uri="{FF2B5EF4-FFF2-40B4-BE49-F238E27FC236}">
                <a16:creationId xmlns:a16="http://schemas.microsoft.com/office/drawing/2014/main" id="{1138B0AB-BAB6-56CC-8417-DA7C20FE6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3" y="609600"/>
            <a:ext cx="452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7F97AE0-A12E-3820-77B0-9A1B0A54E7C7}"/>
              </a:ext>
            </a:extLst>
          </p:cNvPr>
          <p:cNvSpPr>
            <a:spLocks noGrp="1" noChangeArrowheads="1"/>
          </p:cNvSpPr>
          <p:nvPr>
            <p:ph type="title"/>
          </p:nvPr>
        </p:nvSpPr>
        <p:spPr/>
        <p:txBody>
          <a:bodyPr/>
          <a:lstStyle/>
          <a:p>
            <a:pPr eaLnBrk="1" hangingPunct="1"/>
            <a:r>
              <a:rPr lang="en-US" altLang="en-US">
                <a:solidFill>
                  <a:schemeClr val="tx1"/>
                </a:solidFill>
              </a:rPr>
              <a:t>multiple  columns</a:t>
            </a:r>
          </a:p>
        </p:txBody>
      </p:sp>
      <p:sp>
        <p:nvSpPr>
          <p:cNvPr id="69635" name="Rectangle 3">
            <a:extLst>
              <a:ext uri="{FF2B5EF4-FFF2-40B4-BE49-F238E27FC236}">
                <a16:creationId xmlns:a16="http://schemas.microsoft.com/office/drawing/2014/main" id="{75155942-8486-C3CA-E3FB-8886D6C2BD59}"/>
              </a:ext>
            </a:extLst>
          </p:cNvPr>
          <p:cNvSpPr>
            <a:spLocks noGrp="1" noChangeArrowheads="1"/>
          </p:cNvSpPr>
          <p:nvPr>
            <p:ph type="body" idx="1"/>
          </p:nvPr>
        </p:nvSpPr>
        <p:spPr/>
        <p:txBody>
          <a:bodyPr/>
          <a:lstStyle/>
          <a:p>
            <a:pPr eaLnBrk="1" hangingPunct="1"/>
            <a:r>
              <a:rPr lang="en-US" altLang="en-US"/>
              <a:t>scanning across gaps hard:</a:t>
            </a:r>
            <a:br>
              <a:rPr lang="en-US" altLang="en-US"/>
            </a:br>
            <a:r>
              <a:rPr lang="en-US" altLang="en-US"/>
              <a:t>		</a:t>
            </a:r>
            <a:r>
              <a:rPr lang="en-US" altLang="en-US" sz="1800"/>
              <a:t>(often hard to avoid with large data base fields)</a:t>
            </a:r>
            <a:endParaRPr lang="en-US" altLang="en-US"/>
          </a:p>
          <a:p>
            <a:pPr eaLnBrk="1" hangingPunct="1"/>
            <a:endParaRPr lang="en-US" altLang="en-US"/>
          </a:p>
        </p:txBody>
      </p:sp>
      <p:sp>
        <p:nvSpPr>
          <p:cNvPr id="69636" name="Text Box 4">
            <a:extLst>
              <a:ext uri="{FF2B5EF4-FFF2-40B4-BE49-F238E27FC236}">
                <a16:creationId xmlns:a16="http://schemas.microsoft.com/office/drawing/2014/main" id="{E19AF88E-DEB6-77C9-42C4-C8FDA7545A9A}"/>
              </a:ext>
            </a:extLst>
          </p:cNvPr>
          <p:cNvSpPr txBox="1">
            <a:spLocks noChangeArrowheads="1"/>
          </p:cNvSpPr>
          <p:nvPr/>
        </p:nvSpPr>
        <p:spPr bwMode="auto">
          <a:xfrm>
            <a:off x="1295400" y="3505200"/>
            <a:ext cx="6324600" cy="1974850"/>
          </a:xfrm>
          <a:prstGeom prst="rect">
            <a:avLst/>
          </a:prstGeom>
          <a:noFill/>
          <a:ln w="571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1527175">
              <a:tabLst>
                <a:tab pos="5900738" algn="r"/>
              </a:tabLst>
              <a:defRPr sz="2400">
                <a:solidFill>
                  <a:schemeClr val="tx1"/>
                </a:solidFill>
                <a:latin typeface="Times" pitchFamily="1" charset="0"/>
              </a:defRPr>
            </a:lvl1pPr>
            <a:lvl2pPr marL="742950" indent="-285750" defTabSz="1527175">
              <a:tabLst>
                <a:tab pos="5900738" algn="r"/>
              </a:tabLst>
              <a:defRPr sz="2400">
                <a:solidFill>
                  <a:schemeClr val="tx1"/>
                </a:solidFill>
                <a:latin typeface="Times" pitchFamily="1" charset="0"/>
              </a:defRPr>
            </a:lvl2pPr>
            <a:lvl3pPr marL="1143000" indent="-228600" defTabSz="1527175">
              <a:tabLst>
                <a:tab pos="5900738" algn="r"/>
              </a:tabLst>
              <a:defRPr sz="2400">
                <a:solidFill>
                  <a:schemeClr val="tx1"/>
                </a:solidFill>
                <a:latin typeface="Times" pitchFamily="1" charset="0"/>
              </a:defRPr>
            </a:lvl3pPr>
            <a:lvl4pPr marL="1600200" indent="-228600" defTabSz="1527175">
              <a:tabLst>
                <a:tab pos="5900738" algn="r"/>
              </a:tabLst>
              <a:defRPr sz="2400">
                <a:solidFill>
                  <a:schemeClr val="tx1"/>
                </a:solidFill>
                <a:latin typeface="Times" pitchFamily="1" charset="0"/>
              </a:defRPr>
            </a:lvl4pPr>
            <a:lvl5pPr marL="2057400" indent="-228600" defTabSz="1527175">
              <a:tabLst>
                <a:tab pos="5900738" algn="r"/>
              </a:tabLst>
              <a:defRPr sz="2400">
                <a:solidFill>
                  <a:schemeClr val="tx1"/>
                </a:solidFill>
                <a:latin typeface="Times" pitchFamily="1" charset="0"/>
              </a:defRPr>
            </a:lvl5pPr>
            <a:lvl6pPr marL="2514600" indent="-228600" defTabSz="1527175" eaLnBrk="0" fontAlgn="base" hangingPunct="0">
              <a:spcBef>
                <a:spcPct val="0"/>
              </a:spcBef>
              <a:spcAft>
                <a:spcPct val="0"/>
              </a:spcAft>
              <a:tabLst>
                <a:tab pos="5900738" algn="r"/>
              </a:tabLst>
              <a:defRPr sz="2400">
                <a:solidFill>
                  <a:schemeClr val="tx1"/>
                </a:solidFill>
                <a:latin typeface="Times" pitchFamily="1" charset="0"/>
              </a:defRPr>
            </a:lvl6pPr>
            <a:lvl7pPr marL="2971800" indent="-228600" defTabSz="1527175" eaLnBrk="0" fontAlgn="base" hangingPunct="0">
              <a:spcBef>
                <a:spcPct val="0"/>
              </a:spcBef>
              <a:spcAft>
                <a:spcPct val="0"/>
              </a:spcAft>
              <a:tabLst>
                <a:tab pos="5900738" algn="r"/>
              </a:tabLst>
              <a:defRPr sz="2400">
                <a:solidFill>
                  <a:schemeClr val="tx1"/>
                </a:solidFill>
                <a:latin typeface="Times" pitchFamily="1" charset="0"/>
              </a:defRPr>
            </a:lvl7pPr>
            <a:lvl8pPr marL="3429000" indent="-228600" defTabSz="1527175" eaLnBrk="0" fontAlgn="base" hangingPunct="0">
              <a:spcBef>
                <a:spcPct val="0"/>
              </a:spcBef>
              <a:spcAft>
                <a:spcPct val="0"/>
              </a:spcAft>
              <a:tabLst>
                <a:tab pos="5900738" algn="r"/>
              </a:tabLst>
              <a:defRPr sz="2400">
                <a:solidFill>
                  <a:schemeClr val="tx1"/>
                </a:solidFill>
                <a:latin typeface="Times" pitchFamily="1" charset="0"/>
              </a:defRPr>
            </a:lvl8pPr>
            <a:lvl9pPr marL="3886200" indent="-228600" defTabSz="1527175" eaLnBrk="0" fontAlgn="base" hangingPunct="0">
              <a:spcBef>
                <a:spcPct val="0"/>
              </a:spcBef>
              <a:spcAft>
                <a:spcPct val="0"/>
              </a:spcAft>
              <a:tabLst>
                <a:tab pos="5900738" algn="r"/>
              </a:tabLst>
              <a:defRPr sz="2400">
                <a:solidFill>
                  <a:schemeClr val="tx1"/>
                </a:solidFill>
                <a:latin typeface="Times" pitchFamily="1" charset="0"/>
              </a:defRPr>
            </a:lvl9pPr>
          </a:lstStyle>
          <a:p>
            <a:pPr>
              <a:spcBef>
                <a:spcPct val="50000"/>
              </a:spcBef>
            </a:pPr>
            <a:r>
              <a:rPr lang="en-US" altLang="en-US">
                <a:latin typeface="Arial" panose="020B0604020202020204" pitchFamily="34" charset="0"/>
              </a:rPr>
              <a:t>sherbert	75</a:t>
            </a:r>
            <a:br>
              <a:rPr lang="en-US" altLang="en-US">
                <a:latin typeface="Arial" panose="020B0604020202020204" pitchFamily="34" charset="0"/>
              </a:rPr>
            </a:br>
            <a:r>
              <a:rPr lang="en-US" altLang="en-US">
                <a:latin typeface="Arial" panose="020B0604020202020204" pitchFamily="34" charset="0"/>
              </a:rPr>
              <a:t>toffee	120</a:t>
            </a:r>
            <a:br>
              <a:rPr lang="en-US" altLang="en-US">
                <a:latin typeface="Arial" panose="020B0604020202020204" pitchFamily="34" charset="0"/>
              </a:rPr>
            </a:br>
            <a:r>
              <a:rPr lang="en-US" altLang="en-US">
                <a:latin typeface="Arial" panose="020B0604020202020204" pitchFamily="34" charset="0"/>
              </a:rPr>
              <a:t>chocolate	35</a:t>
            </a:r>
            <a:br>
              <a:rPr lang="en-US" altLang="en-US">
                <a:latin typeface="Arial" panose="020B0604020202020204" pitchFamily="34" charset="0"/>
              </a:rPr>
            </a:br>
            <a:r>
              <a:rPr lang="en-US" altLang="en-US">
                <a:latin typeface="Arial" panose="020B0604020202020204" pitchFamily="34" charset="0"/>
              </a:rPr>
              <a:t>fruit gums	27</a:t>
            </a:r>
            <a:br>
              <a:rPr lang="en-US" altLang="en-US">
                <a:latin typeface="Arial" panose="020B0604020202020204" pitchFamily="34" charset="0"/>
              </a:rPr>
            </a:br>
            <a:r>
              <a:rPr lang="en-US" altLang="en-US">
                <a:latin typeface="Arial" panose="020B0604020202020204" pitchFamily="34" charset="0"/>
              </a:rPr>
              <a:t>coconut dreams	85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F16F19C-927C-CFCB-1CE3-0C0AE13B001D}"/>
              </a:ext>
            </a:extLst>
          </p:cNvPr>
          <p:cNvSpPr>
            <a:spLocks noGrp="1" noChangeArrowheads="1"/>
          </p:cNvSpPr>
          <p:nvPr>
            <p:ph type="title"/>
          </p:nvPr>
        </p:nvSpPr>
        <p:spPr/>
        <p:txBody>
          <a:bodyPr/>
          <a:lstStyle/>
          <a:p>
            <a:pPr eaLnBrk="1" hangingPunct="1"/>
            <a:r>
              <a:rPr lang="en-US" altLang="en-US">
                <a:solidFill>
                  <a:schemeClr val="tx1"/>
                </a:solidFill>
              </a:rPr>
              <a:t>multiple  columns - </a:t>
            </a:r>
            <a:r>
              <a:rPr lang="en-US" altLang="en-US" sz="2800">
                <a:solidFill>
                  <a:schemeClr val="tx1"/>
                </a:solidFill>
              </a:rPr>
              <a:t>2</a:t>
            </a:r>
            <a:endParaRPr lang="en-US" altLang="en-US">
              <a:solidFill>
                <a:schemeClr val="tx1"/>
              </a:solidFill>
            </a:endParaRPr>
          </a:p>
        </p:txBody>
      </p:sp>
      <p:sp>
        <p:nvSpPr>
          <p:cNvPr id="70659" name="Rectangle 3">
            <a:extLst>
              <a:ext uri="{FF2B5EF4-FFF2-40B4-BE49-F238E27FC236}">
                <a16:creationId xmlns:a16="http://schemas.microsoft.com/office/drawing/2014/main" id="{91B823CF-5E23-5B9A-C982-91B894746914}"/>
              </a:ext>
            </a:extLst>
          </p:cNvPr>
          <p:cNvSpPr>
            <a:spLocks noGrp="1" noChangeArrowheads="1"/>
          </p:cNvSpPr>
          <p:nvPr>
            <p:ph type="body" idx="1"/>
          </p:nvPr>
        </p:nvSpPr>
        <p:spPr/>
        <p:txBody>
          <a:bodyPr/>
          <a:lstStyle/>
          <a:p>
            <a:pPr eaLnBrk="1" hangingPunct="1"/>
            <a:r>
              <a:rPr lang="en-US" altLang="en-US"/>
              <a:t>use leaders </a:t>
            </a:r>
          </a:p>
          <a:p>
            <a:pPr lvl="1" eaLnBrk="1" hangingPunct="1">
              <a:buFontTx/>
              <a:buNone/>
            </a:pPr>
            <a:endParaRPr lang="en-US" altLang="en-US"/>
          </a:p>
          <a:p>
            <a:pPr eaLnBrk="1" hangingPunct="1"/>
            <a:endParaRPr lang="en-US" altLang="en-US"/>
          </a:p>
        </p:txBody>
      </p:sp>
      <p:grpSp>
        <p:nvGrpSpPr>
          <p:cNvPr id="70660" name="Group 12">
            <a:extLst>
              <a:ext uri="{FF2B5EF4-FFF2-40B4-BE49-F238E27FC236}">
                <a16:creationId xmlns:a16="http://schemas.microsoft.com/office/drawing/2014/main" id="{DC425BDF-8DE8-5F64-CEF6-38843B85C156}"/>
              </a:ext>
            </a:extLst>
          </p:cNvPr>
          <p:cNvGrpSpPr>
            <a:grpSpLocks/>
          </p:cNvGrpSpPr>
          <p:nvPr/>
        </p:nvGrpSpPr>
        <p:grpSpPr bwMode="auto">
          <a:xfrm>
            <a:off x="1295400" y="3505200"/>
            <a:ext cx="6324600" cy="1974850"/>
            <a:chOff x="816" y="2208"/>
            <a:chExt cx="3984" cy="1244"/>
          </a:xfrm>
        </p:grpSpPr>
        <p:sp>
          <p:nvSpPr>
            <p:cNvPr id="70661" name="Text Box 5">
              <a:extLst>
                <a:ext uri="{FF2B5EF4-FFF2-40B4-BE49-F238E27FC236}">
                  <a16:creationId xmlns:a16="http://schemas.microsoft.com/office/drawing/2014/main" id="{6A66F286-1018-E038-C18A-65E49145E7AD}"/>
                </a:ext>
              </a:extLst>
            </p:cNvPr>
            <p:cNvSpPr txBox="1">
              <a:spLocks noChangeArrowheads="1"/>
            </p:cNvSpPr>
            <p:nvPr/>
          </p:nvSpPr>
          <p:spPr bwMode="auto">
            <a:xfrm>
              <a:off x="816" y="2208"/>
              <a:ext cx="3984" cy="1244"/>
            </a:xfrm>
            <a:prstGeom prst="rect">
              <a:avLst/>
            </a:prstGeom>
            <a:noFill/>
            <a:ln w="571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1527175">
                <a:tabLst>
                  <a:tab pos="5813425" algn="r"/>
                </a:tabLst>
                <a:defRPr sz="2400">
                  <a:solidFill>
                    <a:schemeClr val="tx1"/>
                  </a:solidFill>
                  <a:latin typeface="Times" pitchFamily="1" charset="0"/>
                </a:defRPr>
              </a:lvl1pPr>
              <a:lvl2pPr marL="742950" indent="-285750" defTabSz="1527175">
                <a:tabLst>
                  <a:tab pos="5813425" algn="r"/>
                </a:tabLst>
                <a:defRPr sz="2400">
                  <a:solidFill>
                    <a:schemeClr val="tx1"/>
                  </a:solidFill>
                  <a:latin typeface="Times" pitchFamily="1" charset="0"/>
                </a:defRPr>
              </a:lvl2pPr>
              <a:lvl3pPr marL="1143000" indent="-228600" defTabSz="1527175">
                <a:tabLst>
                  <a:tab pos="5813425" algn="r"/>
                </a:tabLst>
                <a:defRPr sz="2400">
                  <a:solidFill>
                    <a:schemeClr val="tx1"/>
                  </a:solidFill>
                  <a:latin typeface="Times" pitchFamily="1" charset="0"/>
                </a:defRPr>
              </a:lvl3pPr>
              <a:lvl4pPr marL="1600200" indent="-228600" defTabSz="1527175">
                <a:tabLst>
                  <a:tab pos="5813425" algn="r"/>
                </a:tabLst>
                <a:defRPr sz="2400">
                  <a:solidFill>
                    <a:schemeClr val="tx1"/>
                  </a:solidFill>
                  <a:latin typeface="Times" pitchFamily="1" charset="0"/>
                </a:defRPr>
              </a:lvl4pPr>
              <a:lvl5pPr marL="2057400" indent="-228600" defTabSz="1527175">
                <a:tabLst>
                  <a:tab pos="5813425" algn="r"/>
                </a:tabLst>
                <a:defRPr sz="2400">
                  <a:solidFill>
                    <a:schemeClr val="tx1"/>
                  </a:solidFill>
                  <a:latin typeface="Times" pitchFamily="1" charset="0"/>
                </a:defRPr>
              </a:lvl5pPr>
              <a:lvl6pPr marL="2514600" indent="-228600" defTabSz="1527175" eaLnBrk="0" fontAlgn="base" hangingPunct="0">
                <a:spcBef>
                  <a:spcPct val="0"/>
                </a:spcBef>
                <a:spcAft>
                  <a:spcPct val="0"/>
                </a:spcAft>
                <a:tabLst>
                  <a:tab pos="5813425" algn="r"/>
                </a:tabLst>
                <a:defRPr sz="2400">
                  <a:solidFill>
                    <a:schemeClr val="tx1"/>
                  </a:solidFill>
                  <a:latin typeface="Times" pitchFamily="1" charset="0"/>
                </a:defRPr>
              </a:lvl6pPr>
              <a:lvl7pPr marL="2971800" indent="-228600" defTabSz="1527175" eaLnBrk="0" fontAlgn="base" hangingPunct="0">
                <a:spcBef>
                  <a:spcPct val="0"/>
                </a:spcBef>
                <a:spcAft>
                  <a:spcPct val="0"/>
                </a:spcAft>
                <a:tabLst>
                  <a:tab pos="5813425" algn="r"/>
                </a:tabLst>
                <a:defRPr sz="2400">
                  <a:solidFill>
                    <a:schemeClr val="tx1"/>
                  </a:solidFill>
                  <a:latin typeface="Times" pitchFamily="1" charset="0"/>
                </a:defRPr>
              </a:lvl7pPr>
              <a:lvl8pPr marL="3429000" indent="-228600" defTabSz="1527175" eaLnBrk="0" fontAlgn="base" hangingPunct="0">
                <a:spcBef>
                  <a:spcPct val="0"/>
                </a:spcBef>
                <a:spcAft>
                  <a:spcPct val="0"/>
                </a:spcAft>
                <a:tabLst>
                  <a:tab pos="5813425" algn="r"/>
                </a:tabLst>
                <a:defRPr sz="2400">
                  <a:solidFill>
                    <a:schemeClr val="tx1"/>
                  </a:solidFill>
                  <a:latin typeface="Times" pitchFamily="1" charset="0"/>
                </a:defRPr>
              </a:lvl8pPr>
              <a:lvl9pPr marL="3886200" indent="-228600" defTabSz="1527175" eaLnBrk="0" fontAlgn="base" hangingPunct="0">
                <a:spcBef>
                  <a:spcPct val="0"/>
                </a:spcBef>
                <a:spcAft>
                  <a:spcPct val="0"/>
                </a:spcAft>
                <a:tabLst>
                  <a:tab pos="5813425" algn="r"/>
                </a:tabLst>
                <a:defRPr sz="2400">
                  <a:solidFill>
                    <a:schemeClr val="tx1"/>
                  </a:solidFill>
                  <a:latin typeface="Times" pitchFamily="1" charset="0"/>
                </a:defRPr>
              </a:lvl9pPr>
            </a:lstStyle>
            <a:p>
              <a:pPr>
                <a:spcBef>
                  <a:spcPct val="50000"/>
                </a:spcBef>
              </a:pPr>
              <a:r>
                <a:rPr lang="en-US" altLang="en-US">
                  <a:latin typeface="Arial" panose="020B0604020202020204" pitchFamily="34" charset="0"/>
                </a:rPr>
                <a:t>sherbert	75</a:t>
              </a:r>
              <a:br>
                <a:rPr lang="en-US" altLang="en-US">
                  <a:latin typeface="Arial" panose="020B0604020202020204" pitchFamily="34" charset="0"/>
                </a:rPr>
              </a:br>
              <a:r>
                <a:rPr lang="en-US" altLang="en-US">
                  <a:latin typeface="Arial" panose="020B0604020202020204" pitchFamily="34" charset="0"/>
                </a:rPr>
                <a:t>toffee	120</a:t>
              </a:r>
              <a:br>
                <a:rPr lang="en-US" altLang="en-US">
                  <a:latin typeface="Arial" panose="020B0604020202020204" pitchFamily="34" charset="0"/>
                </a:rPr>
              </a:br>
              <a:r>
                <a:rPr lang="en-US" altLang="en-US">
                  <a:latin typeface="Arial" panose="020B0604020202020204" pitchFamily="34" charset="0"/>
                </a:rPr>
                <a:t>chocolate	35</a:t>
              </a:r>
              <a:br>
                <a:rPr lang="en-US" altLang="en-US">
                  <a:latin typeface="Arial" panose="020B0604020202020204" pitchFamily="34" charset="0"/>
                </a:rPr>
              </a:br>
              <a:r>
                <a:rPr lang="en-US" altLang="en-US">
                  <a:latin typeface="Arial" panose="020B0604020202020204" pitchFamily="34" charset="0"/>
                </a:rPr>
                <a:t>fruit gums	27</a:t>
              </a:r>
              <a:br>
                <a:rPr lang="en-US" altLang="en-US">
                  <a:latin typeface="Arial" panose="020B0604020202020204" pitchFamily="34" charset="0"/>
                </a:rPr>
              </a:br>
              <a:r>
                <a:rPr lang="en-US" altLang="en-US">
                  <a:latin typeface="Arial" panose="020B0604020202020204" pitchFamily="34" charset="0"/>
                </a:rPr>
                <a:t>coconut dreams	85</a:t>
              </a:r>
            </a:p>
          </p:txBody>
        </p:sp>
        <p:sp>
          <p:nvSpPr>
            <p:cNvPr id="70662" name="Line 6">
              <a:extLst>
                <a:ext uri="{FF2B5EF4-FFF2-40B4-BE49-F238E27FC236}">
                  <a16:creationId xmlns:a16="http://schemas.microsoft.com/office/drawing/2014/main" id="{9A098FEE-B14B-13EB-7AB8-EB1BDA9031C7}"/>
                </a:ext>
              </a:extLst>
            </p:cNvPr>
            <p:cNvSpPr>
              <a:spLocks noChangeShapeType="1"/>
            </p:cNvSpPr>
            <p:nvPr/>
          </p:nvSpPr>
          <p:spPr bwMode="auto">
            <a:xfrm>
              <a:off x="1680" y="2408"/>
              <a:ext cx="259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3" name="Line 7">
              <a:extLst>
                <a:ext uri="{FF2B5EF4-FFF2-40B4-BE49-F238E27FC236}">
                  <a16:creationId xmlns:a16="http://schemas.microsoft.com/office/drawing/2014/main" id="{E2A46C60-3C16-AF3D-1966-315337206168}"/>
                </a:ext>
              </a:extLst>
            </p:cNvPr>
            <p:cNvSpPr>
              <a:spLocks noChangeShapeType="1"/>
            </p:cNvSpPr>
            <p:nvPr/>
          </p:nvSpPr>
          <p:spPr bwMode="auto">
            <a:xfrm>
              <a:off x="1440" y="2648"/>
              <a:ext cx="273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4" name="Line 8">
              <a:extLst>
                <a:ext uri="{FF2B5EF4-FFF2-40B4-BE49-F238E27FC236}">
                  <a16:creationId xmlns:a16="http://schemas.microsoft.com/office/drawing/2014/main" id="{B104EC34-960C-607D-4F9B-452DEFB57704}"/>
                </a:ext>
              </a:extLst>
            </p:cNvPr>
            <p:cNvSpPr>
              <a:spLocks noChangeShapeType="1"/>
            </p:cNvSpPr>
            <p:nvPr/>
          </p:nvSpPr>
          <p:spPr bwMode="auto">
            <a:xfrm>
              <a:off x="1776" y="2888"/>
              <a:ext cx="249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5" name="Line 9">
              <a:extLst>
                <a:ext uri="{FF2B5EF4-FFF2-40B4-BE49-F238E27FC236}">
                  <a16:creationId xmlns:a16="http://schemas.microsoft.com/office/drawing/2014/main" id="{323CE9B3-42B3-D7BC-33BB-7E49B2D36354}"/>
                </a:ext>
              </a:extLst>
            </p:cNvPr>
            <p:cNvSpPr>
              <a:spLocks noChangeShapeType="1"/>
            </p:cNvSpPr>
            <p:nvPr/>
          </p:nvSpPr>
          <p:spPr bwMode="auto">
            <a:xfrm>
              <a:off x="1776" y="3128"/>
              <a:ext cx="249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6" name="Line 10">
              <a:extLst>
                <a:ext uri="{FF2B5EF4-FFF2-40B4-BE49-F238E27FC236}">
                  <a16:creationId xmlns:a16="http://schemas.microsoft.com/office/drawing/2014/main" id="{97CFA214-2182-8FF8-A21F-B6526A41E035}"/>
                </a:ext>
              </a:extLst>
            </p:cNvPr>
            <p:cNvSpPr>
              <a:spLocks noChangeShapeType="1"/>
            </p:cNvSpPr>
            <p:nvPr/>
          </p:nvSpPr>
          <p:spPr bwMode="auto">
            <a:xfrm>
              <a:off x="2304" y="3320"/>
              <a:ext cx="1968"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8F8595D-AD73-09ED-F8BF-82243EC666BB}"/>
              </a:ext>
            </a:extLst>
          </p:cNvPr>
          <p:cNvSpPr>
            <a:spLocks noChangeArrowheads="1"/>
          </p:cNvSpPr>
          <p:nvPr/>
        </p:nvSpPr>
        <p:spPr bwMode="auto">
          <a:xfrm>
            <a:off x="1371600" y="4724400"/>
            <a:ext cx="6172200" cy="3048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endParaRPr lang="en-US" altLang="en-US" sz="1800">
              <a:latin typeface="Times New Roman" panose="02020603050405020304" pitchFamily="18" charset="0"/>
            </a:endParaRPr>
          </a:p>
        </p:txBody>
      </p:sp>
      <p:sp>
        <p:nvSpPr>
          <p:cNvPr id="71683" name="Rectangle 3">
            <a:extLst>
              <a:ext uri="{FF2B5EF4-FFF2-40B4-BE49-F238E27FC236}">
                <a16:creationId xmlns:a16="http://schemas.microsoft.com/office/drawing/2014/main" id="{A6A737A6-0625-4135-6B63-63D7B49D10D7}"/>
              </a:ext>
            </a:extLst>
          </p:cNvPr>
          <p:cNvSpPr>
            <a:spLocks noChangeArrowheads="1"/>
          </p:cNvSpPr>
          <p:nvPr/>
        </p:nvSpPr>
        <p:spPr bwMode="auto">
          <a:xfrm>
            <a:off x="1371600" y="3962400"/>
            <a:ext cx="6172200" cy="3048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endParaRPr lang="en-US" altLang="en-US" sz="1800">
              <a:latin typeface="Times New Roman" panose="02020603050405020304" pitchFamily="18" charset="0"/>
            </a:endParaRPr>
          </a:p>
        </p:txBody>
      </p:sp>
      <p:sp>
        <p:nvSpPr>
          <p:cNvPr id="71684" name="Rectangle 4">
            <a:extLst>
              <a:ext uri="{FF2B5EF4-FFF2-40B4-BE49-F238E27FC236}">
                <a16:creationId xmlns:a16="http://schemas.microsoft.com/office/drawing/2014/main" id="{4EC06522-5E98-4F5F-0144-F08BA8DBB12A}"/>
              </a:ext>
            </a:extLst>
          </p:cNvPr>
          <p:cNvSpPr>
            <a:spLocks noGrp="1" noChangeArrowheads="1"/>
          </p:cNvSpPr>
          <p:nvPr>
            <p:ph type="title"/>
          </p:nvPr>
        </p:nvSpPr>
        <p:spPr/>
        <p:txBody>
          <a:bodyPr/>
          <a:lstStyle/>
          <a:p>
            <a:pPr eaLnBrk="1" hangingPunct="1"/>
            <a:r>
              <a:rPr lang="en-US" altLang="en-US">
                <a:solidFill>
                  <a:schemeClr val="tx1"/>
                </a:solidFill>
              </a:rPr>
              <a:t>multiple  columns - </a:t>
            </a:r>
            <a:r>
              <a:rPr lang="en-US" altLang="en-US" sz="2800">
                <a:solidFill>
                  <a:schemeClr val="tx1"/>
                </a:solidFill>
              </a:rPr>
              <a:t>3</a:t>
            </a:r>
          </a:p>
        </p:txBody>
      </p:sp>
      <p:sp>
        <p:nvSpPr>
          <p:cNvPr id="71685" name="Rectangle 5">
            <a:extLst>
              <a:ext uri="{FF2B5EF4-FFF2-40B4-BE49-F238E27FC236}">
                <a16:creationId xmlns:a16="http://schemas.microsoft.com/office/drawing/2014/main" id="{B7647CEE-F459-1021-7D18-9ABD374CC946}"/>
              </a:ext>
            </a:extLst>
          </p:cNvPr>
          <p:cNvSpPr>
            <a:spLocks noGrp="1" noChangeArrowheads="1"/>
          </p:cNvSpPr>
          <p:nvPr>
            <p:ph type="body" idx="1"/>
          </p:nvPr>
        </p:nvSpPr>
        <p:spPr/>
        <p:txBody>
          <a:bodyPr/>
          <a:lstStyle/>
          <a:p>
            <a:pPr eaLnBrk="1" hangingPunct="1"/>
            <a:r>
              <a:rPr lang="en-US" altLang="en-US"/>
              <a:t>or greying    (vertical too)</a:t>
            </a:r>
          </a:p>
          <a:p>
            <a:pPr eaLnBrk="1" hangingPunct="1"/>
            <a:endParaRPr lang="en-US" altLang="en-US"/>
          </a:p>
        </p:txBody>
      </p:sp>
      <p:sp>
        <p:nvSpPr>
          <p:cNvPr id="71686" name="Text Box 6">
            <a:extLst>
              <a:ext uri="{FF2B5EF4-FFF2-40B4-BE49-F238E27FC236}">
                <a16:creationId xmlns:a16="http://schemas.microsoft.com/office/drawing/2014/main" id="{1CAD8782-1BD4-2550-C59F-6D550A8C15A9}"/>
              </a:ext>
            </a:extLst>
          </p:cNvPr>
          <p:cNvSpPr txBox="1">
            <a:spLocks noChangeArrowheads="1"/>
          </p:cNvSpPr>
          <p:nvPr/>
        </p:nvSpPr>
        <p:spPr bwMode="auto">
          <a:xfrm>
            <a:off x="1295400" y="3492500"/>
            <a:ext cx="6324600" cy="1974850"/>
          </a:xfrm>
          <a:prstGeom prst="rect">
            <a:avLst/>
          </a:prstGeom>
          <a:noFill/>
          <a:ln w="571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1527175">
              <a:tabLst>
                <a:tab pos="5900738" algn="r"/>
              </a:tabLst>
              <a:defRPr sz="2400">
                <a:solidFill>
                  <a:schemeClr val="tx1"/>
                </a:solidFill>
                <a:latin typeface="Times" pitchFamily="1" charset="0"/>
              </a:defRPr>
            </a:lvl1pPr>
            <a:lvl2pPr marL="742950" indent="-285750" defTabSz="1527175">
              <a:tabLst>
                <a:tab pos="5900738" algn="r"/>
              </a:tabLst>
              <a:defRPr sz="2400">
                <a:solidFill>
                  <a:schemeClr val="tx1"/>
                </a:solidFill>
                <a:latin typeface="Times" pitchFamily="1" charset="0"/>
              </a:defRPr>
            </a:lvl2pPr>
            <a:lvl3pPr marL="1143000" indent="-228600" defTabSz="1527175">
              <a:tabLst>
                <a:tab pos="5900738" algn="r"/>
              </a:tabLst>
              <a:defRPr sz="2400">
                <a:solidFill>
                  <a:schemeClr val="tx1"/>
                </a:solidFill>
                <a:latin typeface="Times" pitchFamily="1" charset="0"/>
              </a:defRPr>
            </a:lvl3pPr>
            <a:lvl4pPr marL="1600200" indent="-228600" defTabSz="1527175">
              <a:tabLst>
                <a:tab pos="5900738" algn="r"/>
              </a:tabLst>
              <a:defRPr sz="2400">
                <a:solidFill>
                  <a:schemeClr val="tx1"/>
                </a:solidFill>
                <a:latin typeface="Times" pitchFamily="1" charset="0"/>
              </a:defRPr>
            </a:lvl4pPr>
            <a:lvl5pPr marL="2057400" indent="-228600" defTabSz="1527175">
              <a:tabLst>
                <a:tab pos="5900738" algn="r"/>
              </a:tabLst>
              <a:defRPr sz="2400">
                <a:solidFill>
                  <a:schemeClr val="tx1"/>
                </a:solidFill>
                <a:latin typeface="Times" pitchFamily="1" charset="0"/>
              </a:defRPr>
            </a:lvl5pPr>
            <a:lvl6pPr marL="2514600" indent="-228600" defTabSz="1527175" eaLnBrk="0" fontAlgn="base" hangingPunct="0">
              <a:spcBef>
                <a:spcPct val="0"/>
              </a:spcBef>
              <a:spcAft>
                <a:spcPct val="0"/>
              </a:spcAft>
              <a:tabLst>
                <a:tab pos="5900738" algn="r"/>
              </a:tabLst>
              <a:defRPr sz="2400">
                <a:solidFill>
                  <a:schemeClr val="tx1"/>
                </a:solidFill>
                <a:latin typeface="Times" pitchFamily="1" charset="0"/>
              </a:defRPr>
            </a:lvl6pPr>
            <a:lvl7pPr marL="2971800" indent="-228600" defTabSz="1527175" eaLnBrk="0" fontAlgn="base" hangingPunct="0">
              <a:spcBef>
                <a:spcPct val="0"/>
              </a:spcBef>
              <a:spcAft>
                <a:spcPct val="0"/>
              </a:spcAft>
              <a:tabLst>
                <a:tab pos="5900738" algn="r"/>
              </a:tabLst>
              <a:defRPr sz="2400">
                <a:solidFill>
                  <a:schemeClr val="tx1"/>
                </a:solidFill>
                <a:latin typeface="Times" pitchFamily="1" charset="0"/>
              </a:defRPr>
            </a:lvl7pPr>
            <a:lvl8pPr marL="3429000" indent="-228600" defTabSz="1527175" eaLnBrk="0" fontAlgn="base" hangingPunct="0">
              <a:spcBef>
                <a:spcPct val="0"/>
              </a:spcBef>
              <a:spcAft>
                <a:spcPct val="0"/>
              </a:spcAft>
              <a:tabLst>
                <a:tab pos="5900738" algn="r"/>
              </a:tabLst>
              <a:defRPr sz="2400">
                <a:solidFill>
                  <a:schemeClr val="tx1"/>
                </a:solidFill>
                <a:latin typeface="Times" pitchFamily="1" charset="0"/>
              </a:defRPr>
            </a:lvl8pPr>
            <a:lvl9pPr marL="3886200" indent="-228600" defTabSz="1527175" eaLnBrk="0" fontAlgn="base" hangingPunct="0">
              <a:spcBef>
                <a:spcPct val="0"/>
              </a:spcBef>
              <a:spcAft>
                <a:spcPct val="0"/>
              </a:spcAft>
              <a:tabLst>
                <a:tab pos="5900738" algn="r"/>
              </a:tabLst>
              <a:defRPr sz="2400">
                <a:solidFill>
                  <a:schemeClr val="tx1"/>
                </a:solidFill>
                <a:latin typeface="Times" pitchFamily="1" charset="0"/>
              </a:defRPr>
            </a:lvl9pPr>
          </a:lstStyle>
          <a:p>
            <a:pPr>
              <a:spcBef>
                <a:spcPct val="50000"/>
              </a:spcBef>
            </a:pPr>
            <a:r>
              <a:rPr lang="en-US" altLang="en-US">
                <a:latin typeface="Arial" panose="020B0604020202020204" pitchFamily="34" charset="0"/>
              </a:rPr>
              <a:t>sherbert	75</a:t>
            </a:r>
            <a:br>
              <a:rPr lang="en-US" altLang="en-US">
                <a:latin typeface="Arial" panose="020B0604020202020204" pitchFamily="34" charset="0"/>
              </a:rPr>
            </a:br>
            <a:r>
              <a:rPr lang="en-US" altLang="en-US">
                <a:latin typeface="Arial" panose="020B0604020202020204" pitchFamily="34" charset="0"/>
              </a:rPr>
              <a:t>toffee	120</a:t>
            </a:r>
            <a:br>
              <a:rPr lang="en-US" altLang="en-US">
                <a:latin typeface="Arial" panose="020B0604020202020204" pitchFamily="34" charset="0"/>
              </a:rPr>
            </a:br>
            <a:r>
              <a:rPr lang="en-US" altLang="en-US">
                <a:latin typeface="Arial" panose="020B0604020202020204" pitchFamily="34" charset="0"/>
              </a:rPr>
              <a:t>chocolate	35</a:t>
            </a:r>
            <a:br>
              <a:rPr lang="en-US" altLang="en-US">
                <a:latin typeface="Arial" panose="020B0604020202020204" pitchFamily="34" charset="0"/>
              </a:rPr>
            </a:br>
            <a:r>
              <a:rPr lang="en-US" altLang="en-US">
                <a:latin typeface="Arial" panose="020B0604020202020204" pitchFamily="34" charset="0"/>
              </a:rPr>
              <a:t>fruit gums	27</a:t>
            </a:r>
            <a:br>
              <a:rPr lang="en-US" altLang="en-US">
                <a:latin typeface="Arial" panose="020B0604020202020204" pitchFamily="34" charset="0"/>
              </a:rPr>
            </a:br>
            <a:r>
              <a:rPr lang="en-US" altLang="en-US">
                <a:latin typeface="Arial" panose="020B0604020202020204" pitchFamily="34" charset="0"/>
              </a:rPr>
              <a:t>coconut dreams	85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E0CB34A6-A8B7-F764-36DB-7D3E294D0244}"/>
              </a:ext>
            </a:extLst>
          </p:cNvPr>
          <p:cNvSpPr txBox="1">
            <a:spLocks noChangeArrowheads="1"/>
          </p:cNvSpPr>
          <p:nvPr/>
        </p:nvSpPr>
        <p:spPr bwMode="auto">
          <a:xfrm>
            <a:off x="1295400" y="3505200"/>
            <a:ext cx="6324600" cy="1974850"/>
          </a:xfrm>
          <a:prstGeom prst="rect">
            <a:avLst/>
          </a:prstGeom>
          <a:noFill/>
          <a:ln w="571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defTabSz="1527175">
              <a:tabLst>
                <a:tab pos="5146675" algn="r"/>
                <a:tab pos="5900738" algn="r"/>
              </a:tabLst>
              <a:defRPr sz="2400">
                <a:solidFill>
                  <a:schemeClr val="tx1"/>
                </a:solidFill>
                <a:latin typeface="Times" pitchFamily="1" charset="0"/>
              </a:defRPr>
            </a:lvl1pPr>
            <a:lvl2pPr marL="742950" indent="-285750" defTabSz="1527175">
              <a:tabLst>
                <a:tab pos="5146675" algn="r"/>
                <a:tab pos="5900738" algn="r"/>
              </a:tabLst>
              <a:defRPr sz="2400">
                <a:solidFill>
                  <a:schemeClr val="tx1"/>
                </a:solidFill>
                <a:latin typeface="Times" pitchFamily="1" charset="0"/>
              </a:defRPr>
            </a:lvl2pPr>
            <a:lvl3pPr marL="1143000" indent="-228600" defTabSz="1527175">
              <a:tabLst>
                <a:tab pos="5146675" algn="r"/>
                <a:tab pos="5900738" algn="r"/>
              </a:tabLst>
              <a:defRPr sz="2400">
                <a:solidFill>
                  <a:schemeClr val="tx1"/>
                </a:solidFill>
                <a:latin typeface="Times" pitchFamily="1" charset="0"/>
              </a:defRPr>
            </a:lvl3pPr>
            <a:lvl4pPr marL="1600200" indent="-228600" defTabSz="1527175">
              <a:tabLst>
                <a:tab pos="5146675" algn="r"/>
                <a:tab pos="5900738" algn="r"/>
              </a:tabLst>
              <a:defRPr sz="2400">
                <a:solidFill>
                  <a:schemeClr val="tx1"/>
                </a:solidFill>
                <a:latin typeface="Times" pitchFamily="1" charset="0"/>
              </a:defRPr>
            </a:lvl4pPr>
            <a:lvl5pPr marL="2057400" indent="-228600" defTabSz="1527175">
              <a:tabLst>
                <a:tab pos="5146675" algn="r"/>
                <a:tab pos="5900738" algn="r"/>
              </a:tabLst>
              <a:defRPr sz="2400">
                <a:solidFill>
                  <a:schemeClr val="tx1"/>
                </a:solidFill>
                <a:latin typeface="Times" pitchFamily="1" charset="0"/>
              </a:defRPr>
            </a:lvl5pPr>
            <a:lvl6pPr marL="2514600" indent="-228600" defTabSz="1527175" eaLnBrk="0" fontAlgn="base" hangingPunct="0">
              <a:spcBef>
                <a:spcPct val="0"/>
              </a:spcBef>
              <a:spcAft>
                <a:spcPct val="0"/>
              </a:spcAft>
              <a:tabLst>
                <a:tab pos="5146675" algn="r"/>
                <a:tab pos="5900738" algn="r"/>
              </a:tabLst>
              <a:defRPr sz="2400">
                <a:solidFill>
                  <a:schemeClr val="tx1"/>
                </a:solidFill>
                <a:latin typeface="Times" pitchFamily="1" charset="0"/>
              </a:defRPr>
            </a:lvl6pPr>
            <a:lvl7pPr marL="2971800" indent="-228600" defTabSz="1527175" eaLnBrk="0" fontAlgn="base" hangingPunct="0">
              <a:spcBef>
                <a:spcPct val="0"/>
              </a:spcBef>
              <a:spcAft>
                <a:spcPct val="0"/>
              </a:spcAft>
              <a:tabLst>
                <a:tab pos="5146675" algn="r"/>
                <a:tab pos="5900738" algn="r"/>
              </a:tabLst>
              <a:defRPr sz="2400">
                <a:solidFill>
                  <a:schemeClr val="tx1"/>
                </a:solidFill>
                <a:latin typeface="Times" pitchFamily="1" charset="0"/>
              </a:defRPr>
            </a:lvl7pPr>
            <a:lvl8pPr marL="3429000" indent="-228600" defTabSz="1527175" eaLnBrk="0" fontAlgn="base" hangingPunct="0">
              <a:spcBef>
                <a:spcPct val="0"/>
              </a:spcBef>
              <a:spcAft>
                <a:spcPct val="0"/>
              </a:spcAft>
              <a:tabLst>
                <a:tab pos="5146675" algn="r"/>
                <a:tab pos="5900738" algn="r"/>
              </a:tabLst>
              <a:defRPr sz="2400">
                <a:solidFill>
                  <a:schemeClr val="tx1"/>
                </a:solidFill>
                <a:latin typeface="Times" pitchFamily="1" charset="0"/>
              </a:defRPr>
            </a:lvl8pPr>
            <a:lvl9pPr marL="3886200" indent="-228600" defTabSz="1527175" eaLnBrk="0" fontAlgn="base" hangingPunct="0">
              <a:spcBef>
                <a:spcPct val="0"/>
              </a:spcBef>
              <a:spcAft>
                <a:spcPct val="0"/>
              </a:spcAft>
              <a:tabLst>
                <a:tab pos="5146675" algn="r"/>
                <a:tab pos="5900738" algn="r"/>
              </a:tabLst>
              <a:defRPr sz="2400">
                <a:solidFill>
                  <a:schemeClr val="tx1"/>
                </a:solidFill>
                <a:latin typeface="Times" pitchFamily="1" charset="0"/>
              </a:defRPr>
            </a:lvl9pPr>
          </a:lstStyle>
          <a:p>
            <a:pPr>
              <a:spcBef>
                <a:spcPct val="50000"/>
              </a:spcBef>
            </a:pPr>
            <a:r>
              <a:rPr lang="en-US" altLang="en-US">
                <a:latin typeface="Arial" panose="020B0604020202020204" pitchFamily="34" charset="0"/>
              </a:rPr>
              <a:t>	sherbert	75</a:t>
            </a:r>
            <a:br>
              <a:rPr lang="en-US" altLang="en-US">
                <a:latin typeface="Arial" panose="020B0604020202020204" pitchFamily="34" charset="0"/>
              </a:rPr>
            </a:br>
            <a:r>
              <a:rPr lang="en-US" altLang="en-US">
                <a:latin typeface="Arial" panose="020B0604020202020204" pitchFamily="34" charset="0"/>
              </a:rPr>
              <a:t>	toffee	120</a:t>
            </a:r>
            <a:br>
              <a:rPr lang="en-US" altLang="en-US">
                <a:latin typeface="Arial" panose="020B0604020202020204" pitchFamily="34" charset="0"/>
              </a:rPr>
            </a:br>
            <a:r>
              <a:rPr lang="en-US" altLang="en-US">
                <a:latin typeface="Arial" panose="020B0604020202020204" pitchFamily="34" charset="0"/>
              </a:rPr>
              <a:t>	chocolate	35</a:t>
            </a:r>
            <a:br>
              <a:rPr lang="en-US" altLang="en-US">
                <a:latin typeface="Arial" panose="020B0604020202020204" pitchFamily="34" charset="0"/>
              </a:rPr>
            </a:br>
            <a:r>
              <a:rPr lang="en-US" altLang="en-US">
                <a:latin typeface="Arial" panose="020B0604020202020204" pitchFamily="34" charset="0"/>
              </a:rPr>
              <a:t>	fruit gums	27</a:t>
            </a:r>
            <a:br>
              <a:rPr lang="en-US" altLang="en-US">
                <a:latin typeface="Arial" panose="020B0604020202020204" pitchFamily="34" charset="0"/>
              </a:rPr>
            </a:br>
            <a:r>
              <a:rPr lang="en-US" altLang="en-US">
                <a:latin typeface="Arial" panose="020B0604020202020204" pitchFamily="34" charset="0"/>
              </a:rPr>
              <a:t>	coconut dreams	85</a:t>
            </a:r>
          </a:p>
        </p:txBody>
      </p:sp>
      <p:sp>
        <p:nvSpPr>
          <p:cNvPr id="72707" name="Rectangle 3">
            <a:extLst>
              <a:ext uri="{FF2B5EF4-FFF2-40B4-BE49-F238E27FC236}">
                <a16:creationId xmlns:a16="http://schemas.microsoft.com/office/drawing/2014/main" id="{CB78B5AC-FD32-110F-0EBC-0DFB7478D286}"/>
              </a:ext>
            </a:extLst>
          </p:cNvPr>
          <p:cNvSpPr>
            <a:spLocks noGrp="1" noChangeArrowheads="1"/>
          </p:cNvSpPr>
          <p:nvPr>
            <p:ph type="title"/>
          </p:nvPr>
        </p:nvSpPr>
        <p:spPr/>
        <p:txBody>
          <a:bodyPr/>
          <a:lstStyle/>
          <a:p>
            <a:pPr eaLnBrk="1" hangingPunct="1"/>
            <a:r>
              <a:rPr lang="en-US" altLang="en-US">
                <a:solidFill>
                  <a:schemeClr val="tx1"/>
                </a:solidFill>
              </a:rPr>
              <a:t>multiple  columns - </a:t>
            </a:r>
            <a:r>
              <a:rPr lang="en-US" altLang="en-US" sz="2800">
                <a:solidFill>
                  <a:schemeClr val="tx1"/>
                </a:solidFill>
              </a:rPr>
              <a:t>4</a:t>
            </a:r>
          </a:p>
        </p:txBody>
      </p:sp>
      <p:sp>
        <p:nvSpPr>
          <p:cNvPr id="72708" name="Rectangle 4">
            <a:extLst>
              <a:ext uri="{FF2B5EF4-FFF2-40B4-BE49-F238E27FC236}">
                <a16:creationId xmlns:a16="http://schemas.microsoft.com/office/drawing/2014/main" id="{50CAFA40-56C7-5CE9-0D7A-13F810A6E226}"/>
              </a:ext>
            </a:extLst>
          </p:cNvPr>
          <p:cNvSpPr>
            <a:spLocks noGrp="1" noChangeArrowheads="1"/>
          </p:cNvSpPr>
          <p:nvPr>
            <p:ph type="body" idx="1"/>
          </p:nvPr>
        </p:nvSpPr>
        <p:spPr/>
        <p:txBody>
          <a:bodyPr/>
          <a:lstStyle/>
          <a:p>
            <a:pPr eaLnBrk="1" hangingPunct="1"/>
            <a:r>
              <a:rPr lang="en-US" altLang="en-US"/>
              <a:t>or even (with care!) ‘bad’ alignment</a:t>
            </a:r>
          </a:p>
          <a:p>
            <a:pPr eaLnBrk="1" hangingPunct="1"/>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73B83FE3-80BB-F830-A601-69F2AB6DE4F9}"/>
              </a:ext>
            </a:extLst>
          </p:cNvPr>
          <p:cNvSpPr>
            <a:spLocks noGrp="1" noChangeArrowheads="1"/>
          </p:cNvSpPr>
          <p:nvPr>
            <p:ph type="title"/>
          </p:nvPr>
        </p:nvSpPr>
        <p:spPr/>
        <p:txBody>
          <a:bodyPr/>
          <a:lstStyle/>
          <a:p>
            <a:pPr eaLnBrk="1" hangingPunct="1"/>
            <a:r>
              <a:rPr lang="en-US" altLang="en-US"/>
              <a:t>white space - the counter</a:t>
            </a:r>
          </a:p>
        </p:txBody>
      </p:sp>
      <p:sp>
        <p:nvSpPr>
          <p:cNvPr id="73731" name="Rectangle 3">
            <a:extLst>
              <a:ext uri="{FF2B5EF4-FFF2-40B4-BE49-F238E27FC236}">
                <a16:creationId xmlns:a16="http://schemas.microsoft.com/office/drawing/2014/main" id="{261A2890-2857-B5FC-B493-F6DF01F88953}"/>
              </a:ext>
            </a:extLst>
          </p:cNvPr>
          <p:cNvSpPr>
            <a:spLocks noGrp="1" noChangeArrowheads="1"/>
          </p:cNvSpPr>
          <p:nvPr>
            <p:ph type="body" idx="1"/>
          </p:nvPr>
        </p:nvSpPr>
        <p:spPr/>
        <p:txBody>
          <a:bodyPr/>
          <a:lstStyle/>
          <a:p>
            <a:pPr eaLnBrk="1" hangingPunct="1"/>
            <a:endParaRPr lang="en-US" altLang="en-US"/>
          </a:p>
          <a:p>
            <a:pPr eaLnBrk="1" hangingPunct="1"/>
            <a:endParaRPr lang="en-US" altLang="en-US"/>
          </a:p>
          <a:p>
            <a:pPr eaLnBrk="1" hangingPunct="1"/>
            <a:endParaRPr lang="en-US" altLang="en-US" sz="1600"/>
          </a:p>
        </p:txBody>
      </p:sp>
      <p:sp>
        <p:nvSpPr>
          <p:cNvPr id="73732" name="Text Box 4">
            <a:extLst>
              <a:ext uri="{FF2B5EF4-FFF2-40B4-BE49-F238E27FC236}">
                <a16:creationId xmlns:a16="http://schemas.microsoft.com/office/drawing/2014/main" id="{E374C624-1A06-A0E7-6D03-3633A2C58511}"/>
              </a:ext>
            </a:extLst>
          </p:cNvPr>
          <p:cNvSpPr txBox="1">
            <a:spLocks noChangeArrowheads="1"/>
          </p:cNvSpPr>
          <p:nvPr/>
        </p:nvSpPr>
        <p:spPr bwMode="auto">
          <a:xfrm>
            <a:off x="1828800" y="2605088"/>
            <a:ext cx="543242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4800">
                <a:latin typeface="Arial Black" panose="020B0604020202020204" pitchFamily="34" charset="0"/>
              </a:rPr>
              <a:t>WHAT YOU SEE</a:t>
            </a:r>
            <a:endParaRPr lang="en-US" altLang="en-US">
              <a:latin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9B9B6AF-5FD7-F743-BD6A-617CE3C40A8E}"/>
              </a:ext>
            </a:extLst>
          </p:cNvPr>
          <p:cNvSpPr>
            <a:spLocks noGrp="1" noChangeArrowheads="1"/>
          </p:cNvSpPr>
          <p:nvPr>
            <p:ph type="title"/>
          </p:nvPr>
        </p:nvSpPr>
        <p:spPr/>
        <p:txBody>
          <a:bodyPr/>
          <a:lstStyle/>
          <a:p>
            <a:pPr eaLnBrk="1" hangingPunct="1"/>
            <a:r>
              <a:rPr lang="en-US" altLang="en-US"/>
              <a:t>white space - the counter</a:t>
            </a:r>
          </a:p>
        </p:txBody>
      </p:sp>
      <p:sp>
        <p:nvSpPr>
          <p:cNvPr id="74755" name="Rectangle 3">
            <a:extLst>
              <a:ext uri="{FF2B5EF4-FFF2-40B4-BE49-F238E27FC236}">
                <a16:creationId xmlns:a16="http://schemas.microsoft.com/office/drawing/2014/main" id="{8694E68B-E20B-E914-FD37-86FD38998F70}"/>
              </a:ext>
            </a:extLst>
          </p:cNvPr>
          <p:cNvSpPr>
            <a:spLocks noGrp="1" noChangeArrowheads="1"/>
          </p:cNvSpPr>
          <p:nvPr>
            <p:ph type="body" idx="1"/>
          </p:nvPr>
        </p:nvSpPr>
        <p:spPr/>
        <p:txBody>
          <a:bodyPr/>
          <a:lstStyle/>
          <a:p>
            <a:pPr eaLnBrk="1" hangingPunct="1"/>
            <a:endParaRPr lang="en-US" altLang="en-US"/>
          </a:p>
          <a:p>
            <a:pPr eaLnBrk="1" hangingPunct="1"/>
            <a:endParaRPr lang="en-US" altLang="en-US"/>
          </a:p>
          <a:p>
            <a:pPr eaLnBrk="1" hangingPunct="1"/>
            <a:endParaRPr lang="en-US" altLang="en-US" sz="1600"/>
          </a:p>
        </p:txBody>
      </p:sp>
      <p:sp>
        <p:nvSpPr>
          <p:cNvPr id="74756" name="Text Box 4">
            <a:extLst>
              <a:ext uri="{FF2B5EF4-FFF2-40B4-BE49-F238E27FC236}">
                <a16:creationId xmlns:a16="http://schemas.microsoft.com/office/drawing/2014/main" id="{F6F777F7-180E-CFAB-C462-E28C0E024C9F}"/>
              </a:ext>
            </a:extLst>
          </p:cNvPr>
          <p:cNvSpPr txBox="1">
            <a:spLocks noChangeArrowheads="1"/>
          </p:cNvSpPr>
          <p:nvPr/>
        </p:nvSpPr>
        <p:spPr bwMode="auto">
          <a:xfrm>
            <a:off x="1828800" y="2605088"/>
            <a:ext cx="543242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4800">
                <a:latin typeface="Arial Black" panose="020B0604020202020204" pitchFamily="34" charset="0"/>
              </a:rPr>
              <a:t>WHAT YOU SEE</a:t>
            </a:r>
            <a:endParaRPr lang="en-US" altLang="en-US">
              <a:latin typeface="Times New Roman" panose="02020603050405020304" pitchFamily="18" charset="0"/>
            </a:endParaRPr>
          </a:p>
        </p:txBody>
      </p:sp>
      <p:grpSp>
        <p:nvGrpSpPr>
          <p:cNvPr id="74757" name="Group 5">
            <a:extLst>
              <a:ext uri="{FF2B5EF4-FFF2-40B4-BE49-F238E27FC236}">
                <a16:creationId xmlns:a16="http://schemas.microsoft.com/office/drawing/2014/main" id="{0410A394-2F57-3F3A-BA90-DA7449F8176B}"/>
              </a:ext>
            </a:extLst>
          </p:cNvPr>
          <p:cNvGrpSpPr>
            <a:grpSpLocks/>
          </p:cNvGrpSpPr>
          <p:nvPr/>
        </p:nvGrpSpPr>
        <p:grpSpPr bwMode="auto">
          <a:xfrm>
            <a:off x="403225" y="4191000"/>
            <a:ext cx="8512175" cy="952500"/>
            <a:chOff x="254" y="2496"/>
            <a:chExt cx="5362" cy="600"/>
          </a:xfrm>
        </p:grpSpPr>
        <p:sp>
          <p:nvSpPr>
            <p:cNvPr id="74758" name="Rectangle 6">
              <a:extLst>
                <a:ext uri="{FF2B5EF4-FFF2-40B4-BE49-F238E27FC236}">
                  <a16:creationId xmlns:a16="http://schemas.microsoft.com/office/drawing/2014/main" id="{134E729F-6C97-D750-AF25-609C3AF276F6}"/>
                </a:ext>
              </a:extLst>
            </p:cNvPr>
            <p:cNvSpPr>
              <a:spLocks noChangeArrowheads="1"/>
            </p:cNvSpPr>
            <p:nvPr/>
          </p:nvSpPr>
          <p:spPr bwMode="auto">
            <a:xfrm>
              <a:off x="288" y="2688"/>
              <a:ext cx="5184" cy="24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4759" name="Text Box 7">
              <a:extLst>
                <a:ext uri="{FF2B5EF4-FFF2-40B4-BE49-F238E27FC236}">
                  <a16:creationId xmlns:a16="http://schemas.microsoft.com/office/drawing/2014/main" id="{1B1B0078-6F9A-DC4E-39F3-FD407544A01D}"/>
                </a:ext>
              </a:extLst>
            </p:cNvPr>
            <p:cNvSpPr txBox="1">
              <a:spLocks noChangeArrowheads="1"/>
            </p:cNvSpPr>
            <p:nvPr/>
          </p:nvSpPr>
          <p:spPr bwMode="auto">
            <a:xfrm>
              <a:off x="254" y="2496"/>
              <a:ext cx="5362"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4800" b="1">
                  <a:solidFill>
                    <a:schemeClr val="bg1"/>
                  </a:solidFill>
                  <a:latin typeface="Arial Black" panose="020B0604020202020204" pitchFamily="34" charset="0"/>
                </a:rPr>
                <a:t>THE  GAPS  BETWEEN</a:t>
              </a:r>
              <a:endParaRPr lang="en-US" altLang="en-US" sz="4800">
                <a:solidFill>
                  <a:schemeClr val="bg1"/>
                </a:solidFill>
                <a:latin typeface="Times New Roman" panose="02020603050405020304" pitchFamily="18" charset="0"/>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0EEE255E-AF25-F074-EA5F-CF3E4F1CFB3D}"/>
              </a:ext>
            </a:extLst>
          </p:cNvPr>
          <p:cNvSpPr>
            <a:spLocks noGrp="1" noChangeArrowheads="1"/>
          </p:cNvSpPr>
          <p:nvPr>
            <p:ph type="title"/>
          </p:nvPr>
        </p:nvSpPr>
        <p:spPr/>
        <p:txBody>
          <a:bodyPr/>
          <a:lstStyle/>
          <a:p>
            <a:pPr eaLnBrk="1" hangingPunct="1"/>
            <a:r>
              <a:rPr lang="en-US" altLang="en-US">
                <a:solidFill>
                  <a:schemeClr val="tx1"/>
                </a:solidFill>
              </a:rPr>
              <a:t>space to separate</a:t>
            </a:r>
          </a:p>
        </p:txBody>
      </p:sp>
      <p:sp>
        <p:nvSpPr>
          <p:cNvPr id="75779" name="Rectangle 3">
            <a:extLst>
              <a:ext uri="{FF2B5EF4-FFF2-40B4-BE49-F238E27FC236}">
                <a16:creationId xmlns:a16="http://schemas.microsoft.com/office/drawing/2014/main" id="{44CA1569-79B2-7DC2-9EDA-E2FE40BD0A14}"/>
              </a:ext>
            </a:extLst>
          </p:cNvPr>
          <p:cNvSpPr>
            <a:spLocks noGrp="1" noChangeArrowheads="1"/>
          </p:cNvSpPr>
          <p:nvPr>
            <p:ph type="body" idx="1"/>
          </p:nvPr>
        </p:nvSpPr>
        <p:spPr/>
        <p:txBody>
          <a:bodyPr/>
          <a:lstStyle/>
          <a:p>
            <a:pPr marL="1517650" eaLnBrk="1" hangingPunct="1"/>
            <a:endParaRPr lang="en-US" altLang="en-US" sz="900"/>
          </a:p>
        </p:txBody>
      </p:sp>
      <p:grpSp>
        <p:nvGrpSpPr>
          <p:cNvPr id="75780" name="Group 4">
            <a:extLst>
              <a:ext uri="{FF2B5EF4-FFF2-40B4-BE49-F238E27FC236}">
                <a16:creationId xmlns:a16="http://schemas.microsoft.com/office/drawing/2014/main" id="{FFF0EB80-B3F5-F6F7-B4AF-2E1D97C7C53F}"/>
              </a:ext>
            </a:extLst>
          </p:cNvPr>
          <p:cNvGrpSpPr>
            <a:grpSpLocks/>
          </p:cNvGrpSpPr>
          <p:nvPr/>
        </p:nvGrpSpPr>
        <p:grpSpPr bwMode="auto">
          <a:xfrm>
            <a:off x="2819400" y="2438400"/>
            <a:ext cx="3200400" cy="3352800"/>
            <a:chOff x="1776" y="1536"/>
            <a:chExt cx="2016" cy="2112"/>
          </a:xfrm>
        </p:grpSpPr>
        <p:sp>
          <p:nvSpPr>
            <p:cNvPr id="75781" name="Rectangle 5">
              <a:extLst>
                <a:ext uri="{FF2B5EF4-FFF2-40B4-BE49-F238E27FC236}">
                  <a16:creationId xmlns:a16="http://schemas.microsoft.com/office/drawing/2014/main" id="{C32F2166-F072-571D-E646-894D63E6DB7E}"/>
                </a:ext>
              </a:extLst>
            </p:cNvPr>
            <p:cNvSpPr>
              <a:spLocks noChangeArrowheads="1"/>
            </p:cNvSpPr>
            <p:nvPr/>
          </p:nvSpPr>
          <p:spPr bwMode="auto">
            <a:xfrm>
              <a:off x="1776" y="1536"/>
              <a:ext cx="2016" cy="57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5782" name="Rectangle 6">
              <a:extLst>
                <a:ext uri="{FF2B5EF4-FFF2-40B4-BE49-F238E27FC236}">
                  <a16:creationId xmlns:a16="http://schemas.microsoft.com/office/drawing/2014/main" id="{07670651-2DF8-D5C7-83D0-FA55AA277B81}"/>
                </a:ext>
              </a:extLst>
            </p:cNvPr>
            <p:cNvSpPr>
              <a:spLocks noChangeArrowheads="1"/>
            </p:cNvSpPr>
            <p:nvPr/>
          </p:nvSpPr>
          <p:spPr bwMode="auto">
            <a:xfrm>
              <a:off x="1776" y="2304"/>
              <a:ext cx="2016" cy="57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5783" name="Rectangle 7">
              <a:extLst>
                <a:ext uri="{FF2B5EF4-FFF2-40B4-BE49-F238E27FC236}">
                  <a16:creationId xmlns:a16="http://schemas.microsoft.com/office/drawing/2014/main" id="{FC57F1BF-BD3B-2806-7DCB-0F53587DB073}"/>
                </a:ext>
              </a:extLst>
            </p:cNvPr>
            <p:cNvSpPr>
              <a:spLocks noChangeArrowheads="1"/>
            </p:cNvSpPr>
            <p:nvPr/>
          </p:nvSpPr>
          <p:spPr bwMode="auto">
            <a:xfrm>
              <a:off x="1776" y="3072"/>
              <a:ext cx="2016" cy="57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6082E18-81CD-749A-AD28-04A7DFF87416}"/>
              </a:ext>
            </a:extLst>
          </p:cNvPr>
          <p:cNvSpPr>
            <a:spLocks noGrp="1" noChangeArrowheads="1"/>
          </p:cNvSpPr>
          <p:nvPr>
            <p:ph type="title"/>
          </p:nvPr>
        </p:nvSpPr>
        <p:spPr/>
        <p:txBody>
          <a:bodyPr/>
          <a:lstStyle/>
          <a:p>
            <a:pPr eaLnBrk="1" hangingPunct="1"/>
            <a:r>
              <a:rPr lang="en-US" altLang="en-US">
                <a:solidFill>
                  <a:schemeClr val="tx1"/>
                </a:solidFill>
              </a:rPr>
              <a:t>space to structure</a:t>
            </a:r>
          </a:p>
        </p:txBody>
      </p:sp>
      <p:sp>
        <p:nvSpPr>
          <p:cNvPr id="76803" name="Rectangle 3">
            <a:extLst>
              <a:ext uri="{FF2B5EF4-FFF2-40B4-BE49-F238E27FC236}">
                <a16:creationId xmlns:a16="http://schemas.microsoft.com/office/drawing/2014/main" id="{40EB0C94-3E2E-5DDC-08C8-E9759AF93467}"/>
              </a:ext>
            </a:extLst>
          </p:cNvPr>
          <p:cNvSpPr>
            <a:spLocks noGrp="1" noChangeArrowheads="1"/>
          </p:cNvSpPr>
          <p:nvPr>
            <p:ph type="body" idx="1"/>
          </p:nvPr>
        </p:nvSpPr>
        <p:spPr/>
        <p:txBody>
          <a:bodyPr/>
          <a:lstStyle/>
          <a:p>
            <a:pPr marL="1517650" eaLnBrk="1" hangingPunct="1"/>
            <a:endParaRPr lang="en-US" altLang="en-US" sz="900"/>
          </a:p>
        </p:txBody>
      </p:sp>
      <p:grpSp>
        <p:nvGrpSpPr>
          <p:cNvPr id="76804" name="Group 4">
            <a:extLst>
              <a:ext uri="{FF2B5EF4-FFF2-40B4-BE49-F238E27FC236}">
                <a16:creationId xmlns:a16="http://schemas.microsoft.com/office/drawing/2014/main" id="{ADE270E0-7062-46E4-6C5B-244830556E8A}"/>
              </a:ext>
            </a:extLst>
          </p:cNvPr>
          <p:cNvGrpSpPr>
            <a:grpSpLocks/>
          </p:cNvGrpSpPr>
          <p:nvPr/>
        </p:nvGrpSpPr>
        <p:grpSpPr bwMode="auto">
          <a:xfrm>
            <a:off x="1828800" y="2438400"/>
            <a:ext cx="5486400" cy="3276600"/>
            <a:chOff x="1152" y="1536"/>
            <a:chExt cx="3456" cy="2064"/>
          </a:xfrm>
        </p:grpSpPr>
        <p:sp>
          <p:nvSpPr>
            <p:cNvPr id="76805" name="Rectangle 5">
              <a:extLst>
                <a:ext uri="{FF2B5EF4-FFF2-40B4-BE49-F238E27FC236}">
                  <a16:creationId xmlns:a16="http://schemas.microsoft.com/office/drawing/2014/main" id="{A2C3BBA2-71F5-4B46-63A2-3ED92CDEE12E}"/>
                </a:ext>
              </a:extLst>
            </p:cNvPr>
            <p:cNvSpPr>
              <a:spLocks noChangeArrowheads="1"/>
            </p:cNvSpPr>
            <p:nvPr/>
          </p:nvSpPr>
          <p:spPr bwMode="auto">
            <a:xfrm>
              <a:off x="1152" y="2688"/>
              <a:ext cx="1584" cy="9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6806" name="Rectangle 6">
              <a:extLst>
                <a:ext uri="{FF2B5EF4-FFF2-40B4-BE49-F238E27FC236}">
                  <a16:creationId xmlns:a16="http://schemas.microsoft.com/office/drawing/2014/main" id="{71B42E33-2826-A1C4-6E59-EBE4AB8CCA90}"/>
                </a:ext>
              </a:extLst>
            </p:cNvPr>
            <p:cNvSpPr>
              <a:spLocks noChangeArrowheads="1"/>
            </p:cNvSpPr>
            <p:nvPr/>
          </p:nvSpPr>
          <p:spPr bwMode="auto">
            <a:xfrm>
              <a:off x="3024" y="2688"/>
              <a:ext cx="1584" cy="9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6807" name="Rectangle 7">
              <a:extLst>
                <a:ext uri="{FF2B5EF4-FFF2-40B4-BE49-F238E27FC236}">
                  <a16:creationId xmlns:a16="http://schemas.microsoft.com/office/drawing/2014/main" id="{77D23A8B-BC88-050D-5687-BAD13C9897AB}"/>
                </a:ext>
              </a:extLst>
            </p:cNvPr>
            <p:cNvSpPr>
              <a:spLocks noChangeArrowheads="1"/>
            </p:cNvSpPr>
            <p:nvPr/>
          </p:nvSpPr>
          <p:spPr bwMode="auto">
            <a:xfrm>
              <a:off x="3024" y="1536"/>
              <a:ext cx="1584" cy="9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nvGrpSpPr>
            <p:cNvPr id="76808" name="Group 8">
              <a:extLst>
                <a:ext uri="{FF2B5EF4-FFF2-40B4-BE49-F238E27FC236}">
                  <a16:creationId xmlns:a16="http://schemas.microsoft.com/office/drawing/2014/main" id="{3DD049AC-A98C-CF59-A1E8-E92FB1D470EC}"/>
                </a:ext>
              </a:extLst>
            </p:cNvPr>
            <p:cNvGrpSpPr>
              <a:grpSpLocks/>
            </p:cNvGrpSpPr>
            <p:nvPr/>
          </p:nvGrpSpPr>
          <p:grpSpPr bwMode="auto">
            <a:xfrm>
              <a:off x="1152" y="1536"/>
              <a:ext cx="1584" cy="912"/>
              <a:chOff x="1056" y="1440"/>
              <a:chExt cx="1584" cy="912"/>
            </a:xfrm>
          </p:grpSpPr>
          <p:sp>
            <p:nvSpPr>
              <p:cNvPr id="76809" name="Rectangle 9">
                <a:extLst>
                  <a:ext uri="{FF2B5EF4-FFF2-40B4-BE49-F238E27FC236}">
                    <a16:creationId xmlns:a16="http://schemas.microsoft.com/office/drawing/2014/main" id="{5F587C65-8EE1-A65B-A709-422ECE021511}"/>
                  </a:ext>
                </a:extLst>
              </p:cNvPr>
              <p:cNvSpPr>
                <a:spLocks noChangeArrowheads="1"/>
              </p:cNvSpPr>
              <p:nvPr/>
            </p:nvSpPr>
            <p:spPr bwMode="auto">
              <a:xfrm>
                <a:off x="1056" y="1872"/>
                <a:ext cx="912" cy="48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6810" name="Rectangle 10">
                <a:extLst>
                  <a:ext uri="{FF2B5EF4-FFF2-40B4-BE49-F238E27FC236}">
                    <a16:creationId xmlns:a16="http://schemas.microsoft.com/office/drawing/2014/main" id="{DDE729AE-79E3-58B7-0D73-6039EFE3962B}"/>
                  </a:ext>
                </a:extLst>
              </p:cNvPr>
              <p:cNvSpPr>
                <a:spLocks noChangeArrowheads="1"/>
              </p:cNvSpPr>
              <p:nvPr/>
            </p:nvSpPr>
            <p:spPr bwMode="auto">
              <a:xfrm>
                <a:off x="2064" y="1872"/>
                <a:ext cx="576" cy="48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6811" name="Rectangle 11">
                <a:extLst>
                  <a:ext uri="{FF2B5EF4-FFF2-40B4-BE49-F238E27FC236}">
                    <a16:creationId xmlns:a16="http://schemas.microsoft.com/office/drawing/2014/main" id="{D718D524-5AB9-EA7F-45D4-73B918E38A7D}"/>
                  </a:ext>
                </a:extLst>
              </p:cNvPr>
              <p:cNvSpPr>
                <a:spLocks noChangeArrowheads="1"/>
              </p:cNvSpPr>
              <p:nvPr/>
            </p:nvSpPr>
            <p:spPr bwMode="auto">
              <a:xfrm>
                <a:off x="1056" y="1440"/>
                <a:ext cx="1584" cy="3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72C1EDB-B367-38B6-64E0-E6BCEF93ECE3}"/>
              </a:ext>
            </a:extLst>
          </p:cNvPr>
          <p:cNvSpPr>
            <a:spLocks noGrp="1" noChangeArrowheads="1"/>
          </p:cNvSpPr>
          <p:nvPr>
            <p:ph type="title"/>
          </p:nvPr>
        </p:nvSpPr>
        <p:spPr/>
        <p:txBody>
          <a:bodyPr/>
          <a:lstStyle/>
          <a:p>
            <a:pPr eaLnBrk="1" hangingPunct="1"/>
            <a:r>
              <a:rPr lang="en-US" altLang="en-US">
                <a:solidFill>
                  <a:schemeClr val="tx1"/>
                </a:solidFill>
              </a:rPr>
              <a:t>space to highlight</a:t>
            </a:r>
          </a:p>
        </p:txBody>
      </p:sp>
      <p:sp>
        <p:nvSpPr>
          <p:cNvPr id="77827" name="Rectangle 3">
            <a:extLst>
              <a:ext uri="{FF2B5EF4-FFF2-40B4-BE49-F238E27FC236}">
                <a16:creationId xmlns:a16="http://schemas.microsoft.com/office/drawing/2014/main" id="{2FCEF820-0EDE-8DCF-535F-FB7EC22396A4}"/>
              </a:ext>
            </a:extLst>
          </p:cNvPr>
          <p:cNvSpPr>
            <a:spLocks noGrp="1" noChangeArrowheads="1"/>
          </p:cNvSpPr>
          <p:nvPr>
            <p:ph type="body" idx="1"/>
          </p:nvPr>
        </p:nvSpPr>
        <p:spPr/>
        <p:txBody>
          <a:bodyPr/>
          <a:lstStyle/>
          <a:p>
            <a:pPr marL="1517650" eaLnBrk="1" hangingPunct="1"/>
            <a:endParaRPr lang="en-US" altLang="en-US" sz="900"/>
          </a:p>
        </p:txBody>
      </p:sp>
      <p:grpSp>
        <p:nvGrpSpPr>
          <p:cNvPr id="77828" name="Group 4">
            <a:extLst>
              <a:ext uri="{FF2B5EF4-FFF2-40B4-BE49-F238E27FC236}">
                <a16:creationId xmlns:a16="http://schemas.microsoft.com/office/drawing/2014/main" id="{FBD108FE-7C2D-1C65-B059-9FFF6030260C}"/>
              </a:ext>
            </a:extLst>
          </p:cNvPr>
          <p:cNvGrpSpPr>
            <a:grpSpLocks/>
          </p:cNvGrpSpPr>
          <p:nvPr/>
        </p:nvGrpSpPr>
        <p:grpSpPr bwMode="auto">
          <a:xfrm>
            <a:off x="1828800" y="2438400"/>
            <a:ext cx="5486400" cy="3276600"/>
            <a:chOff x="1152" y="1536"/>
            <a:chExt cx="3456" cy="2064"/>
          </a:xfrm>
        </p:grpSpPr>
        <p:grpSp>
          <p:nvGrpSpPr>
            <p:cNvPr id="77829" name="Group 5">
              <a:extLst>
                <a:ext uri="{FF2B5EF4-FFF2-40B4-BE49-F238E27FC236}">
                  <a16:creationId xmlns:a16="http://schemas.microsoft.com/office/drawing/2014/main" id="{AA5B118C-CDF0-9F27-13F2-7997E5CE3EF9}"/>
                </a:ext>
              </a:extLst>
            </p:cNvPr>
            <p:cNvGrpSpPr>
              <a:grpSpLocks/>
            </p:cNvGrpSpPr>
            <p:nvPr/>
          </p:nvGrpSpPr>
          <p:grpSpPr bwMode="auto">
            <a:xfrm>
              <a:off x="1152" y="1536"/>
              <a:ext cx="1584" cy="2064"/>
              <a:chOff x="1152" y="1536"/>
              <a:chExt cx="1584" cy="2064"/>
            </a:xfrm>
          </p:grpSpPr>
          <p:sp>
            <p:nvSpPr>
              <p:cNvPr id="77835" name="Rectangle 6">
                <a:extLst>
                  <a:ext uri="{FF2B5EF4-FFF2-40B4-BE49-F238E27FC236}">
                    <a16:creationId xmlns:a16="http://schemas.microsoft.com/office/drawing/2014/main" id="{F5EC3188-00B2-A9E2-A813-C05995B4953C}"/>
                  </a:ext>
                </a:extLst>
              </p:cNvPr>
              <p:cNvSpPr>
                <a:spLocks noChangeArrowheads="1"/>
              </p:cNvSpPr>
              <p:nvPr/>
            </p:nvSpPr>
            <p:spPr bwMode="auto">
              <a:xfrm>
                <a:off x="1152" y="2880"/>
                <a:ext cx="1584" cy="72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7836" name="Rectangle 7">
                <a:extLst>
                  <a:ext uri="{FF2B5EF4-FFF2-40B4-BE49-F238E27FC236}">
                    <a16:creationId xmlns:a16="http://schemas.microsoft.com/office/drawing/2014/main" id="{7209D8AD-DE7B-9476-3B1B-4E2E5D524F84}"/>
                  </a:ext>
                </a:extLst>
              </p:cNvPr>
              <p:cNvSpPr>
                <a:spLocks noChangeArrowheads="1"/>
              </p:cNvSpPr>
              <p:nvPr/>
            </p:nvSpPr>
            <p:spPr bwMode="auto">
              <a:xfrm>
                <a:off x="1152" y="1536"/>
                <a:ext cx="1584" cy="62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7837" name="Rectangle 8">
                <a:extLst>
                  <a:ext uri="{FF2B5EF4-FFF2-40B4-BE49-F238E27FC236}">
                    <a16:creationId xmlns:a16="http://schemas.microsoft.com/office/drawing/2014/main" id="{1B77AB92-5D0A-4EAD-203A-C6ACDEC9C948}"/>
                  </a:ext>
                </a:extLst>
              </p:cNvPr>
              <p:cNvSpPr>
                <a:spLocks noChangeArrowheads="1"/>
              </p:cNvSpPr>
              <p:nvPr/>
            </p:nvSpPr>
            <p:spPr bwMode="auto">
              <a:xfrm>
                <a:off x="1152" y="2160"/>
                <a:ext cx="1008" cy="72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grpSp>
          <p:nvGrpSpPr>
            <p:cNvPr id="77830" name="Group 9">
              <a:extLst>
                <a:ext uri="{FF2B5EF4-FFF2-40B4-BE49-F238E27FC236}">
                  <a16:creationId xmlns:a16="http://schemas.microsoft.com/office/drawing/2014/main" id="{776F0844-3494-2354-CED9-27900814B173}"/>
                </a:ext>
              </a:extLst>
            </p:cNvPr>
            <p:cNvGrpSpPr>
              <a:grpSpLocks/>
            </p:cNvGrpSpPr>
            <p:nvPr/>
          </p:nvGrpSpPr>
          <p:grpSpPr bwMode="auto">
            <a:xfrm flipH="1">
              <a:off x="3024" y="1536"/>
              <a:ext cx="1584" cy="2064"/>
              <a:chOff x="1152" y="1536"/>
              <a:chExt cx="1584" cy="2064"/>
            </a:xfrm>
          </p:grpSpPr>
          <p:sp>
            <p:nvSpPr>
              <p:cNvPr id="77832" name="Rectangle 10">
                <a:extLst>
                  <a:ext uri="{FF2B5EF4-FFF2-40B4-BE49-F238E27FC236}">
                    <a16:creationId xmlns:a16="http://schemas.microsoft.com/office/drawing/2014/main" id="{7EEFF8B0-4974-0F4C-E70E-370F1E6F769F}"/>
                  </a:ext>
                </a:extLst>
              </p:cNvPr>
              <p:cNvSpPr>
                <a:spLocks noChangeArrowheads="1"/>
              </p:cNvSpPr>
              <p:nvPr/>
            </p:nvSpPr>
            <p:spPr bwMode="auto">
              <a:xfrm>
                <a:off x="1152" y="2880"/>
                <a:ext cx="1584" cy="72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7833" name="Rectangle 11">
                <a:extLst>
                  <a:ext uri="{FF2B5EF4-FFF2-40B4-BE49-F238E27FC236}">
                    <a16:creationId xmlns:a16="http://schemas.microsoft.com/office/drawing/2014/main" id="{648F2181-0E51-05D2-0EDB-5AF2B350E3FC}"/>
                  </a:ext>
                </a:extLst>
              </p:cNvPr>
              <p:cNvSpPr>
                <a:spLocks noChangeArrowheads="1"/>
              </p:cNvSpPr>
              <p:nvPr/>
            </p:nvSpPr>
            <p:spPr bwMode="auto">
              <a:xfrm>
                <a:off x="1152" y="1536"/>
                <a:ext cx="1584" cy="62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77834" name="Rectangle 12">
                <a:extLst>
                  <a:ext uri="{FF2B5EF4-FFF2-40B4-BE49-F238E27FC236}">
                    <a16:creationId xmlns:a16="http://schemas.microsoft.com/office/drawing/2014/main" id="{FB38AAEF-8852-E12F-2841-DC24D0CDA8EE}"/>
                  </a:ext>
                </a:extLst>
              </p:cNvPr>
              <p:cNvSpPr>
                <a:spLocks noChangeArrowheads="1"/>
              </p:cNvSpPr>
              <p:nvPr/>
            </p:nvSpPr>
            <p:spPr bwMode="auto">
              <a:xfrm>
                <a:off x="1152" y="2160"/>
                <a:ext cx="1008" cy="72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sp>
          <p:nvSpPr>
            <p:cNvPr id="77831" name="Rectangle 13">
              <a:extLst>
                <a:ext uri="{FF2B5EF4-FFF2-40B4-BE49-F238E27FC236}">
                  <a16:creationId xmlns:a16="http://schemas.microsoft.com/office/drawing/2014/main" id="{9A466B90-D6BD-5547-EBC8-250E244D0946}"/>
                </a:ext>
              </a:extLst>
            </p:cNvPr>
            <p:cNvSpPr>
              <a:spLocks noChangeArrowheads="1"/>
            </p:cNvSpPr>
            <p:nvPr/>
          </p:nvSpPr>
          <p:spPr bwMode="auto">
            <a:xfrm>
              <a:off x="2448" y="2400"/>
              <a:ext cx="864" cy="24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Oval 2">
            <a:extLst>
              <a:ext uri="{FF2B5EF4-FFF2-40B4-BE49-F238E27FC236}">
                <a16:creationId xmlns:a16="http://schemas.microsoft.com/office/drawing/2014/main" id="{71E83AD0-F4A5-068B-4E90-E17D09582B12}"/>
              </a:ext>
            </a:extLst>
          </p:cNvPr>
          <p:cNvSpPr>
            <a:spLocks noChangeArrowheads="1"/>
          </p:cNvSpPr>
          <p:nvPr/>
        </p:nvSpPr>
        <p:spPr bwMode="auto">
          <a:xfrm>
            <a:off x="4267200" y="3048000"/>
            <a:ext cx="533400" cy="533400"/>
          </a:xfrm>
          <a:prstGeom prst="ellipse">
            <a:avLst/>
          </a:prstGeom>
          <a:solidFill>
            <a:srgbClr val="ED181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3582E11-6981-DD47-484F-8BD53888ECB6}"/>
              </a:ext>
            </a:extLst>
          </p:cNvPr>
          <p:cNvSpPr>
            <a:spLocks noGrp="1" noChangeArrowheads="1"/>
          </p:cNvSpPr>
          <p:nvPr>
            <p:ph type="ctrTitle"/>
          </p:nvPr>
        </p:nvSpPr>
        <p:spPr>
          <a:xfrm>
            <a:off x="685800" y="2286000"/>
            <a:ext cx="7772400" cy="1143000"/>
          </a:xfrm>
        </p:spPr>
        <p:txBody>
          <a:bodyPr/>
          <a:lstStyle/>
          <a:p>
            <a:pPr algn="ctr" eaLnBrk="1" hangingPunct="1"/>
            <a:r>
              <a:rPr lang="en-GB" altLang="en-US"/>
              <a:t>user action and control</a:t>
            </a:r>
          </a:p>
        </p:txBody>
      </p:sp>
      <p:sp>
        <p:nvSpPr>
          <p:cNvPr id="84995" name="Rectangle 3">
            <a:extLst>
              <a:ext uri="{FF2B5EF4-FFF2-40B4-BE49-F238E27FC236}">
                <a16:creationId xmlns:a16="http://schemas.microsoft.com/office/drawing/2014/main" id="{FD292442-87E1-70B7-CBED-4253DA1D1C45}"/>
              </a:ext>
            </a:extLst>
          </p:cNvPr>
          <p:cNvSpPr>
            <a:spLocks noGrp="1" noChangeArrowheads="1"/>
          </p:cNvSpPr>
          <p:nvPr>
            <p:ph type="subTitle" idx="1"/>
          </p:nvPr>
        </p:nvSpPr>
        <p:spPr/>
        <p:txBody>
          <a:bodyPr/>
          <a:lstStyle/>
          <a:p>
            <a:pPr eaLnBrk="1" hangingPunct="1"/>
            <a:r>
              <a:rPr lang="en-GB" altLang="en-US"/>
              <a:t>entering information</a:t>
            </a:r>
          </a:p>
          <a:p>
            <a:pPr eaLnBrk="1" hangingPunct="1"/>
            <a:r>
              <a:rPr lang="en-GB" altLang="en-US"/>
              <a:t>knowing what to do</a:t>
            </a:r>
          </a:p>
          <a:p>
            <a:pPr eaLnBrk="1" hangingPunct="1"/>
            <a:r>
              <a:rPr lang="en-GB" altLang="en-US"/>
              <a:t>affordances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F8093F21-BFF7-9F0C-B3F2-E400FF4C6E17}"/>
              </a:ext>
            </a:extLst>
          </p:cNvPr>
          <p:cNvSpPr>
            <a:spLocks noGrp="1" noChangeArrowheads="1"/>
          </p:cNvSpPr>
          <p:nvPr>
            <p:ph type="title"/>
          </p:nvPr>
        </p:nvSpPr>
        <p:spPr/>
        <p:txBody>
          <a:bodyPr/>
          <a:lstStyle/>
          <a:p>
            <a:pPr eaLnBrk="1" hangingPunct="1"/>
            <a:r>
              <a:rPr lang="en-GB" altLang="en-US"/>
              <a:t>entering information</a:t>
            </a:r>
          </a:p>
        </p:txBody>
      </p:sp>
      <p:sp>
        <p:nvSpPr>
          <p:cNvPr id="86019" name="Rectangle 3">
            <a:extLst>
              <a:ext uri="{FF2B5EF4-FFF2-40B4-BE49-F238E27FC236}">
                <a16:creationId xmlns:a16="http://schemas.microsoft.com/office/drawing/2014/main" id="{4E96B0C5-7593-9426-B1A3-7A63148F16B3}"/>
              </a:ext>
            </a:extLst>
          </p:cNvPr>
          <p:cNvSpPr>
            <a:spLocks noGrp="1" noChangeArrowheads="1"/>
          </p:cNvSpPr>
          <p:nvPr>
            <p:ph type="body" idx="1"/>
          </p:nvPr>
        </p:nvSpPr>
        <p:spPr/>
        <p:txBody>
          <a:bodyPr/>
          <a:lstStyle/>
          <a:p>
            <a:pPr eaLnBrk="1" hangingPunct="1">
              <a:lnSpc>
                <a:spcPct val="90000"/>
              </a:lnSpc>
            </a:pPr>
            <a:r>
              <a:rPr lang="en-GB" altLang="en-US" sz="2400"/>
              <a:t>forms, dialogue boxes</a:t>
            </a:r>
          </a:p>
          <a:p>
            <a:pPr lvl="1" eaLnBrk="1" hangingPunct="1">
              <a:lnSpc>
                <a:spcPct val="90000"/>
              </a:lnSpc>
            </a:pPr>
            <a:r>
              <a:rPr lang="en-GB" altLang="en-US" sz="2000"/>
              <a:t>presentation + data input</a:t>
            </a:r>
          </a:p>
          <a:p>
            <a:pPr lvl="1" eaLnBrk="1" hangingPunct="1">
              <a:lnSpc>
                <a:spcPct val="90000"/>
              </a:lnSpc>
            </a:pPr>
            <a:r>
              <a:rPr lang="en-GB" altLang="en-US" sz="2000"/>
              <a:t>similar layout issues</a:t>
            </a:r>
          </a:p>
          <a:p>
            <a:pPr lvl="1" eaLnBrk="1" hangingPunct="1">
              <a:lnSpc>
                <a:spcPct val="90000"/>
              </a:lnSpc>
            </a:pPr>
            <a:r>
              <a:rPr lang="en-GB" altLang="en-US" sz="2000"/>
              <a:t>alignment - </a:t>
            </a:r>
            <a:r>
              <a:rPr lang="en-GB" altLang="en-US" sz="1600"/>
              <a:t>N.B. different label lengths</a:t>
            </a:r>
            <a:endParaRPr lang="en-GB" altLang="en-US" sz="2000"/>
          </a:p>
          <a:p>
            <a:pPr lvl="1" eaLnBrk="1" hangingPunct="1">
              <a:lnSpc>
                <a:spcPct val="90000"/>
              </a:lnSpc>
            </a:pPr>
            <a:endParaRPr lang="en-GB" altLang="en-US" sz="2000"/>
          </a:p>
          <a:p>
            <a:pPr eaLnBrk="1" hangingPunct="1">
              <a:lnSpc>
                <a:spcPct val="90000"/>
              </a:lnSpc>
            </a:pPr>
            <a:r>
              <a:rPr lang="en-GB" altLang="en-US" sz="2400"/>
              <a:t>logical layout</a:t>
            </a:r>
          </a:p>
          <a:p>
            <a:pPr lvl="1" eaLnBrk="1" hangingPunct="1">
              <a:lnSpc>
                <a:spcPct val="90000"/>
              </a:lnSpc>
            </a:pPr>
            <a:r>
              <a:rPr lang="en-GB" altLang="en-US" sz="2000"/>
              <a:t>use task analysis (ch15)</a:t>
            </a:r>
          </a:p>
          <a:p>
            <a:pPr lvl="1" eaLnBrk="1" hangingPunct="1">
              <a:lnSpc>
                <a:spcPct val="90000"/>
              </a:lnSpc>
            </a:pPr>
            <a:r>
              <a:rPr lang="en-GB" altLang="en-US" sz="2000"/>
              <a:t>groupings</a:t>
            </a:r>
          </a:p>
          <a:p>
            <a:pPr lvl="1" eaLnBrk="1" hangingPunct="1">
              <a:lnSpc>
                <a:spcPct val="90000"/>
              </a:lnSpc>
            </a:pPr>
            <a:r>
              <a:rPr lang="en-GB" altLang="en-US" sz="2000"/>
              <a:t>natural order for entering information</a:t>
            </a:r>
          </a:p>
          <a:p>
            <a:pPr marL="1162050" lvl="2" eaLnBrk="1" hangingPunct="1">
              <a:lnSpc>
                <a:spcPct val="90000"/>
              </a:lnSpc>
            </a:pPr>
            <a:r>
              <a:rPr lang="en-GB" altLang="en-US" sz="1800"/>
              <a:t>top-bottom, left-right (depending on culture)</a:t>
            </a:r>
          </a:p>
          <a:p>
            <a:pPr marL="1162050" lvl="2" eaLnBrk="1" hangingPunct="1">
              <a:lnSpc>
                <a:spcPct val="90000"/>
              </a:lnSpc>
            </a:pPr>
            <a:r>
              <a:rPr lang="en-GB" altLang="en-US" sz="1800"/>
              <a:t>set tab order for keyboard entry</a:t>
            </a:r>
          </a:p>
        </p:txBody>
      </p:sp>
      <p:sp>
        <p:nvSpPr>
          <p:cNvPr id="86020" name="Text Box 4">
            <a:extLst>
              <a:ext uri="{FF2B5EF4-FFF2-40B4-BE49-F238E27FC236}">
                <a16:creationId xmlns:a16="http://schemas.microsoft.com/office/drawing/2014/main" id="{73705417-90EF-3BD5-60F1-A58D8624A5B2}"/>
              </a:ext>
            </a:extLst>
          </p:cNvPr>
          <p:cNvSpPr txBox="1">
            <a:spLocks noChangeArrowheads="1"/>
          </p:cNvSpPr>
          <p:nvPr/>
        </p:nvSpPr>
        <p:spPr bwMode="auto">
          <a:xfrm>
            <a:off x="5334000" y="6400800"/>
            <a:ext cx="360997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400">
                <a:latin typeface="Verdana" panose="020B0604030504040204" pitchFamily="34" charset="0"/>
              </a:rPr>
              <a:t>N.B. see extra slides for widget choice</a:t>
            </a:r>
          </a:p>
        </p:txBody>
      </p:sp>
      <p:grpSp>
        <p:nvGrpSpPr>
          <p:cNvPr id="2" name="Group 15">
            <a:extLst>
              <a:ext uri="{FF2B5EF4-FFF2-40B4-BE49-F238E27FC236}">
                <a16:creationId xmlns:a16="http://schemas.microsoft.com/office/drawing/2014/main" id="{E9F6D6D5-24CC-68CC-221F-3C7451F3901E}"/>
              </a:ext>
            </a:extLst>
          </p:cNvPr>
          <p:cNvGrpSpPr>
            <a:grpSpLocks/>
          </p:cNvGrpSpPr>
          <p:nvPr/>
        </p:nvGrpSpPr>
        <p:grpSpPr bwMode="auto">
          <a:xfrm>
            <a:off x="6096000" y="1295400"/>
            <a:ext cx="2895600" cy="990600"/>
            <a:chOff x="3840" y="1296"/>
            <a:chExt cx="1824" cy="624"/>
          </a:xfrm>
        </p:grpSpPr>
        <p:sp>
          <p:nvSpPr>
            <p:cNvPr id="86038" name="Rectangle 9">
              <a:extLst>
                <a:ext uri="{FF2B5EF4-FFF2-40B4-BE49-F238E27FC236}">
                  <a16:creationId xmlns:a16="http://schemas.microsoft.com/office/drawing/2014/main" id="{3EC89390-C204-C430-8CF2-061D975E03FC}"/>
                </a:ext>
              </a:extLst>
            </p:cNvPr>
            <p:cNvSpPr>
              <a:spLocks noChangeArrowheads="1"/>
            </p:cNvSpPr>
            <p:nvPr/>
          </p:nvSpPr>
          <p:spPr bwMode="auto">
            <a:xfrm>
              <a:off x="3840" y="1296"/>
              <a:ext cx="1824" cy="624"/>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6039" name="Text Box 5">
              <a:extLst>
                <a:ext uri="{FF2B5EF4-FFF2-40B4-BE49-F238E27FC236}">
                  <a16:creationId xmlns:a16="http://schemas.microsoft.com/office/drawing/2014/main" id="{B274B6C2-85BC-9F4F-829D-3906204308C3}"/>
                </a:ext>
              </a:extLst>
            </p:cNvPr>
            <p:cNvSpPr txBox="1">
              <a:spLocks noChangeArrowheads="1"/>
            </p:cNvSpPr>
            <p:nvPr/>
          </p:nvSpPr>
          <p:spPr bwMode="auto">
            <a:xfrm>
              <a:off x="3888" y="1392"/>
              <a:ext cx="5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Name:</a:t>
              </a:r>
            </a:p>
          </p:txBody>
        </p:sp>
        <p:sp>
          <p:nvSpPr>
            <p:cNvPr id="86040" name="Text Box 6">
              <a:extLst>
                <a:ext uri="{FF2B5EF4-FFF2-40B4-BE49-F238E27FC236}">
                  <a16:creationId xmlns:a16="http://schemas.microsoft.com/office/drawing/2014/main" id="{15F6D28C-98E3-3933-47CB-E6227967F795}"/>
                </a:ext>
              </a:extLst>
            </p:cNvPr>
            <p:cNvSpPr txBox="1">
              <a:spLocks noChangeArrowheads="1"/>
            </p:cNvSpPr>
            <p:nvPr/>
          </p:nvSpPr>
          <p:spPr bwMode="auto">
            <a:xfrm>
              <a:off x="3888" y="1612"/>
              <a:ext cx="6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Address:</a:t>
              </a:r>
            </a:p>
          </p:txBody>
        </p:sp>
        <p:sp>
          <p:nvSpPr>
            <p:cNvPr id="86041" name="Rectangle 7">
              <a:extLst>
                <a:ext uri="{FF2B5EF4-FFF2-40B4-BE49-F238E27FC236}">
                  <a16:creationId xmlns:a16="http://schemas.microsoft.com/office/drawing/2014/main" id="{7EF7738E-DFE1-FF35-0AC8-25F6FC30C12B}"/>
                </a:ext>
              </a:extLst>
            </p:cNvPr>
            <p:cNvSpPr>
              <a:spLocks noChangeArrowheads="1"/>
            </p:cNvSpPr>
            <p:nvPr/>
          </p:nvSpPr>
          <p:spPr bwMode="auto">
            <a:xfrm>
              <a:off x="4416" y="1392"/>
              <a:ext cx="1152"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Alan Dix</a:t>
              </a:r>
            </a:p>
          </p:txBody>
        </p:sp>
        <p:sp>
          <p:nvSpPr>
            <p:cNvPr id="86042" name="Rectangle 8">
              <a:extLst>
                <a:ext uri="{FF2B5EF4-FFF2-40B4-BE49-F238E27FC236}">
                  <a16:creationId xmlns:a16="http://schemas.microsoft.com/office/drawing/2014/main" id="{C8778D6A-5A46-E595-628E-6651A13E330A}"/>
                </a:ext>
              </a:extLst>
            </p:cNvPr>
            <p:cNvSpPr>
              <a:spLocks noChangeArrowheads="1"/>
            </p:cNvSpPr>
            <p:nvPr/>
          </p:nvSpPr>
          <p:spPr bwMode="auto">
            <a:xfrm>
              <a:off x="4560" y="1612"/>
              <a:ext cx="1008"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Lancaster</a:t>
              </a:r>
            </a:p>
          </p:txBody>
        </p:sp>
      </p:grpSp>
      <p:grpSp>
        <p:nvGrpSpPr>
          <p:cNvPr id="3" name="Group 16">
            <a:extLst>
              <a:ext uri="{FF2B5EF4-FFF2-40B4-BE49-F238E27FC236}">
                <a16:creationId xmlns:a16="http://schemas.microsoft.com/office/drawing/2014/main" id="{EB298BE1-39F0-02E8-EF27-E920DAAA8E9D}"/>
              </a:ext>
            </a:extLst>
          </p:cNvPr>
          <p:cNvGrpSpPr>
            <a:grpSpLocks/>
          </p:cNvGrpSpPr>
          <p:nvPr/>
        </p:nvGrpSpPr>
        <p:grpSpPr bwMode="auto">
          <a:xfrm>
            <a:off x="6096000" y="2514600"/>
            <a:ext cx="2895600" cy="990600"/>
            <a:chOff x="3840" y="2112"/>
            <a:chExt cx="1824" cy="624"/>
          </a:xfrm>
        </p:grpSpPr>
        <p:sp>
          <p:nvSpPr>
            <p:cNvPr id="86033" name="Rectangle 10">
              <a:extLst>
                <a:ext uri="{FF2B5EF4-FFF2-40B4-BE49-F238E27FC236}">
                  <a16:creationId xmlns:a16="http://schemas.microsoft.com/office/drawing/2014/main" id="{16F7EE7D-BD6F-C8BC-3FAE-9D56A938A9F4}"/>
                </a:ext>
              </a:extLst>
            </p:cNvPr>
            <p:cNvSpPr>
              <a:spLocks noChangeArrowheads="1"/>
            </p:cNvSpPr>
            <p:nvPr/>
          </p:nvSpPr>
          <p:spPr bwMode="auto">
            <a:xfrm>
              <a:off x="3840" y="2112"/>
              <a:ext cx="1824" cy="624"/>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6034" name="Text Box 11">
              <a:extLst>
                <a:ext uri="{FF2B5EF4-FFF2-40B4-BE49-F238E27FC236}">
                  <a16:creationId xmlns:a16="http://schemas.microsoft.com/office/drawing/2014/main" id="{9FBCFAB6-B45E-1C8A-FD4D-BB1A644BD14A}"/>
                </a:ext>
              </a:extLst>
            </p:cNvPr>
            <p:cNvSpPr txBox="1">
              <a:spLocks noChangeArrowheads="1"/>
            </p:cNvSpPr>
            <p:nvPr/>
          </p:nvSpPr>
          <p:spPr bwMode="auto">
            <a:xfrm>
              <a:off x="3888" y="2208"/>
              <a:ext cx="5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Name:</a:t>
              </a:r>
            </a:p>
          </p:txBody>
        </p:sp>
        <p:sp>
          <p:nvSpPr>
            <p:cNvPr id="86035" name="Text Box 12">
              <a:extLst>
                <a:ext uri="{FF2B5EF4-FFF2-40B4-BE49-F238E27FC236}">
                  <a16:creationId xmlns:a16="http://schemas.microsoft.com/office/drawing/2014/main" id="{1FE30A8E-AA34-E378-802B-5FD400CFAB86}"/>
                </a:ext>
              </a:extLst>
            </p:cNvPr>
            <p:cNvSpPr txBox="1">
              <a:spLocks noChangeArrowheads="1"/>
            </p:cNvSpPr>
            <p:nvPr/>
          </p:nvSpPr>
          <p:spPr bwMode="auto">
            <a:xfrm>
              <a:off x="3888" y="2428"/>
              <a:ext cx="6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Address:</a:t>
              </a:r>
            </a:p>
          </p:txBody>
        </p:sp>
        <p:sp>
          <p:nvSpPr>
            <p:cNvPr id="86036" name="Rectangle 13">
              <a:extLst>
                <a:ext uri="{FF2B5EF4-FFF2-40B4-BE49-F238E27FC236}">
                  <a16:creationId xmlns:a16="http://schemas.microsoft.com/office/drawing/2014/main" id="{03508AA0-0400-EC51-A526-A8A911141145}"/>
                </a:ext>
              </a:extLst>
            </p:cNvPr>
            <p:cNvSpPr>
              <a:spLocks noChangeArrowheads="1"/>
            </p:cNvSpPr>
            <p:nvPr/>
          </p:nvSpPr>
          <p:spPr bwMode="auto">
            <a:xfrm>
              <a:off x="4560" y="2208"/>
              <a:ext cx="1008"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Alan Dix</a:t>
              </a:r>
            </a:p>
          </p:txBody>
        </p:sp>
        <p:sp>
          <p:nvSpPr>
            <p:cNvPr id="86037" name="Rectangle 14">
              <a:extLst>
                <a:ext uri="{FF2B5EF4-FFF2-40B4-BE49-F238E27FC236}">
                  <a16:creationId xmlns:a16="http://schemas.microsoft.com/office/drawing/2014/main" id="{B1F8B60F-2DE4-2B8E-B3A4-1DC36D2363CF}"/>
                </a:ext>
              </a:extLst>
            </p:cNvPr>
            <p:cNvSpPr>
              <a:spLocks noChangeArrowheads="1"/>
            </p:cNvSpPr>
            <p:nvPr/>
          </p:nvSpPr>
          <p:spPr bwMode="auto">
            <a:xfrm>
              <a:off x="4560" y="2428"/>
              <a:ext cx="1008"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Lancaster</a:t>
              </a:r>
            </a:p>
          </p:txBody>
        </p:sp>
      </p:grpSp>
      <p:grpSp>
        <p:nvGrpSpPr>
          <p:cNvPr id="4" name="Group 23">
            <a:extLst>
              <a:ext uri="{FF2B5EF4-FFF2-40B4-BE49-F238E27FC236}">
                <a16:creationId xmlns:a16="http://schemas.microsoft.com/office/drawing/2014/main" id="{7F0B8996-4D3D-79E2-E514-E18C4B509302}"/>
              </a:ext>
            </a:extLst>
          </p:cNvPr>
          <p:cNvGrpSpPr>
            <a:grpSpLocks/>
          </p:cNvGrpSpPr>
          <p:nvPr/>
        </p:nvGrpSpPr>
        <p:grpSpPr bwMode="auto">
          <a:xfrm>
            <a:off x="6096000" y="3733800"/>
            <a:ext cx="2895600" cy="990600"/>
            <a:chOff x="3840" y="2352"/>
            <a:chExt cx="1824" cy="624"/>
          </a:xfrm>
        </p:grpSpPr>
        <p:sp>
          <p:nvSpPr>
            <p:cNvPr id="86028" name="Rectangle 18">
              <a:extLst>
                <a:ext uri="{FF2B5EF4-FFF2-40B4-BE49-F238E27FC236}">
                  <a16:creationId xmlns:a16="http://schemas.microsoft.com/office/drawing/2014/main" id="{75AE3A3E-F14A-A66D-4304-88EEB0FBC726}"/>
                </a:ext>
              </a:extLst>
            </p:cNvPr>
            <p:cNvSpPr>
              <a:spLocks noChangeArrowheads="1"/>
            </p:cNvSpPr>
            <p:nvPr/>
          </p:nvSpPr>
          <p:spPr bwMode="auto">
            <a:xfrm>
              <a:off x="3840" y="2352"/>
              <a:ext cx="1824" cy="624"/>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6029" name="Text Box 19">
              <a:extLst>
                <a:ext uri="{FF2B5EF4-FFF2-40B4-BE49-F238E27FC236}">
                  <a16:creationId xmlns:a16="http://schemas.microsoft.com/office/drawing/2014/main" id="{EDC7B431-6391-0660-C5B4-108DF1C117BE}"/>
                </a:ext>
              </a:extLst>
            </p:cNvPr>
            <p:cNvSpPr txBox="1">
              <a:spLocks noChangeArrowheads="1"/>
            </p:cNvSpPr>
            <p:nvPr/>
          </p:nvSpPr>
          <p:spPr bwMode="auto">
            <a:xfrm>
              <a:off x="4053" y="2448"/>
              <a:ext cx="5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Name:</a:t>
              </a:r>
            </a:p>
          </p:txBody>
        </p:sp>
        <p:sp>
          <p:nvSpPr>
            <p:cNvPr id="86030" name="Text Box 20">
              <a:extLst>
                <a:ext uri="{FF2B5EF4-FFF2-40B4-BE49-F238E27FC236}">
                  <a16:creationId xmlns:a16="http://schemas.microsoft.com/office/drawing/2014/main" id="{4EFC0435-2B76-D124-1ED5-38277E9AA02B}"/>
                </a:ext>
              </a:extLst>
            </p:cNvPr>
            <p:cNvSpPr txBox="1">
              <a:spLocks noChangeArrowheads="1"/>
            </p:cNvSpPr>
            <p:nvPr/>
          </p:nvSpPr>
          <p:spPr bwMode="auto">
            <a:xfrm>
              <a:off x="3888" y="2668"/>
              <a:ext cx="6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b="1">
                  <a:latin typeface="Arial" panose="020B0604020202020204" pitchFamily="34" charset="0"/>
                </a:rPr>
                <a:t>Address:</a:t>
              </a:r>
            </a:p>
          </p:txBody>
        </p:sp>
        <p:sp>
          <p:nvSpPr>
            <p:cNvPr id="86031" name="Rectangle 21">
              <a:extLst>
                <a:ext uri="{FF2B5EF4-FFF2-40B4-BE49-F238E27FC236}">
                  <a16:creationId xmlns:a16="http://schemas.microsoft.com/office/drawing/2014/main" id="{B478DE79-BEFB-BACE-8F07-CBBBB2626427}"/>
                </a:ext>
              </a:extLst>
            </p:cNvPr>
            <p:cNvSpPr>
              <a:spLocks noChangeArrowheads="1"/>
            </p:cNvSpPr>
            <p:nvPr/>
          </p:nvSpPr>
          <p:spPr bwMode="auto">
            <a:xfrm>
              <a:off x="4560" y="2448"/>
              <a:ext cx="1008"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Alan Dix</a:t>
              </a:r>
            </a:p>
          </p:txBody>
        </p:sp>
        <p:sp>
          <p:nvSpPr>
            <p:cNvPr id="86032" name="Rectangle 22">
              <a:extLst>
                <a:ext uri="{FF2B5EF4-FFF2-40B4-BE49-F238E27FC236}">
                  <a16:creationId xmlns:a16="http://schemas.microsoft.com/office/drawing/2014/main" id="{7755D072-54C5-669A-DA22-967FED79FB02}"/>
                </a:ext>
              </a:extLst>
            </p:cNvPr>
            <p:cNvSpPr>
              <a:spLocks noChangeArrowheads="1"/>
            </p:cNvSpPr>
            <p:nvPr/>
          </p:nvSpPr>
          <p:spPr bwMode="auto">
            <a:xfrm>
              <a:off x="4560" y="2668"/>
              <a:ext cx="1008" cy="19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800">
                  <a:latin typeface="Courier New" panose="02070309020205020404" pitchFamily="49" charset="0"/>
                </a:rPr>
                <a:t>Lancaster</a:t>
              </a:r>
            </a:p>
          </p:txBody>
        </p:sp>
      </p:grpSp>
      <p:sp>
        <p:nvSpPr>
          <p:cNvPr id="155673" name="Line 25">
            <a:extLst>
              <a:ext uri="{FF2B5EF4-FFF2-40B4-BE49-F238E27FC236}">
                <a16:creationId xmlns:a16="http://schemas.microsoft.com/office/drawing/2014/main" id="{456901F3-7FEA-6F14-60AA-A7C56C7BB15C}"/>
              </a:ext>
            </a:extLst>
          </p:cNvPr>
          <p:cNvSpPr>
            <a:spLocks noChangeShapeType="1"/>
          </p:cNvSpPr>
          <p:nvPr/>
        </p:nvSpPr>
        <p:spPr bwMode="auto">
          <a:xfrm>
            <a:off x="6553200" y="1143000"/>
            <a:ext cx="1219200" cy="12192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5674" name="Line 26">
            <a:extLst>
              <a:ext uri="{FF2B5EF4-FFF2-40B4-BE49-F238E27FC236}">
                <a16:creationId xmlns:a16="http://schemas.microsoft.com/office/drawing/2014/main" id="{A4366869-9A9B-E337-4B7C-5EEFCC1DBFCA}"/>
              </a:ext>
            </a:extLst>
          </p:cNvPr>
          <p:cNvSpPr>
            <a:spLocks noChangeShapeType="1"/>
          </p:cNvSpPr>
          <p:nvPr/>
        </p:nvSpPr>
        <p:spPr bwMode="auto">
          <a:xfrm flipH="1">
            <a:off x="6477000" y="1143000"/>
            <a:ext cx="1219200" cy="12192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5676" name="Text Box 28">
            <a:extLst>
              <a:ext uri="{FF2B5EF4-FFF2-40B4-BE49-F238E27FC236}">
                <a16:creationId xmlns:a16="http://schemas.microsoft.com/office/drawing/2014/main" id="{427D1CF9-1E10-796A-0F48-7DA856801E5D}"/>
              </a:ext>
            </a:extLst>
          </p:cNvPr>
          <p:cNvSpPr txBox="1">
            <a:spLocks noChangeArrowheads="1"/>
          </p:cNvSpPr>
          <p:nvPr/>
        </p:nvSpPr>
        <p:spPr bwMode="auto">
          <a:xfrm>
            <a:off x="6553200" y="2209800"/>
            <a:ext cx="11414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9600">
                <a:solidFill>
                  <a:srgbClr val="66FF33"/>
                </a:solidFill>
                <a:latin typeface="Times New Roman" panose="02020603050405020304" pitchFamily="18" charset="0"/>
                <a:sym typeface="Wingdings" pitchFamily="2" charset="2"/>
              </a:rPr>
              <a:t></a:t>
            </a:r>
          </a:p>
        </p:txBody>
      </p:sp>
      <p:sp>
        <p:nvSpPr>
          <p:cNvPr id="155677" name="Text Box 29">
            <a:extLst>
              <a:ext uri="{FF2B5EF4-FFF2-40B4-BE49-F238E27FC236}">
                <a16:creationId xmlns:a16="http://schemas.microsoft.com/office/drawing/2014/main" id="{276CCDC6-F1EE-3D43-9EB0-9C8740A46E8C}"/>
              </a:ext>
            </a:extLst>
          </p:cNvPr>
          <p:cNvSpPr txBox="1">
            <a:spLocks noChangeArrowheads="1"/>
          </p:cNvSpPr>
          <p:nvPr/>
        </p:nvSpPr>
        <p:spPr bwMode="auto">
          <a:xfrm>
            <a:off x="7010400" y="3140075"/>
            <a:ext cx="7937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9600" b="1">
                <a:solidFill>
                  <a:schemeClr val="accent2"/>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1000"/>
                                  </p:stCondLst>
                                  <p:childTnLst>
                                    <p:set>
                                      <p:cBhvr>
                                        <p:cTn id="9" dur="1" fill="hold">
                                          <p:stCondLst>
                                            <p:cond delay="499"/>
                                          </p:stCondLst>
                                        </p:cTn>
                                        <p:tgtEl>
                                          <p:spTgt spid="155673"/>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499"/>
                                          </p:stCondLst>
                                        </p:cTn>
                                        <p:tgtEl>
                                          <p:spTgt spid="15567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
                                        </p:tgtEl>
                                        <p:attrNameLst>
                                          <p:attrName>style.visibility</p:attrName>
                                        </p:attrNameLst>
                                      </p:cBhvr>
                                      <p:to>
                                        <p:strVal val="visible"/>
                                      </p:to>
                                    </p:set>
                                  </p:childTnLst>
                                </p:cTn>
                              </p:par>
                            </p:childTnLst>
                          </p:cTn>
                        </p:par>
                        <p:par>
                          <p:cTn id="17" fill="hold" nodeType="afterGroup">
                            <p:stCondLst>
                              <p:cond delay="500"/>
                            </p:stCondLst>
                            <p:childTnLst>
                              <p:par>
                                <p:cTn id="18" presetID="1" presetClass="entr" presetSubtype="0" fill="hold" grpId="0" nodeType="afterEffect">
                                  <p:stCondLst>
                                    <p:cond delay="1000"/>
                                  </p:stCondLst>
                                  <p:childTnLst>
                                    <p:set>
                                      <p:cBhvr>
                                        <p:cTn id="19" dur="1" fill="hold">
                                          <p:stCondLst>
                                            <p:cond delay="499"/>
                                          </p:stCondLst>
                                        </p:cTn>
                                        <p:tgtEl>
                                          <p:spTgt spid="15567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4"/>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1000"/>
                                  </p:stCondLst>
                                  <p:childTnLst>
                                    <p:set>
                                      <p:cBhvr>
                                        <p:cTn id="26" dur="1" fill="hold">
                                          <p:stCondLst>
                                            <p:cond delay="499"/>
                                          </p:stCondLst>
                                        </p:cTn>
                                        <p:tgtEl>
                                          <p:spTgt spid="15567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6" grpId="0" autoUpdateAnimBg="0"/>
      <p:bldP spid="155677" grpId="0" build="p" autoUpdateAnimBg="0" advAuto="100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F6CB2BC5-A62A-BA71-0132-842460E62F40}"/>
              </a:ext>
            </a:extLst>
          </p:cNvPr>
          <p:cNvSpPr>
            <a:spLocks noGrp="1" noChangeArrowheads="1"/>
          </p:cNvSpPr>
          <p:nvPr>
            <p:ph type="title"/>
          </p:nvPr>
        </p:nvSpPr>
        <p:spPr/>
        <p:txBody>
          <a:bodyPr/>
          <a:lstStyle/>
          <a:p>
            <a:pPr eaLnBrk="1" hangingPunct="1"/>
            <a:r>
              <a:rPr lang="en-GB" altLang="en-US"/>
              <a:t>knowing what to do</a:t>
            </a:r>
          </a:p>
        </p:txBody>
      </p:sp>
      <p:sp>
        <p:nvSpPr>
          <p:cNvPr id="87043" name="Rectangle 3">
            <a:extLst>
              <a:ext uri="{FF2B5EF4-FFF2-40B4-BE49-F238E27FC236}">
                <a16:creationId xmlns:a16="http://schemas.microsoft.com/office/drawing/2014/main" id="{BE6EB342-D06C-CDE5-46C1-00406248A701}"/>
              </a:ext>
            </a:extLst>
          </p:cNvPr>
          <p:cNvSpPr>
            <a:spLocks noGrp="1" noChangeArrowheads="1"/>
          </p:cNvSpPr>
          <p:nvPr>
            <p:ph type="body" idx="1"/>
          </p:nvPr>
        </p:nvSpPr>
        <p:spPr/>
        <p:txBody>
          <a:bodyPr/>
          <a:lstStyle/>
          <a:p>
            <a:pPr eaLnBrk="1" hangingPunct="1"/>
            <a:r>
              <a:rPr lang="en-GB" altLang="en-US"/>
              <a:t>what is active what is passive</a:t>
            </a:r>
          </a:p>
          <a:p>
            <a:pPr lvl="1" eaLnBrk="1" hangingPunct="1"/>
            <a:r>
              <a:rPr lang="en-GB" altLang="en-US"/>
              <a:t>where do you click</a:t>
            </a:r>
          </a:p>
          <a:p>
            <a:pPr lvl="1" eaLnBrk="1" hangingPunct="1"/>
            <a:r>
              <a:rPr lang="en-GB" altLang="en-US"/>
              <a:t>where do you type</a:t>
            </a:r>
          </a:p>
          <a:p>
            <a:pPr eaLnBrk="1" hangingPunct="1"/>
            <a:r>
              <a:rPr lang="en-GB" altLang="en-US"/>
              <a:t>consistent style helps</a:t>
            </a:r>
          </a:p>
          <a:p>
            <a:pPr lvl="1" eaLnBrk="1" hangingPunct="1"/>
            <a:r>
              <a:rPr lang="en-GB" altLang="en-US"/>
              <a:t>e.g. web </a:t>
            </a:r>
            <a:r>
              <a:rPr lang="en-GB" altLang="en-US" u="sng">
                <a:solidFill>
                  <a:srgbClr val="2E005D"/>
                </a:solidFill>
              </a:rPr>
              <a:t>underlined links</a:t>
            </a:r>
            <a:endParaRPr lang="en-GB" altLang="en-US"/>
          </a:p>
          <a:p>
            <a:pPr eaLnBrk="1" hangingPunct="1"/>
            <a:r>
              <a:rPr lang="en-GB" altLang="en-US"/>
              <a:t>labels and icons</a:t>
            </a:r>
          </a:p>
          <a:p>
            <a:pPr lvl="1" eaLnBrk="1" hangingPunct="1"/>
            <a:r>
              <a:rPr lang="en-GB" altLang="en-US"/>
              <a:t>standards for common actions</a:t>
            </a:r>
          </a:p>
          <a:p>
            <a:pPr lvl="1" eaLnBrk="1" hangingPunct="1"/>
            <a:r>
              <a:rPr lang="en-GB" altLang="en-US"/>
              <a:t>language – bold = current state or action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2970001-5D3F-C430-FEA2-398650724B54}"/>
              </a:ext>
            </a:extLst>
          </p:cNvPr>
          <p:cNvSpPr>
            <a:spLocks noGrp="1" noChangeArrowheads="1"/>
          </p:cNvSpPr>
          <p:nvPr>
            <p:ph type="ctrTitle"/>
          </p:nvPr>
        </p:nvSpPr>
        <p:spPr>
          <a:xfrm>
            <a:off x="685800" y="2286000"/>
            <a:ext cx="7772400" cy="1143000"/>
          </a:xfrm>
        </p:spPr>
        <p:txBody>
          <a:bodyPr/>
          <a:lstStyle/>
          <a:p>
            <a:pPr algn="ctr" eaLnBrk="1" hangingPunct="1"/>
            <a:r>
              <a:rPr lang="en-GB" altLang="en-US"/>
              <a:t>appropriate appearance</a:t>
            </a:r>
          </a:p>
        </p:txBody>
      </p:sp>
      <p:sp>
        <p:nvSpPr>
          <p:cNvPr id="88067" name="Rectangle 3">
            <a:extLst>
              <a:ext uri="{FF2B5EF4-FFF2-40B4-BE49-F238E27FC236}">
                <a16:creationId xmlns:a16="http://schemas.microsoft.com/office/drawing/2014/main" id="{33D3B912-E97E-495D-9AD7-CDA7FED61EB8}"/>
              </a:ext>
            </a:extLst>
          </p:cNvPr>
          <p:cNvSpPr>
            <a:spLocks noGrp="1" noChangeArrowheads="1"/>
          </p:cNvSpPr>
          <p:nvPr>
            <p:ph type="subTitle" idx="1"/>
          </p:nvPr>
        </p:nvSpPr>
        <p:spPr/>
        <p:txBody>
          <a:bodyPr/>
          <a:lstStyle/>
          <a:p>
            <a:pPr eaLnBrk="1" hangingPunct="1"/>
            <a:r>
              <a:rPr lang="en-GB" altLang="en-US"/>
              <a:t>presenting information</a:t>
            </a:r>
          </a:p>
          <a:p>
            <a:pPr eaLnBrk="1" hangingPunct="1"/>
            <a:r>
              <a:rPr lang="en-GB" altLang="en-US"/>
              <a:t>aesthetics and utility</a:t>
            </a:r>
          </a:p>
          <a:p>
            <a:pPr eaLnBrk="1" hangingPunct="1"/>
            <a:r>
              <a:rPr lang="en-GB" altLang="en-US"/>
              <a:t>colour and 3D</a:t>
            </a:r>
          </a:p>
          <a:p>
            <a:pPr eaLnBrk="1" hangingPunct="1"/>
            <a:r>
              <a:rPr lang="en-GB" altLang="en-US"/>
              <a:t>localisation &amp; internationalisation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32C79E5-A3A3-0D37-41C4-7F23622024E7}"/>
              </a:ext>
            </a:extLst>
          </p:cNvPr>
          <p:cNvSpPr>
            <a:spLocks noGrp="1" noChangeArrowheads="1"/>
          </p:cNvSpPr>
          <p:nvPr>
            <p:ph type="title"/>
          </p:nvPr>
        </p:nvSpPr>
        <p:spPr/>
        <p:txBody>
          <a:bodyPr/>
          <a:lstStyle/>
          <a:p>
            <a:pPr eaLnBrk="1" hangingPunct="1"/>
            <a:r>
              <a:rPr lang="en-GB" altLang="en-US"/>
              <a:t>presenting information</a:t>
            </a:r>
          </a:p>
        </p:txBody>
      </p:sp>
      <p:sp>
        <p:nvSpPr>
          <p:cNvPr id="89091" name="Rectangle 3">
            <a:extLst>
              <a:ext uri="{FF2B5EF4-FFF2-40B4-BE49-F238E27FC236}">
                <a16:creationId xmlns:a16="http://schemas.microsoft.com/office/drawing/2014/main" id="{8D556AF6-7C80-97CC-EA7F-34458A51B05C}"/>
              </a:ext>
            </a:extLst>
          </p:cNvPr>
          <p:cNvSpPr>
            <a:spLocks noGrp="1" noChangeArrowheads="1"/>
          </p:cNvSpPr>
          <p:nvPr>
            <p:ph type="body" idx="1"/>
          </p:nvPr>
        </p:nvSpPr>
        <p:spPr/>
        <p:txBody>
          <a:bodyPr/>
          <a:lstStyle/>
          <a:p>
            <a:pPr eaLnBrk="1" hangingPunct="1"/>
            <a:r>
              <a:rPr lang="en-GB" altLang="en-US" sz="2400"/>
              <a:t>purpose matters</a:t>
            </a:r>
          </a:p>
          <a:p>
            <a:pPr lvl="1" eaLnBrk="1" hangingPunct="1"/>
            <a:r>
              <a:rPr lang="en-GB" altLang="en-US" sz="2000"/>
              <a:t>sort order </a:t>
            </a:r>
            <a:r>
              <a:rPr lang="en-GB" altLang="en-US" sz="1600"/>
              <a:t>(which column, numeric alphabetic)</a:t>
            </a:r>
            <a:endParaRPr lang="en-GB" altLang="en-US" sz="2000"/>
          </a:p>
          <a:p>
            <a:pPr lvl="1" eaLnBrk="1" hangingPunct="1"/>
            <a:r>
              <a:rPr lang="en-GB" altLang="en-US" sz="2000"/>
              <a:t>text vs. diagram</a:t>
            </a:r>
          </a:p>
          <a:p>
            <a:pPr lvl="1" eaLnBrk="1" hangingPunct="1"/>
            <a:r>
              <a:rPr lang="en-GB" altLang="en-US" sz="2000"/>
              <a:t>scatter graph vs. histogram</a:t>
            </a:r>
          </a:p>
          <a:p>
            <a:pPr eaLnBrk="1" hangingPunct="1"/>
            <a:endParaRPr lang="en-GB" altLang="en-US" sz="1200"/>
          </a:p>
          <a:p>
            <a:pPr eaLnBrk="1" hangingPunct="1"/>
            <a:r>
              <a:rPr lang="en-GB" altLang="en-US" sz="2400"/>
              <a:t>use paper presentation principles!</a:t>
            </a:r>
          </a:p>
          <a:p>
            <a:pPr eaLnBrk="1" hangingPunct="1"/>
            <a:endParaRPr lang="en-GB" altLang="en-US" sz="1200"/>
          </a:p>
          <a:p>
            <a:pPr eaLnBrk="1" hangingPunct="1"/>
            <a:r>
              <a:rPr lang="en-GB" altLang="en-US" sz="2400"/>
              <a:t>but add interactivity</a:t>
            </a:r>
          </a:p>
          <a:p>
            <a:pPr lvl="1" eaLnBrk="1" hangingPunct="1"/>
            <a:r>
              <a:rPr lang="en-GB" altLang="en-US" sz="2000"/>
              <a:t>softens design choices </a:t>
            </a:r>
          </a:p>
          <a:p>
            <a:pPr marL="1162050" lvl="2" eaLnBrk="1" hangingPunct="1"/>
            <a:r>
              <a:rPr lang="en-GB" altLang="en-US" sz="1800"/>
              <a:t>e.g. re-ordering columns</a:t>
            </a:r>
          </a:p>
          <a:p>
            <a:pPr marL="1162050" lvl="2" eaLnBrk="1" hangingPunct="1"/>
            <a:r>
              <a:rPr lang="en-GB" altLang="en-US" sz="1800"/>
              <a:t>‘dancing histograms’ (chap 21)</a:t>
            </a:r>
          </a:p>
        </p:txBody>
      </p:sp>
      <p:grpSp>
        <p:nvGrpSpPr>
          <p:cNvPr id="89092" name="Group 12">
            <a:extLst>
              <a:ext uri="{FF2B5EF4-FFF2-40B4-BE49-F238E27FC236}">
                <a16:creationId xmlns:a16="http://schemas.microsoft.com/office/drawing/2014/main" id="{1657DA40-86CB-3B03-0BBB-4753ADC959F7}"/>
              </a:ext>
            </a:extLst>
          </p:cNvPr>
          <p:cNvGrpSpPr>
            <a:grpSpLocks/>
          </p:cNvGrpSpPr>
          <p:nvPr/>
        </p:nvGrpSpPr>
        <p:grpSpPr bwMode="auto">
          <a:xfrm>
            <a:off x="7010400" y="2057400"/>
            <a:ext cx="1905000" cy="2362200"/>
            <a:chOff x="4416" y="1296"/>
            <a:chExt cx="1200" cy="1488"/>
          </a:xfrm>
        </p:grpSpPr>
        <p:sp>
          <p:nvSpPr>
            <p:cNvPr id="89102" name="Rectangle 13">
              <a:extLst>
                <a:ext uri="{FF2B5EF4-FFF2-40B4-BE49-F238E27FC236}">
                  <a16:creationId xmlns:a16="http://schemas.microsoft.com/office/drawing/2014/main" id="{EE8A5035-D997-51AC-399C-D2E3871EA52E}"/>
                </a:ext>
              </a:extLst>
            </p:cNvPr>
            <p:cNvSpPr>
              <a:spLocks noChangeArrowheads="1"/>
            </p:cNvSpPr>
            <p:nvPr/>
          </p:nvSpPr>
          <p:spPr bwMode="auto">
            <a:xfrm>
              <a:off x="4416" y="1296"/>
              <a:ext cx="1200" cy="1488"/>
            </a:xfrm>
            <a:prstGeom prst="rect">
              <a:avLst/>
            </a:prstGeom>
            <a:solidFill>
              <a:srgbClr val="F3FAFF"/>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9103" name="Text Box 14">
              <a:extLst>
                <a:ext uri="{FF2B5EF4-FFF2-40B4-BE49-F238E27FC236}">
                  <a16:creationId xmlns:a16="http://schemas.microsoft.com/office/drawing/2014/main" id="{2451B843-1B9A-97A3-334E-43C904E96366}"/>
                </a:ext>
              </a:extLst>
            </p:cNvPr>
            <p:cNvSpPr txBox="1">
              <a:spLocks noChangeArrowheads="1"/>
            </p:cNvSpPr>
            <p:nvPr/>
          </p:nvSpPr>
          <p:spPr bwMode="auto">
            <a:xfrm>
              <a:off x="4505" y="1584"/>
              <a:ext cx="535"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a:latin typeface="Arial" panose="020B0604020202020204" pitchFamily="34" charset="0"/>
                </a:rPr>
                <a:t>chap1</a:t>
              </a:r>
            </a:p>
            <a:p>
              <a:r>
                <a:rPr lang="en-GB" altLang="en-US" sz="1600">
                  <a:latin typeface="Arial" panose="020B0604020202020204" pitchFamily="34" charset="0"/>
                </a:rPr>
                <a:t>chap10</a:t>
              </a:r>
            </a:p>
            <a:p>
              <a:r>
                <a:rPr lang="en-GB" altLang="en-US" sz="1600">
                  <a:latin typeface="Arial" panose="020B0604020202020204" pitchFamily="34" charset="0"/>
                </a:rPr>
                <a:t>chap11</a:t>
              </a:r>
            </a:p>
            <a:p>
              <a:r>
                <a:rPr lang="en-GB" altLang="en-US" sz="1600">
                  <a:latin typeface="Arial" panose="020B0604020202020204" pitchFamily="34" charset="0"/>
                </a:rPr>
                <a:t>chap12</a:t>
              </a:r>
            </a:p>
            <a:p>
              <a:r>
                <a:rPr lang="en-GB" altLang="en-US" sz="1600">
                  <a:latin typeface="Arial" panose="020B0604020202020204" pitchFamily="34" charset="0"/>
                </a:rPr>
                <a:t>chap13</a:t>
              </a:r>
            </a:p>
            <a:p>
              <a:r>
                <a:rPr lang="en-GB" altLang="en-US" sz="1600">
                  <a:latin typeface="Arial" panose="020B0604020202020204" pitchFamily="34" charset="0"/>
                </a:rPr>
                <a:t>chap14</a:t>
              </a:r>
            </a:p>
            <a:p>
              <a:r>
                <a:rPr lang="en-GB" altLang="en-US" sz="1600">
                  <a:latin typeface="Arial" panose="020B0604020202020204" pitchFamily="34" charset="0"/>
                </a:rPr>
                <a:t>   </a:t>
              </a:r>
              <a:r>
                <a:rPr lang="en-GB" altLang="en-US" sz="1600" b="1">
                  <a:latin typeface="Arial" panose="020B0604020202020204" pitchFamily="34" charset="0"/>
                </a:rPr>
                <a:t>…</a:t>
              </a:r>
            </a:p>
          </p:txBody>
        </p:sp>
        <p:sp>
          <p:nvSpPr>
            <p:cNvPr id="89104" name="Text Box 15">
              <a:extLst>
                <a:ext uri="{FF2B5EF4-FFF2-40B4-BE49-F238E27FC236}">
                  <a16:creationId xmlns:a16="http://schemas.microsoft.com/office/drawing/2014/main" id="{87FBD6D6-ED66-E97B-779A-C6DCB0FA5901}"/>
                </a:ext>
              </a:extLst>
            </p:cNvPr>
            <p:cNvSpPr txBox="1">
              <a:spLocks noChangeArrowheads="1"/>
            </p:cNvSpPr>
            <p:nvPr/>
          </p:nvSpPr>
          <p:spPr bwMode="auto">
            <a:xfrm>
              <a:off x="5168" y="1584"/>
              <a:ext cx="352"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r"/>
              <a:r>
                <a:rPr lang="en-GB" altLang="en-US" sz="1600">
                  <a:latin typeface="Arial" panose="020B0604020202020204" pitchFamily="34" charset="0"/>
                </a:rPr>
                <a:t>17</a:t>
              </a:r>
            </a:p>
            <a:p>
              <a:pPr algn="r"/>
              <a:r>
                <a:rPr lang="en-GB" altLang="en-US" sz="1600">
                  <a:latin typeface="Arial" panose="020B0604020202020204" pitchFamily="34" charset="0"/>
                </a:rPr>
                <a:t>12</a:t>
              </a:r>
            </a:p>
            <a:p>
              <a:pPr algn="r"/>
              <a:r>
                <a:rPr lang="en-GB" altLang="en-US" sz="1600">
                  <a:latin typeface="Arial" panose="020B0604020202020204" pitchFamily="34" charset="0"/>
                </a:rPr>
                <a:t>51</a:t>
              </a:r>
            </a:p>
            <a:p>
              <a:pPr algn="r"/>
              <a:r>
                <a:rPr lang="en-GB" altLang="en-US" sz="1600">
                  <a:latin typeface="Arial" panose="020B0604020202020204" pitchFamily="34" charset="0"/>
                </a:rPr>
                <a:t>262</a:t>
              </a:r>
            </a:p>
            <a:p>
              <a:pPr algn="r"/>
              <a:r>
                <a:rPr lang="en-GB" altLang="en-US" sz="1600">
                  <a:latin typeface="Arial" panose="020B0604020202020204" pitchFamily="34" charset="0"/>
                </a:rPr>
                <a:t>83</a:t>
              </a:r>
            </a:p>
            <a:p>
              <a:pPr algn="r"/>
              <a:r>
                <a:rPr lang="en-GB" altLang="en-US" sz="1600">
                  <a:latin typeface="Arial" panose="020B0604020202020204" pitchFamily="34" charset="0"/>
                </a:rPr>
                <a:t>22</a:t>
              </a:r>
            </a:p>
            <a:p>
              <a:pPr algn="r"/>
              <a:r>
                <a:rPr lang="en-GB" altLang="en-US" sz="1600">
                  <a:latin typeface="Arial" panose="020B0604020202020204" pitchFamily="34" charset="0"/>
                </a:rPr>
                <a:t>   </a:t>
              </a:r>
              <a:r>
                <a:rPr lang="en-GB" altLang="en-US" sz="1600" b="1">
                  <a:latin typeface="Arial" panose="020B0604020202020204" pitchFamily="34" charset="0"/>
                </a:rPr>
                <a:t>…</a:t>
              </a:r>
            </a:p>
          </p:txBody>
        </p:sp>
        <p:sp>
          <p:nvSpPr>
            <p:cNvPr id="89105" name="Line 16">
              <a:extLst>
                <a:ext uri="{FF2B5EF4-FFF2-40B4-BE49-F238E27FC236}">
                  <a16:creationId xmlns:a16="http://schemas.microsoft.com/office/drawing/2014/main" id="{35A03227-7E52-E707-066A-99FECFA08A8F}"/>
                </a:ext>
              </a:extLst>
            </p:cNvPr>
            <p:cNvSpPr>
              <a:spLocks noChangeShapeType="1"/>
            </p:cNvSpPr>
            <p:nvPr/>
          </p:nvSpPr>
          <p:spPr bwMode="auto">
            <a:xfrm>
              <a:off x="4416" y="1536"/>
              <a:ext cx="1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106" name="Rectangle 17">
              <a:extLst>
                <a:ext uri="{FF2B5EF4-FFF2-40B4-BE49-F238E27FC236}">
                  <a16:creationId xmlns:a16="http://schemas.microsoft.com/office/drawing/2014/main" id="{5D7AC7B3-2D74-C1BA-D24B-79B15E2B12B0}"/>
                </a:ext>
              </a:extLst>
            </p:cNvPr>
            <p:cNvSpPr>
              <a:spLocks noChangeArrowheads="1"/>
            </p:cNvSpPr>
            <p:nvPr/>
          </p:nvSpPr>
          <p:spPr bwMode="auto">
            <a:xfrm>
              <a:off x="5088" y="1296"/>
              <a:ext cx="528"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600" b="1">
                  <a:latin typeface="Arial" panose="020B0604020202020204" pitchFamily="34" charset="0"/>
                </a:rPr>
                <a:t>size</a:t>
              </a:r>
            </a:p>
          </p:txBody>
        </p:sp>
        <p:sp>
          <p:nvSpPr>
            <p:cNvPr id="89107" name="Rectangle 18">
              <a:extLst>
                <a:ext uri="{FF2B5EF4-FFF2-40B4-BE49-F238E27FC236}">
                  <a16:creationId xmlns:a16="http://schemas.microsoft.com/office/drawing/2014/main" id="{8883CF63-178C-8817-146D-F950B2C34372}"/>
                </a:ext>
              </a:extLst>
            </p:cNvPr>
            <p:cNvSpPr>
              <a:spLocks noChangeArrowheads="1"/>
            </p:cNvSpPr>
            <p:nvPr/>
          </p:nvSpPr>
          <p:spPr bwMode="auto">
            <a:xfrm>
              <a:off x="4416" y="1296"/>
              <a:ext cx="672"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600" b="1">
                  <a:latin typeface="Arial" panose="020B0604020202020204" pitchFamily="34" charset="0"/>
                </a:rPr>
                <a:t>name</a:t>
              </a:r>
            </a:p>
          </p:txBody>
        </p:sp>
      </p:grpSp>
      <p:sp>
        <p:nvSpPr>
          <p:cNvPr id="156691" name="Rectangle 19">
            <a:extLst>
              <a:ext uri="{FF2B5EF4-FFF2-40B4-BE49-F238E27FC236}">
                <a16:creationId xmlns:a16="http://schemas.microsoft.com/office/drawing/2014/main" id="{92A38F58-3E44-6F83-0523-1EDD66B85A57}"/>
              </a:ext>
            </a:extLst>
          </p:cNvPr>
          <p:cNvSpPr>
            <a:spLocks noChangeArrowheads="1"/>
          </p:cNvSpPr>
          <p:nvPr/>
        </p:nvSpPr>
        <p:spPr bwMode="auto">
          <a:xfrm>
            <a:off x="8077200" y="2057400"/>
            <a:ext cx="838200" cy="381000"/>
          </a:xfrm>
          <a:prstGeom prst="rect">
            <a:avLst/>
          </a:prstGeom>
          <a:solidFill>
            <a:srgbClr val="2E005D"/>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600" b="1">
                <a:solidFill>
                  <a:schemeClr val="bg1"/>
                </a:solidFill>
                <a:latin typeface="Arial" panose="020B0604020202020204" pitchFamily="34" charset="0"/>
              </a:rPr>
              <a:t>size</a:t>
            </a:r>
          </a:p>
        </p:txBody>
      </p:sp>
      <p:grpSp>
        <p:nvGrpSpPr>
          <p:cNvPr id="3" name="Group 20">
            <a:extLst>
              <a:ext uri="{FF2B5EF4-FFF2-40B4-BE49-F238E27FC236}">
                <a16:creationId xmlns:a16="http://schemas.microsoft.com/office/drawing/2014/main" id="{3FD9A09D-218C-707D-3788-6F2FEA9E43BE}"/>
              </a:ext>
            </a:extLst>
          </p:cNvPr>
          <p:cNvGrpSpPr>
            <a:grpSpLocks/>
          </p:cNvGrpSpPr>
          <p:nvPr/>
        </p:nvGrpSpPr>
        <p:grpSpPr bwMode="auto">
          <a:xfrm>
            <a:off x="7010400" y="2057400"/>
            <a:ext cx="1905000" cy="2362200"/>
            <a:chOff x="1680" y="2016"/>
            <a:chExt cx="1200" cy="1488"/>
          </a:xfrm>
        </p:grpSpPr>
        <p:sp>
          <p:nvSpPr>
            <p:cNvPr id="89096" name="Rectangle 21">
              <a:extLst>
                <a:ext uri="{FF2B5EF4-FFF2-40B4-BE49-F238E27FC236}">
                  <a16:creationId xmlns:a16="http://schemas.microsoft.com/office/drawing/2014/main" id="{861C0D56-CCF2-EDB9-08DB-F53A6DCFEB32}"/>
                </a:ext>
              </a:extLst>
            </p:cNvPr>
            <p:cNvSpPr>
              <a:spLocks noChangeArrowheads="1"/>
            </p:cNvSpPr>
            <p:nvPr/>
          </p:nvSpPr>
          <p:spPr bwMode="auto">
            <a:xfrm>
              <a:off x="1680" y="2016"/>
              <a:ext cx="1200" cy="1488"/>
            </a:xfrm>
            <a:prstGeom prst="rect">
              <a:avLst/>
            </a:prstGeom>
            <a:solidFill>
              <a:srgbClr val="F3FAFF"/>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89097" name="Text Box 22">
              <a:extLst>
                <a:ext uri="{FF2B5EF4-FFF2-40B4-BE49-F238E27FC236}">
                  <a16:creationId xmlns:a16="http://schemas.microsoft.com/office/drawing/2014/main" id="{72BCBDED-EB87-44E7-F43B-F68E8EA504A7}"/>
                </a:ext>
              </a:extLst>
            </p:cNvPr>
            <p:cNvSpPr txBox="1">
              <a:spLocks noChangeArrowheads="1"/>
            </p:cNvSpPr>
            <p:nvPr/>
          </p:nvSpPr>
          <p:spPr bwMode="auto">
            <a:xfrm>
              <a:off x="1769" y="2304"/>
              <a:ext cx="535"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GB" altLang="en-US" sz="1600">
                  <a:latin typeface="Arial" panose="020B0604020202020204" pitchFamily="34" charset="0"/>
                </a:rPr>
                <a:t>chap10</a:t>
              </a:r>
            </a:p>
            <a:p>
              <a:r>
                <a:rPr lang="en-GB" altLang="en-US" sz="1600">
                  <a:latin typeface="Arial" panose="020B0604020202020204" pitchFamily="34" charset="0"/>
                </a:rPr>
                <a:t>chap5</a:t>
              </a:r>
            </a:p>
            <a:p>
              <a:r>
                <a:rPr lang="en-GB" altLang="en-US" sz="1600">
                  <a:latin typeface="Arial" panose="020B0604020202020204" pitchFamily="34" charset="0"/>
                </a:rPr>
                <a:t>chap1</a:t>
              </a:r>
            </a:p>
            <a:p>
              <a:r>
                <a:rPr lang="en-GB" altLang="en-US" sz="1600">
                  <a:latin typeface="Arial" panose="020B0604020202020204" pitchFamily="34" charset="0"/>
                </a:rPr>
                <a:t>chap14</a:t>
              </a:r>
            </a:p>
            <a:p>
              <a:r>
                <a:rPr lang="en-GB" altLang="en-US" sz="1600">
                  <a:latin typeface="Arial" panose="020B0604020202020204" pitchFamily="34" charset="0"/>
                </a:rPr>
                <a:t>chap20</a:t>
              </a:r>
            </a:p>
            <a:p>
              <a:r>
                <a:rPr lang="en-GB" altLang="en-US" sz="1600">
                  <a:latin typeface="Arial" panose="020B0604020202020204" pitchFamily="34" charset="0"/>
                </a:rPr>
                <a:t>chap8</a:t>
              </a:r>
            </a:p>
            <a:p>
              <a:r>
                <a:rPr lang="en-GB" altLang="en-US" sz="1600" b="1">
                  <a:latin typeface="Arial" panose="020B0604020202020204" pitchFamily="34" charset="0"/>
                </a:rPr>
                <a:t>…</a:t>
              </a:r>
            </a:p>
          </p:txBody>
        </p:sp>
        <p:sp>
          <p:nvSpPr>
            <p:cNvPr id="89098" name="Text Box 23">
              <a:extLst>
                <a:ext uri="{FF2B5EF4-FFF2-40B4-BE49-F238E27FC236}">
                  <a16:creationId xmlns:a16="http://schemas.microsoft.com/office/drawing/2014/main" id="{4B5C5D2C-BD08-0690-EFD0-2DC50ABDBDEF}"/>
                </a:ext>
              </a:extLst>
            </p:cNvPr>
            <p:cNvSpPr txBox="1">
              <a:spLocks noChangeArrowheads="1"/>
            </p:cNvSpPr>
            <p:nvPr/>
          </p:nvSpPr>
          <p:spPr bwMode="auto">
            <a:xfrm>
              <a:off x="2526" y="2304"/>
              <a:ext cx="258"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r"/>
              <a:r>
                <a:rPr lang="en-GB" altLang="en-US" sz="1600">
                  <a:latin typeface="Arial" panose="020B0604020202020204" pitchFamily="34" charset="0"/>
                </a:rPr>
                <a:t>12</a:t>
              </a:r>
            </a:p>
            <a:p>
              <a:pPr algn="r"/>
              <a:r>
                <a:rPr lang="en-GB" altLang="en-US" sz="1600">
                  <a:latin typeface="Arial" panose="020B0604020202020204" pitchFamily="34" charset="0"/>
                </a:rPr>
                <a:t>16</a:t>
              </a:r>
            </a:p>
            <a:p>
              <a:pPr algn="r"/>
              <a:r>
                <a:rPr lang="en-GB" altLang="en-US" sz="1600">
                  <a:latin typeface="Arial" panose="020B0604020202020204" pitchFamily="34" charset="0"/>
                </a:rPr>
                <a:t>17</a:t>
              </a:r>
            </a:p>
            <a:p>
              <a:pPr algn="r"/>
              <a:r>
                <a:rPr lang="en-GB" altLang="en-US" sz="1600">
                  <a:latin typeface="Arial" panose="020B0604020202020204" pitchFamily="34" charset="0"/>
                </a:rPr>
                <a:t>22</a:t>
              </a:r>
            </a:p>
            <a:p>
              <a:pPr algn="r"/>
              <a:r>
                <a:rPr lang="en-GB" altLang="en-US" sz="1600">
                  <a:latin typeface="Arial" panose="020B0604020202020204" pitchFamily="34" charset="0"/>
                </a:rPr>
                <a:t>27</a:t>
              </a:r>
            </a:p>
            <a:p>
              <a:pPr algn="r"/>
              <a:r>
                <a:rPr lang="en-GB" altLang="en-US" sz="1600">
                  <a:latin typeface="Arial" panose="020B0604020202020204" pitchFamily="34" charset="0"/>
                </a:rPr>
                <a:t>32</a:t>
              </a:r>
            </a:p>
            <a:p>
              <a:pPr algn="r"/>
              <a:r>
                <a:rPr lang="en-GB" altLang="en-US" sz="1600" b="1">
                  <a:latin typeface="Arial" panose="020B0604020202020204" pitchFamily="34" charset="0"/>
                </a:rPr>
                <a:t>…</a:t>
              </a:r>
            </a:p>
          </p:txBody>
        </p:sp>
        <p:sp>
          <p:nvSpPr>
            <p:cNvPr id="89099" name="Line 24">
              <a:extLst>
                <a:ext uri="{FF2B5EF4-FFF2-40B4-BE49-F238E27FC236}">
                  <a16:creationId xmlns:a16="http://schemas.microsoft.com/office/drawing/2014/main" id="{504A0DF1-09F9-3E77-3B2F-3F7FE99A8835}"/>
                </a:ext>
              </a:extLst>
            </p:cNvPr>
            <p:cNvSpPr>
              <a:spLocks noChangeShapeType="1"/>
            </p:cNvSpPr>
            <p:nvPr/>
          </p:nvSpPr>
          <p:spPr bwMode="auto">
            <a:xfrm>
              <a:off x="1680" y="2256"/>
              <a:ext cx="1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100" name="Rectangle 25">
              <a:extLst>
                <a:ext uri="{FF2B5EF4-FFF2-40B4-BE49-F238E27FC236}">
                  <a16:creationId xmlns:a16="http://schemas.microsoft.com/office/drawing/2014/main" id="{D8DEB99D-D9D7-E84B-3D44-047A94F762D4}"/>
                </a:ext>
              </a:extLst>
            </p:cNvPr>
            <p:cNvSpPr>
              <a:spLocks noChangeArrowheads="1"/>
            </p:cNvSpPr>
            <p:nvPr/>
          </p:nvSpPr>
          <p:spPr bwMode="auto">
            <a:xfrm>
              <a:off x="1680" y="2016"/>
              <a:ext cx="672" cy="24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600" b="1">
                  <a:latin typeface="Arial" panose="020B0604020202020204" pitchFamily="34" charset="0"/>
                </a:rPr>
                <a:t>name</a:t>
              </a:r>
            </a:p>
          </p:txBody>
        </p:sp>
        <p:sp>
          <p:nvSpPr>
            <p:cNvPr id="89101" name="Rectangle 26">
              <a:extLst>
                <a:ext uri="{FF2B5EF4-FFF2-40B4-BE49-F238E27FC236}">
                  <a16:creationId xmlns:a16="http://schemas.microsoft.com/office/drawing/2014/main" id="{8778E829-986C-DBD7-E07B-AD31E3CB70D8}"/>
                </a:ext>
              </a:extLst>
            </p:cNvPr>
            <p:cNvSpPr>
              <a:spLocks noChangeArrowheads="1"/>
            </p:cNvSpPr>
            <p:nvPr/>
          </p:nvSpPr>
          <p:spPr bwMode="auto">
            <a:xfrm>
              <a:off x="2352" y="2016"/>
              <a:ext cx="528" cy="240"/>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GB" altLang="en-US" sz="1600" b="1">
                  <a:latin typeface="Arial" panose="020B0604020202020204" pitchFamily="34" charset="0"/>
                </a:rPr>
                <a:t>size</a:t>
              </a:r>
            </a:p>
          </p:txBody>
        </p:sp>
      </p:grpSp>
      <p:sp>
        <p:nvSpPr>
          <p:cNvPr id="156699" name="Line 27">
            <a:extLst>
              <a:ext uri="{FF2B5EF4-FFF2-40B4-BE49-F238E27FC236}">
                <a16:creationId xmlns:a16="http://schemas.microsoft.com/office/drawing/2014/main" id="{43D4D189-D349-7B2F-E62F-BC3F93E47D6E}"/>
              </a:ext>
            </a:extLst>
          </p:cNvPr>
          <p:cNvSpPr>
            <a:spLocks noChangeShapeType="1"/>
          </p:cNvSpPr>
          <p:nvPr/>
        </p:nvSpPr>
        <p:spPr bwMode="auto">
          <a:xfrm flipH="1" flipV="1">
            <a:off x="8382000" y="2286000"/>
            <a:ext cx="457200" cy="3810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6699"/>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1000"/>
                                  </p:stCondLst>
                                  <p:childTnLst>
                                    <p:set>
                                      <p:cBhvr>
                                        <p:cTn id="9" dur="1" fill="hold">
                                          <p:stCondLst>
                                            <p:cond delay="499"/>
                                          </p:stCondLst>
                                        </p:cTn>
                                        <p:tgtEl>
                                          <p:spTgt spid="156691"/>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91"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Rectangle 4">
            <a:extLst>
              <a:ext uri="{FF2B5EF4-FFF2-40B4-BE49-F238E27FC236}">
                <a16:creationId xmlns:a16="http://schemas.microsoft.com/office/drawing/2014/main" id="{2AC80714-7D2C-F6CB-EC6F-A5369BDBD640}"/>
              </a:ext>
            </a:extLst>
          </p:cNvPr>
          <p:cNvSpPr>
            <a:spLocks noChangeArrowheads="1"/>
          </p:cNvSpPr>
          <p:nvPr/>
        </p:nvSpPr>
        <p:spPr bwMode="auto">
          <a:xfrm>
            <a:off x="533400" y="1905000"/>
            <a:ext cx="8001000" cy="43434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90115" name="Rectangle 2">
            <a:extLst>
              <a:ext uri="{FF2B5EF4-FFF2-40B4-BE49-F238E27FC236}">
                <a16:creationId xmlns:a16="http://schemas.microsoft.com/office/drawing/2014/main" id="{9E4CAA66-0140-0ADD-5B74-31FE68B89EE1}"/>
              </a:ext>
            </a:extLst>
          </p:cNvPr>
          <p:cNvSpPr>
            <a:spLocks noGrp="1" noChangeArrowheads="1"/>
          </p:cNvSpPr>
          <p:nvPr>
            <p:ph type="title"/>
          </p:nvPr>
        </p:nvSpPr>
        <p:spPr/>
        <p:txBody>
          <a:bodyPr/>
          <a:lstStyle/>
          <a:p>
            <a:pPr eaLnBrk="1" hangingPunct="1"/>
            <a:r>
              <a:rPr lang="en-GB" altLang="en-US"/>
              <a:t>aesthetics and utility</a:t>
            </a:r>
          </a:p>
        </p:txBody>
      </p:sp>
      <p:sp>
        <p:nvSpPr>
          <p:cNvPr id="90116" name="Rectangle 3">
            <a:extLst>
              <a:ext uri="{FF2B5EF4-FFF2-40B4-BE49-F238E27FC236}">
                <a16:creationId xmlns:a16="http://schemas.microsoft.com/office/drawing/2014/main" id="{D09763CD-B0FA-6C7F-1B4B-76A4A57E882B}"/>
              </a:ext>
            </a:extLst>
          </p:cNvPr>
          <p:cNvSpPr>
            <a:spLocks noGrp="1" noChangeArrowheads="1"/>
          </p:cNvSpPr>
          <p:nvPr>
            <p:ph type="body" idx="1"/>
          </p:nvPr>
        </p:nvSpPr>
        <p:spPr/>
        <p:txBody>
          <a:bodyPr/>
          <a:lstStyle/>
          <a:p>
            <a:pPr eaLnBrk="1" hangingPunct="1"/>
            <a:r>
              <a:rPr lang="en-GB" altLang="en-US" sz="2400"/>
              <a:t>aesthetically pleasing designs</a:t>
            </a:r>
          </a:p>
          <a:p>
            <a:pPr lvl="1" eaLnBrk="1" hangingPunct="1"/>
            <a:r>
              <a:rPr lang="en-GB" altLang="en-US" sz="2000"/>
              <a:t>increase user satisfaction and improve productivity</a:t>
            </a:r>
          </a:p>
          <a:p>
            <a:pPr eaLnBrk="1" hangingPunct="1"/>
            <a:r>
              <a:rPr lang="en-GB" altLang="en-US" sz="2400"/>
              <a:t>beauty and utility may conflict</a:t>
            </a:r>
          </a:p>
          <a:p>
            <a:pPr lvl="1" eaLnBrk="1" hangingPunct="1"/>
            <a:r>
              <a:rPr lang="en-GB" altLang="en-US" sz="2000"/>
              <a:t>mixed up visual styles </a:t>
            </a:r>
            <a:r>
              <a:rPr lang="en-GB" altLang="en-US" sz="2000">
                <a:sym typeface="Symbol" pitchFamily="2" charset="2"/>
              </a:rPr>
              <a:t></a:t>
            </a:r>
            <a:r>
              <a:rPr lang="en-GB" altLang="en-US" sz="2000"/>
              <a:t> easy to distinguish</a:t>
            </a:r>
          </a:p>
          <a:p>
            <a:pPr lvl="1" eaLnBrk="1" hangingPunct="1"/>
            <a:r>
              <a:rPr lang="en-GB" altLang="en-US" sz="2000"/>
              <a:t>clean design – little differentiation </a:t>
            </a:r>
            <a:r>
              <a:rPr lang="en-GB" altLang="en-US" sz="2000">
                <a:sym typeface="Symbol" pitchFamily="2" charset="2"/>
              </a:rPr>
              <a:t></a:t>
            </a:r>
            <a:r>
              <a:rPr lang="en-GB" altLang="en-US" sz="2000"/>
              <a:t> confusing</a:t>
            </a:r>
          </a:p>
          <a:p>
            <a:pPr lvl="1" eaLnBrk="1" hangingPunct="1"/>
            <a:r>
              <a:rPr lang="en-GB" altLang="en-US" sz="2000"/>
              <a:t>backgrounds behind text</a:t>
            </a:r>
            <a:br>
              <a:rPr lang="en-GB" altLang="en-US" sz="2000"/>
            </a:br>
            <a:r>
              <a:rPr lang="en-GB" altLang="en-US" sz="2000"/>
              <a:t>	… good to look at, but hard to read</a:t>
            </a:r>
          </a:p>
          <a:p>
            <a:pPr eaLnBrk="1" hangingPunct="1"/>
            <a:r>
              <a:rPr lang="en-GB" altLang="en-US" sz="2400"/>
              <a:t>but can work together</a:t>
            </a:r>
          </a:p>
          <a:p>
            <a:pPr lvl="1" eaLnBrk="1" hangingPunct="1"/>
            <a:r>
              <a:rPr lang="en-GB" altLang="en-US" sz="2000"/>
              <a:t>e.g. the design of the counter</a:t>
            </a:r>
          </a:p>
          <a:p>
            <a:pPr lvl="1" eaLnBrk="1" hangingPunct="1"/>
            <a:r>
              <a:rPr lang="en-GB" altLang="en-US" sz="2000"/>
              <a:t>in consumer products – key differentiator </a:t>
            </a:r>
            <a:r>
              <a:rPr lang="en-GB" altLang="en-US" sz="1800"/>
              <a:t>(e.g. iMac)</a:t>
            </a:r>
            <a:endParaRPr lang="en-GB"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99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6" descr="&#10;3D-pie.gif                                                     0007898DMacintosh HD                   ABA78158:">
            <a:extLst>
              <a:ext uri="{FF2B5EF4-FFF2-40B4-BE49-F238E27FC236}">
                <a16:creationId xmlns:a16="http://schemas.microsoft.com/office/drawing/2014/main" id="{221FB3C6-8C07-94BF-A99D-261294A4A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5668963"/>
            <a:ext cx="2209800"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2">
            <a:extLst>
              <a:ext uri="{FF2B5EF4-FFF2-40B4-BE49-F238E27FC236}">
                <a16:creationId xmlns:a16="http://schemas.microsoft.com/office/drawing/2014/main" id="{0D1D7850-44C7-BB68-93B9-BE1C13A5F30A}"/>
              </a:ext>
            </a:extLst>
          </p:cNvPr>
          <p:cNvSpPr>
            <a:spLocks noGrp="1" noChangeArrowheads="1"/>
          </p:cNvSpPr>
          <p:nvPr>
            <p:ph type="title"/>
          </p:nvPr>
        </p:nvSpPr>
        <p:spPr/>
        <p:txBody>
          <a:bodyPr/>
          <a:lstStyle/>
          <a:p>
            <a:pPr eaLnBrk="1" hangingPunct="1"/>
            <a:r>
              <a:rPr lang="en-GB" altLang="en-US"/>
              <a:t>colour and 3D</a:t>
            </a:r>
          </a:p>
        </p:txBody>
      </p:sp>
      <p:sp>
        <p:nvSpPr>
          <p:cNvPr id="91140" name="Rectangle 3">
            <a:extLst>
              <a:ext uri="{FF2B5EF4-FFF2-40B4-BE49-F238E27FC236}">
                <a16:creationId xmlns:a16="http://schemas.microsoft.com/office/drawing/2014/main" id="{6E9FBF4C-6964-2FDD-1E85-DA89D6B091FE}"/>
              </a:ext>
            </a:extLst>
          </p:cNvPr>
          <p:cNvSpPr>
            <a:spLocks noGrp="1" noChangeArrowheads="1"/>
          </p:cNvSpPr>
          <p:nvPr>
            <p:ph type="body" idx="1"/>
          </p:nvPr>
        </p:nvSpPr>
        <p:spPr/>
        <p:txBody>
          <a:bodyPr/>
          <a:lstStyle/>
          <a:p>
            <a:pPr eaLnBrk="1" hangingPunct="1"/>
            <a:r>
              <a:rPr lang="en-GB" altLang="en-US" sz="2400"/>
              <a:t>both often used very badly!</a:t>
            </a:r>
          </a:p>
          <a:p>
            <a:pPr eaLnBrk="1" hangingPunct="1"/>
            <a:r>
              <a:rPr lang="en-GB" altLang="en-US" sz="2400"/>
              <a:t>colour</a:t>
            </a:r>
          </a:p>
          <a:p>
            <a:pPr lvl="1" eaLnBrk="1" hangingPunct="1"/>
            <a:r>
              <a:rPr lang="en-GB" altLang="en-US" sz="2000"/>
              <a:t>older monitors limited palette</a:t>
            </a:r>
          </a:p>
          <a:p>
            <a:pPr lvl="1" eaLnBrk="1" hangingPunct="1"/>
            <a:r>
              <a:rPr lang="en-GB" altLang="en-US" sz="2000"/>
              <a:t>colour over used because ‘it is there’</a:t>
            </a:r>
          </a:p>
          <a:p>
            <a:pPr lvl="1" eaLnBrk="1" hangingPunct="1"/>
            <a:r>
              <a:rPr lang="en-GB" altLang="en-US" sz="2000"/>
              <a:t>beware colour blind!</a:t>
            </a:r>
          </a:p>
          <a:p>
            <a:pPr lvl="1" eaLnBrk="1" hangingPunct="1"/>
            <a:r>
              <a:rPr lang="en-GB" altLang="en-US" sz="2000"/>
              <a:t>use sparingly to </a:t>
            </a:r>
            <a:r>
              <a:rPr lang="en-GB" altLang="en-US" sz="2000">
                <a:solidFill>
                  <a:srgbClr val="009900"/>
                </a:solidFill>
              </a:rPr>
              <a:t>reinforce</a:t>
            </a:r>
            <a:r>
              <a:rPr lang="en-GB" altLang="en-US" sz="2000"/>
              <a:t> other information</a:t>
            </a:r>
          </a:p>
          <a:p>
            <a:pPr eaLnBrk="1" hangingPunct="1"/>
            <a:r>
              <a:rPr lang="en-GB" altLang="en-US" sz="2400"/>
              <a:t>3D effects</a:t>
            </a:r>
          </a:p>
          <a:p>
            <a:pPr lvl="1" eaLnBrk="1" hangingPunct="1"/>
            <a:r>
              <a:rPr lang="en-GB" altLang="en-US" sz="2000"/>
              <a:t>good for physical information and some graphs</a:t>
            </a:r>
          </a:p>
          <a:p>
            <a:pPr lvl="1" eaLnBrk="1" hangingPunct="1"/>
            <a:r>
              <a:rPr lang="en-GB" altLang="en-US" sz="2000"/>
              <a:t>but if over used …</a:t>
            </a:r>
            <a:br>
              <a:rPr lang="en-GB" altLang="en-US" sz="2000"/>
            </a:br>
            <a:r>
              <a:rPr lang="en-GB" altLang="en-US" sz="2000"/>
              <a:t>	e.g. text in perspective!!  3D pie charts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1DD642C4-8420-958F-EE06-09141E468903}"/>
              </a:ext>
            </a:extLst>
          </p:cNvPr>
          <p:cNvSpPr>
            <a:spLocks noGrp="1" noChangeArrowheads="1"/>
          </p:cNvSpPr>
          <p:nvPr>
            <p:ph type="title"/>
          </p:nvPr>
        </p:nvSpPr>
        <p:spPr/>
        <p:txBody>
          <a:bodyPr/>
          <a:lstStyle/>
          <a:p>
            <a:pPr eaLnBrk="1" hangingPunct="1"/>
            <a:r>
              <a:rPr lang="en-US" altLang="en-US">
                <a:solidFill>
                  <a:srgbClr val="FF0000"/>
                </a:solidFill>
              </a:rPr>
              <a:t>bad</a:t>
            </a:r>
            <a:r>
              <a:rPr lang="en-US" altLang="en-US"/>
              <a:t> </a:t>
            </a:r>
            <a:r>
              <a:rPr lang="en-US" altLang="en-US">
                <a:solidFill>
                  <a:srgbClr val="6666FF"/>
                </a:solidFill>
              </a:rPr>
              <a:t>use</a:t>
            </a:r>
            <a:r>
              <a:rPr lang="en-US" altLang="en-US"/>
              <a:t> </a:t>
            </a:r>
            <a:r>
              <a:rPr lang="en-US" altLang="en-US">
                <a:solidFill>
                  <a:srgbClr val="99FF99"/>
                </a:solidFill>
              </a:rPr>
              <a:t>of</a:t>
            </a:r>
            <a:r>
              <a:rPr lang="en-US" altLang="en-US"/>
              <a:t> </a:t>
            </a:r>
            <a:r>
              <a:rPr lang="en-US" altLang="en-US">
                <a:solidFill>
                  <a:schemeClr val="accent2"/>
                </a:solidFill>
              </a:rPr>
              <a:t>c</a:t>
            </a:r>
            <a:r>
              <a:rPr lang="en-US" altLang="en-US">
                <a:solidFill>
                  <a:srgbClr val="33CCFF"/>
                </a:solidFill>
              </a:rPr>
              <a:t>olou</a:t>
            </a:r>
            <a:r>
              <a:rPr lang="en-US" altLang="en-US">
                <a:solidFill>
                  <a:schemeClr val="accent2"/>
                </a:solidFill>
              </a:rPr>
              <a:t>r</a:t>
            </a:r>
            <a:endParaRPr lang="en-US" altLang="en-US"/>
          </a:p>
        </p:txBody>
      </p:sp>
      <p:sp>
        <p:nvSpPr>
          <p:cNvPr id="92163" name="Rectangle 3">
            <a:extLst>
              <a:ext uri="{FF2B5EF4-FFF2-40B4-BE49-F238E27FC236}">
                <a16:creationId xmlns:a16="http://schemas.microsoft.com/office/drawing/2014/main" id="{DC8E65F7-4046-1276-0D16-725FBA757919}"/>
              </a:ext>
            </a:extLst>
          </p:cNvPr>
          <p:cNvSpPr>
            <a:spLocks noGrp="1" noChangeArrowheads="1"/>
          </p:cNvSpPr>
          <p:nvPr>
            <p:ph type="body" idx="1"/>
          </p:nvPr>
        </p:nvSpPr>
        <p:spPr>
          <a:solidFill>
            <a:srgbClr val="FF0000"/>
          </a:solidFill>
        </p:spPr>
        <p:txBody>
          <a:bodyPr/>
          <a:lstStyle/>
          <a:p>
            <a:pPr eaLnBrk="1" hangingPunct="1"/>
            <a:r>
              <a:rPr lang="en-US" altLang="en-US">
                <a:solidFill>
                  <a:srgbClr val="33CCFF"/>
                </a:solidFill>
              </a:rPr>
              <a:t>over</a:t>
            </a:r>
            <a:r>
              <a:rPr lang="en-US" altLang="en-US"/>
              <a:t> </a:t>
            </a:r>
            <a:r>
              <a:rPr lang="en-US" altLang="en-US">
                <a:solidFill>
                  <a:srgbClr val="660066"/>
                </a:solidFill>
              </a:rPr>
              <a:t>use</a:t>
            </a:r>
            <a:r>
              <a:rPr lang="en-US" altLang="en-US"/>
              <a:t> - </a:t>
            </a:r>
            <a:r>
              <a:rPr lang="en-US" altLang="en-US" sz="2000">
                <a:solidFill>
                  <a:schemeClr val="accent1"/>
                </a:solidFill>
              </a:rPr>
              <a:t>without</a:t>
            </a:r>
            <a:r>
              <a:rPr lang="en-US" altLang="en-US" sz="2000"/>
              <a:t> </a:t>
            </a:r>
            <a:r>
              <a:rPr lang="en-US" altLang="en-US" sz="2000">
                <a:solidFill>
                  <a:srgbClr val="0000FF"/>
                </a:solidFill>
              </a:rPr>
              <a:t>very</a:t>
            </a:r>
            <a:r>
              <a:rPr lang="en-US" altLang="en-US" sz="2000"/>
              <a:t> </a:t>
            </a:r>
            <a:r>
              <a:rPr lang="en-US" altLang="en-US" sz="2000">
                <a:solidFill>
                  <a:srgbClr val="33CCFF"/>
                </a:solidFill>
              </a:rPr>
              <a:t>good</a:t>
            </a:r>
            <a:r>
              <a:rPr lang="en-US" altLang="en-US" sz="2000"/>
              <a:t> reason (e.g. kids’ site)</a:t>
            </a:r>
          </a:p>
          <a:p>
            <a:pPr eaLnBrk="1" hangingPunct="1"/>
            <a:r>
              <a:rPr lang="en-US" altLang="en-US">
                <a:solidFill>
                  <a:srgbClr val="00FF00"/>
                </a:solidFill>
              </a:rPr>
              <a:t>colour blindness</a:t>
            </a:r>
            <a:endParaRPr lang="en-US" altLang="en-US"/>
          </a:p>
          <a:p>
            <a:pPr eaLnBrk="1" hangingPunct="1"/>
            <a:r>
              <a:rPr lang="en-US" altLang="en-US"/>
              <a:t>poor </a:t>
            </a:r>
            <a:r>
              <a:rPr lang="en-US" altLang="en-US">
                <a:solidFill>
                  <a:srgbClr val="FF3399"/>
                </a:solidFill>
              </a:rPr>
              <a:t>use of</a:t>
            </a:r>
            <a:r>
              <a:rPr lang="en-US" altLang="en-US"/>
              <a:t> contrast</a:t>
            </a:r>
          </a:p>
          <a:p>
            <a:pPr eaLnBrk="1" hangingPunct="1"/>
            <a:r>
              <a:rPr lang="en-US" altLang="en-US"/>
              <a:t>do adjust your set!</a:t>
            </a:r>
          </a:p>
          <a:p>
            <a:pPr lvl="1" eaLnBrk="1" hangingPunct="1"/>
            <a:r>
              <a:rPr lang="en-US" altLang="en-US"/>
              <a:t>adjust your monitor to greys only</a:t>
            </a:r>
          </a:p>
          <a:p>
            <a:pPr lvl="1" eaLnBrk="1" hangingPunct="1"/>
            <a:r>
              <a:rPr lang="en-US" altLang="en-US"/>
              <a:t>can you still read your screen?</a:t>
            </a:r>
          </a:p>
        </p:txBody>
      </p:sp>
      <p:pic>
        <p:nvPicPr>
          <p:cNvPr id="181253" name="Picture 5" descr="colours-in-grey-harder.gif                                     0007898DMacintosh HD                   ABA78158:">
            <a:extLst>
              <a:ext uri="{FF2B5EF4-FFF2-40B4-BE49-F238E27FC236}">
                <a16:creationId xmlns:a16="http://schemas.microsoft.com/office/drawing/2014/main" id="{678EA7FC-0854-AE2B-BA68-9BF15B0E1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81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3C741BE2-F309-B188-0BB8-D6805DFC3FD0}"/>
              </a:ext>
            </a:extLst>
          </p:cNvPr>
          <p:cNvSpPr>
            <a:spLocks noGrp="1" noChangeArrowheads="1"/>
          </p:cNvSpPr>
          <p:nvPr>
            <p:ph type="title"/>
          </p:nvPr>
        </p:nvSpPr>
        <p:spPr/>
        <p:txBody>
          <a:bodyPr/>
          <a:lstStyle/>
          <a:p>
            <a:pPr eaLnBrk="1" hangingPunct="1"/>
            <a:r>
              <a:rPr lang="en-GB" altLang="en-US"/>
              <a:t>across countries and cultures</a:t>
            </a:r>
          </a:p>
        </p:txBody>
      </p:sp>
      <p:sp>
        <p:nvSpPr>
          <p:cNvPr id="93187" name="Rectangle 3">
            <a:extLst>
              <a:ext uri="{FF2B5EF4-FFF2-40B4-BE49-F238E27FC236}">
                <a16:creationId xmlns:a16="http://schemas.microsoft.com/office/drawing/2014/main" id="{83018BB5-1CBE-7AC3-0507-772D1836C6C0}"/>
              </a:ext>
            </a:extLst>
          </p:cNvPr>
          <p:cNvSpPr>
            <a:spLocks noGrp="1" noChangeArrowheads="1"/>
          </p:cNvSpPr>
          <p:nvPr>
            <p:ph type="body" idx="1"/>
          </p:nvPr>
        </p:nvSpPr>
        <p:spPr/>
        <p:txBody>
          <a:bodyPr/>
          <a:lstStyle/>
          <a:p>
            <a:pPr eaLnBrk="1" hangingPunct="1">
              <a:lnSpc>
                <a:spcPct val="90000"/>
              </a:lnSpc>
            </a:pPr>
            <a:r>
              <a:rPr lang="en-GB" altLang="en-US" sz="2000"/>
              <a:t>localisation &amp; internationalisation</a:t>
            </a:r>
          </a:p>
          <a:p>
            <a:pPr marL="819150" lvl="1" eaLnBrk="1" hangingPunct="1">
              <a:lnSpc>
                <a:spcPct val="90000"/>
              </a:lnSpc>
            </a:pPr>
            <a:r>
              <a:rPr lang="en-GB" altLang="en-US" sz="1800"/>
              <a:t>changing interfaces for particular cultures/languages</a:t>
            </a:r>
          </a:p>
          <a:p>
            <a:pPr eaLnBrk="1" hangingPunct="1">
              <a:lnSpc>
                <a:spcPct val="90000"/>
              </a:lnSpc>
            </a:pPr>
            <a:r>
              <a:rPr lang="en-GB" altLang="en-US" sz="2000"/>
              <a:t>globalisation</a:t>
            </a:r>
          </a:p>
          <a:p>
            <a:pPr marL="819150" lvl="1" eaLnBrk="1" hangingPunct="1">
              <a:lnSpc>
                <a:spcPct val="90000"/>
              </a:lnSpc>
            </a:pPr>
            <a:r>
              <a:rPr lang="en-GB" altLang="en-US" sz="1800"/>
              <a:t>try to choose symbols etc. that work everywhere</a:t>
            </a:r>
          </a:p>
          <a:p>
            <a:pPr eaLnBrk="1" hangingPunct="1">
              <a:lnSpc>
                <a:spcPct val="90000"/>
              </a:lnSpc>
            </a:pPr>
            <a:endParaRPr lang="en-GB" altLang="en-US" sz="1000"/>
          </a:p>
          <a:p>
            <a:pPr eaLnBrk="1" hangingPunct="1">
              <a:lnSpc>
                <a:spcPct val="90000"/>
              </a:lnSpc>
            </a:pPr>
            <a:r>
              <a:rPr lang="en-GB" altLang="en-US" sz="2000"/>
              <a:t>simply change language?</a:t>
            </a:r>
          </a:p>
          <a:p>
            <a:pPr marL="819150" lvl="1" eaLnBrk="1" hangingPunct="1">
              <a:lnSpc>
                <a:spcPct val="90000"/>
              </a:lnSpc>
            </a:pPr>
            <a:r>
              <a:rPr lang="en-GB" altLang="en-US" sz="1800"/>
              <a:t>use ‘resource’ database instead of literal text</a:t>
            </a:r>
            <a:br>
              <a:rPr lang="en-GB" altLang="en-US" sz="1800"/>
            </a:br>
            <a:r>
              <a:rPr lang="en-GB" altLang="en-US" sz="1800"/>
              <a:t>… but changes sizes, left-right order etc.</a:t>
            </a:r>
          </a:p>
          <a:p>
            <a:pPr eaLnBrk="1" hangingPunct="1">
              <a:lnSpc>
                <a:spcPct val="90000"/>
              </a:lnSpc>
            </a:pPr>
            <a:r>
              <a:rPr lang="en-GB" altLang="en-US" sz="2000"/>
              <a:t>deeper issues</a:t>
            </a:r>
          </a:p>
          <a:p>
            <a:pPr marL="819150" lvl="1" eaLnBrk="1" hangingPunct="1">
              <a:lnSpc>
                <a:spcPct val="90000"/>
              </a:lnSpc>
            </a:pPr>
            <a:r>
              <a:rPr lang="en-GB" altLang="en-US" sz="1800"/>
              <a:t>cultural assumptions and values</a:t>
            </a:r>
          </a:p>
          <a:p>
            <a:pPr marL="819150" lvl="1" eaLnBrk="1" hangingPunct="1">
              <a:lnSpc>
                <a:spcPct val="90000"/>
              </a:lnSpc>
            </a:pPr>
            <a:r>
              <a:rPr lang="en-GB" altLang="en-US" sz="1800"/>
              <a:t>meanings of symbols</a:t>
            </a:r>
          </a:p>
          <a:p>
            <a:pPr marL="819150" lvl="1" eaLnBrk="1" hangingPunct="1">
              <a:lnSpc>
                <a:spcPct val="90000"/>
              </a:lnSpc>
              <a:buFontTx/>
              <a:buChar char=" "/>
            </a:pPr>
            <a:r>
              <a:rPr lang="en-GB" altLang="en-US" sz="1800"/>
              <a:t>e.g tick and cross …  +ve and -ve in some cultures</a:t>
            </a:r>
            <a:br>
              <a:rPr lang="en-GB" altLang="en-US" sz="1800"/>
            </a:br>
            <a:r>
              <a:rPr lang="en-GB" altLang="en-US" sz="1800"/>
              <a:t>      … but … mean the same thing (mark this) in others</a:t>
            </a:r>
            <a:endParaRPr lang="en-GB" altLang="en-US" sz="1000"/>
          </a:p>
        </p:txBody>
      </p:sp>
      <p:sp>
        <p:nvSpPr>
          <p:cNvPr id="93188" name="Text Box 4">
            <a:extLst>
              <a:ext uri="{FF2B5EF4-FFF2-40B4-BE49-F238E27FC236}">
                <a16:creationId xmlns:a16="http://schemas.microsoft.com/office/drawing/2014/main" id="{59811F56-9F9F-9788-67BB-BAF03C97744D}"/>
              </a:ext>
            </a:extLst>
          </p:cNvPr>
          <p:cNvSpPr txBox="1">
            <a:spLocks noChangeArrowheads="1"/>
          </p:cNvSpPr>
          <p:nvPr/>
        </p:nvSpPr>
        <p:spPr bwMode="auto">
          <a:xfrm>
            <a:off x="3886200" y="5668963"/>
            <a:ext cx="7651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7200">
                <a:solidFill>
                  <a:srgbClr val="FF0000"/>
                </a:solidFill>
                <a:latin typeface="Times New Roman" panose="02020603050405020304" pitchFamily="18" charset="0"/>
                <a:sym typeface="Wingdings" pitchFamily="2" charset="2"/>
              </a:rPr>
              <a:t></a:t>
            </a:r>
            <a:endParaRPr lang="en-US" altLang="en-US" sz="7200">
              <a:latin typeface="Times New Roman" panose="02020603050405020304" pitchFamily="18" charset="0"/>
            </a:endParaRPr>
          </a:p>
        </p:txBody>
      </p:sp>
      <p:sp>
        <p:nvSpPr>
          <p:cNvPr id="93189" name="Text Box 5">
            <a:extLst>
              <a:ext uri="{FF2B5EF4-FFF2-40B4-BE49-F238E27FC236}">
                <a16:creationId xmlns:a16="http://schemas.microsoft.com/office/drawing/2014/main" id="{39DFB9E9-D8C2-994F-EA9B-BA74A9BE6583}"/>
              </a:ext>
            </a:extLst>
          </p:cNvPr>
          <p:cNvSpPr txBox="1">
            <a:spLocks noChangeArrowheads="1"/>
          </p:cNvSpPr>
          <p:nvPr/>
        </p:nvSpPr>
        <p:spPr bwMode="auto">
          <a:xfrm>
            <a:off x="2743200" y="5668963"/>
            <a:ext cx="903288"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7200">
                <a:solidFill>
                  <a:srgbClr val="66FF33"/>
                </a:solidFill>
                <a:latin typeface="Times New Roman" panose="02020603050405020304" pitchFamily="18" charset="0"/>
                <a:sym typeface="Wingdings" pitchFamily="2" charset="2"/>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Oval 2">
            <a:extLst>
              <a:ext uri="{FF2B5EF4-FFF2-40B4-BE49-F238E27FC236}">
                <a16:creationId xmlns:a16="http://schemas.microsoft.com/office/drawing/2014/main" id="{C7870479-D57E-2B0F-21E1-17FF7ACA7588}"/>
              </a:ext>
            </a:extLst>
          </p:cNvPr>
          <p:cNvSpPr>
            <a:spLocks noChangeArrowheads="1"/>
          </p:cNvSpPr>
          <p:nvPr/>
        </p:nvSpPr>
        <p:spPr bwMode="auto">
          <a:xfrm>
            <a:off x="4267200" y="3048000"/>
            <a:ext cx="533400" cy="533400"/>
          </a:xfrm>
          <a:prstGeom prst="ellipse">
            <a:avLst/>
          </a:prstGeom>
          <a:solidFill>
            <a:srgbClr val="ED181E"/>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6A89450-66EC-DF01-206D-3C6C06C7D405}"/>
              </a:ext>
            </a:extLst>
          </p:cNvPr>
          <p:cNvSpPr>
            <a:spLocks noGrp="1" noChangeArrowheads="1"/>
          </p:cNvSpPr>
          <p:nvPr>
            <p:ph type="title"/>
          </p:nvPr>
        </p:nvSpPr>
        <p:spPr>
          <a:xfrm>
            <a:off x="685800" y="2590800"/>
            <a:ext cx="7772400" cy="1143000"/>
          </a:xfrm>
        </p:spPr>
        <p:txBody>
          <a:bodyPr/>
          <a:lstStyle/>
          <a:p>
            <a:pPr eaLnBrk="1" hangingPunct="1"/>
            <a:r>
              <a:rPr lang="en-GB" altLang="en-US" sz="5400"/>
              <a:t>prototyping</a:t>
            </a:r>
            <a:br>
              <a:rPr lang="en-GB" altLang="en-US"/>
            </a:br>
            <a:endParaRPr lang="en-GB"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9E05410C-40EF-BDE7-52CF-964E32950556}"/>
              </a:ext>
            </a:extLst>
          </p:cNvPr>
          <p:cNvSpPr>
            <a:spLocks noGrp="1" noChangeArrowheads="1"/>
          </p:cNvSpPr>
          <p:nvPr>
            <p:ph type="ctrTitle"/>
          </p:nvPr>
        </p:nvSpPr>
        <p:spPr>
          <a:xfrm>
            <a:off x="685800" y="2286000"/>
            <a:ext cx="7772400" cy="1143000"/>
          </a:xfrm>
        </p:spPr>
        <p:txBody>
          <a:bodyPr/>
          <a:lstStyle/>
          <a:p>
            <a:pPr algn="ctr" eaLnBrk="1" hangingPunct="1"/>
            <a:r>
              <a:rPr lang="en-GB" altLang="en-US"/>
              <a:t>iteration and prototyping</a:t>
            </a:r>
          </a:p>
        </p:txBody>
      </p:sp>
      <p:sp>
        <p:nvSpPr>
          <p:cNvPr id="96259" name="Rectangle 3">
            <a:extLst>
              <a:ext uri="{FF2B5EF4-FFF2-40B4-BE49-F238E27FC236}">
                <a16:creationId xmlns:a16="http://schemas.microsoft.com/office/drawing/2014/main" id="{9002E984-BBBE-8900-50CA-5B622FEBECDE}"/>
              </a:ext>
            </a:extLst>
          </p:cNvPr>
          <p:cNvSpPr>
            <a:spLocks noGrp="1" noChangeArrowheads="1"/>
          </p:cNvSpPr>
          <p:nvPr>
            <p:ph type="subTitle" idx="1"/>
          </p:nvPr>
        </p:nvSpPr>
        <p:spPr/>
        <p:txBody>
          <a:bodyPr/>
          <a:lstStyle/>
          <a:p>
            <a:pPr eaLnBrk="1" hangingPunct="1"/>
            <a:r>
              <a:rPr lang="en-GB" altLang="en-US"/>
              <a:t>getting better …</a:t>
            </a:r>
          </a:p>
          <a:p>
            <a:pPr eaLnBrk="1" hangingPunct="1"/>
            <a:r>
              <a:rPr lang="en-GB" altLang="en-US"/>
              <a:t>… and starting well</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E54ADFA-7259-5088-2532-2453E69CF497}"/>
              </a:ext>
            </a:extLst>
          </p:cNvPr>
          <p:cNvSpPr>
            <a:spLocks noGrp="1" noChangeArrowheads="1"/>
          </p:cNvSpPr>
          <p:nvPr>
            <p:ph type="title"/>
          </p:nvPr>
        </p:nvSpPr>
        <p:spPr/>
        <p:txBody>
          <a:bodyPr/>
          <a:lstStyle/>
          <a:p>
            <a:pPr eaLnBrk="1" hangingPunct="1"/>
            <a:r>
              <a:rPr lang="en-US" altLang="en-US">
                <a:solidFill>
                  <a:schemeClr val="tx1"/>
                </a:solidFill>
              </a:rPr>
              <a:t>prototyping</a:t>
            </a:r>
          </a:p>
        </p:txBody>
      </p:sp>
      <p:sp>
        <p:nvSpPr>
          <p:cNvPr id="97283" name="Rectangle 3">
            <a:extLst>
              <a:ext uri="{FF2B5EF4-FFF2-40B4-BE49-F238E27FC236}">
                <a16:creationId xmlns:a16="http://schemas.microsoft.com/office/drawing/2014/main" id="{CB372020-A9F6-53F6-DEE8-7981D23AFA48}"/>
              </a:ext>
            </a:extLst>
          </p:cNvPr>
          <p:cNvSpPr>
            <a:spLocks noGrp="1" noChangeArrowheads="1"/>
          </p:cNvSpPr>
          <p:nvPr>
            <p:ph type="body" idx="1"/>
          </p:nvPr>
        </p:nvSpPr>
        <p:spPr/>
        <p:txBody>
          <a:bodyPr/>
          <a:lstStyle/>
          <a:p>
            <a:pPr eaLnBrk="1" hangingPunct="1"/>
            <a:r>
              <a:rPr lang="en-US" altLang="en-US"/>
              <a:t>you never get it right first time</a:t>
            </a:r>
          </a:p>
          <a:p>
            <a:pPr eaLnBrk="1" hangingPunct="1"/>
            <a:r>
              <a:rPr lang="en-US" altLang="en-US"/>
              <a:t>if at first you don’t succeed …</a:t>
            </a:r>
          </a:p>
          <a:p>
            <a:pPr eaLnBrk="1" hangingPunct="1"/>
            <a:endParaRPr lang="en-US" altLang="en-US"/>
          </a:p>
        </p:txBody>
      </p:sp>
      <p:grpSp>
        <p:nvGrpSpPr>
          <p:cNvPr id="97284" name="Group 4">
            <a:extLst>
              <a:ext uri="{FF2B5EF4-FFF2-40B4-BE49-F238E27FC236}">
                <a16:creationId xmlns:a16="http://schemas.microsoft.com/office/drawing/2014/main" id="{9F02B2BC-1D28-6040-6B79-6AC40A62DA36}"/>
              </a:ext>
            </a:extLst>
          </p:cNvPr>
          <p:cNvGrpSpPr>
            <a:grpSpLocks/>
          </p:cNvGrpSpPr>
          <p:nvPr/>
        </p:nvGrpSpPr>
        <p:grpSpPr bwMode="auto">
          <a:xfrm>
            <a:off x="762000" y="3595688"/>
            <a:ext cx="7735888" cy="1890712"/>
            <a:chOff x="720" y="2457"/>
            <a:chExt cx="4873" cy="1191"/>
          </a:xfrm>
        </p:grpSpPr>
        <p:sp>
          <p:nvSpPr>
            <p:cNvPr id="97285" name="AutoShape 5">
              <a:extLst>
                <a:ext uri="{FF2B5EF4-FFF2-40B4-BE49-F238E27FC236}">
                  <a16:creationId xmlns:a16="http://schemas.microsoft.com/office/drawing/2014/main" id="{E68DAFFC-656A-9531-B58F-9BBDDBDB8065}"/>
                </a:ext>
              </a:extLst>
            </p:cNvPr>
            <p:cNvSpPr>
              <a:spLocks noChangeArrowheads="1"/>
            </p:cNvSpPr>
            <p:nvPr/>
          </p:nvSpPr>
          <p:spPr bwMode="auto">
            <a:xfrm>
              <a:off x="2160" y="2544"/>
              <a:ext cx="1008" cy="384"/>
            </a:xfrm>
            <a:prstGeom prst="flowChart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prototype</a:t>
              </a:r>
            </a:p>
          </p:txBody>
        </p:sp>
        <p:sp>
          <p:nvSpPr>
            <p:cNvPr id="97286" name="AutoShape 6">
              <a:extLst>
                <a:ext uri="{FF2B5EF4-FFF2-40B4-BE49-F238E27FC236}">
                  <a16:creationId xmlns:a16="http://schemas.microsoft.com/office/drawing/2014/main" id="{1F5995FB-EE2F-29E5-2BCD-8E7D5B386576}"/>
                </a:ext>
              </a:extLst>
            </p:cNvPr>
            <p:cNvSpPr>
              <a:spLocks noChangeArrowheads="1"/>
            </p:cNvSpPr>
            <p:nvPr/>
          </p:nvSpPr>
          <p:spPr bwMode="auto">
            <a:xfrm>
              <a:off x="3648" y="2544"/>
              <a:ext cx="960" cy="384"/>
            </a:xfrm>
            <a:prstGeom prst="flowChartPreparation">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evaluate</a:t>
              </a:r>
            </a:p>
          </p:txBody>
        </p:sp>
        <p:sp>
          <p:nvSpPr>
            <p:cNvPr id="97287" name="AutoShape 7">
              <a:extLst>
                <a:ext uri="{FF2B5EF4-FFF2-40B4-BE49-F238E27FC236}">
                  <a16:creationId xmlns:a16="http://schemas.microsoft.com/office/drawing/2014/main" id="{D162C1BD-765D-EFCF-4AE0-0BF976219199}"/>
                </a:ext>
              </a:extLst>
            </p:cNvPr>
            <p:cNvSpPr>
              <a:spLocks noChangeArrowheads="1"/>
            </p:cNvSpPr>
            <p:nvPr/>
          </p:nvSpPr>
          <p:spPr bwMode="auto">
            <a:xfrm>
              <a:off x="720" y="2544"/>
              <a:ext cx="960" cy="384"/>
            </a:xfrm>
            <a:prstGeom prst="flowChartAlternate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design</a:t>
              </a:r>
            </a:p>
          </p:txBody>
        </p:sp>
        <p:sp>
          <p:nvSpPr>
            <p:cNvPr id="97288" name="AutoShape 8">
              <a:extLst>
                <a:ext uri="{FF2B5EF4-FFF2-40B4-BE49-F238E27FC236}">
                  <a16:creationId xmlns:a16="http://schemas.microsoft.com/office/drawing/2014/main" id="{50AFB84E-5BFD-7442-1E19-A3020088AEF0}"/>
                </a:ext>
              </a:extLst>
            </p:cNvPr>
            <p:cNvSpPr>
              <a:spLocks noChangeArrowheads="1"/>
            </p:cNvSpPr>
            <p:nvPr/>
          </p:nvSpPr>
          <p:spPr bwMode="auto">
            <a:xfrm>
              <a:off x="2184" y="3264"/>
              <a:ext cx="960" cy="384"/>
            </a:xfrm>
            <a:prstGeom prst="flowChartAlternateProcess">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pPr algn="ctr"/>
              <a:r>
                <a:rPr lang="en-US" altLang="en-US">
                  <a:latin typeface="Times New Roman" panose="02020603050405020304" pitchFamily="18" charset="0"/>
                </a:rPr>
                <a:t>re-design</a:t>
              </a:r>
            </a:p>
          </p:txBody>
        </p:sp>
        <p:cxnSp>
          <p:nvCxnSpPr>
            <p:cNvPr id="97289" name="AutoShape 9">
              <a:extLst>
                <a:ext uri="{FF2B5EF4-FFF2-40B4-BE49-F238E27FC236}">
                  <a16:creationId xmlns:a16="http://schemas.microsoft.com/office/drawing/2014/main" id="{10045D34-943F-4EFB-F4D4-C7EEF09C0CA6}"/>
                </a:ext>
              </a:extLst>
            </p:cNvPr>
            <p:cNvCxnSpPr>
              <a:cxnSpLocks noChangeShapeType="1"/>
              <a:stCxn id="97285" idx="3"/>
              <a:endCxn id="97286" idx="1"/>
            </p:cNvCxnSpPr>
            <p:nvPr/>
          </p:nvCxnSpPr>
          <p:spPr bwMode="auto">
            <a:xfrm>
              <a:off x="3168" y="2736"/>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0" name="AutoShape 10">
              <a:extLst>
                <a:ext uri="{FF2B5EF4-FFF2-40B4-BE49-F238E27FC236}">
                  <a16:creationId xmlns:a16="http://schemas.microsoft.com/office/drawing/2014/main" id="{B3752739-E00A-4A63-020C-1F8EDEDC86B2}"/>
                </a:ext>
              </a:extLst>
            </p:cNvPr>
            <p:cNvCxnSpPr>
              <a:cxnSpLocks noChangeShapeType="1"/>
              <a:stCxn id="97287" idx="3"/>
              <a:endCxn id="97285" idx="1"/>
            </p:cNvCxnSpPr>
            <p:nvPr/>
          </p:nvCxnSpPr>
          <p:spPr bwMode="auto">
            <a:xfrm>
              <a:off x="1680" y="2736"/>
              <a:ext cx="48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1" name="AutoShape 11">
              <a:extLst>
                <a:ext uri="{FF2B5EF4-FFF2-40B4-BE49-F238E27FC236}">
                  <a16:creationId xmlns:a16="http://schemas.microsoft.com/office/drawing/2014/main" id="{41A0067C-FD35-DD6C-0620-A58D44677021}"/>
                </a:ext>
              </a:extLst>
            </p:cNvPr>
            <p:cNvCxnSpPr>
              <a:cxnSpLocks noChangeShapeType="1"/>
              <a:stCxn id="97286" idx="2"/>
              <a:endCxn id="97288" idx="3"/>
            </p:cNvCxnSpPr>
            <p:nvPr/>
          </p:nvCxnSpPr>
          <p:spPr bwMode="auto">
            <a:xfrm rot="5400000">
              <a:off x="3372" y="2700"/>
              <a:ext cx="528" cy="984"/>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7292" name="AutoShape 12">
              <a:extLst>
                <a:ext uri="{FF2B5EF4-FFF2-40B4-BE49-F238E27FC236}">
                  <a16:creationId xmlns:a16="http://schemas.microsoft.com/office/drawing/2014/main" id="{FB068C70-F82E-70B3-5E7D-5CBC2818C27A}"/>
                </a:ext>
              </a:extLst>
            </p:cNvPr>
            <p:cNvCxnSpPr>
              <a:cxnSpLocks noChangeShapeType="1"/>
              <a:stCxn id="97288" idx="0"/>
              <a:endCxn id="97285" idx="2"/>
            </p:cNvCxnSpPr>
            <p:nvPr/>
          </p:nvCxnSpPr>
          <p:spPr bwMode="auto">
            <a:xfrm flipV="1">
              <a:off x="2664" y="2928"/>
              <a:ext cx="0" cy="3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7293" name="Line 13">
              <a:extLst>
                <a:ext uri="{FF2B5EF4-FFF2-40B4-BE49-F238E27FC236}">
                  <a16:creationId xmlns:a16="http://schemas.microsoft.com/office/drawing/2014/main" id="{AFA9097F-E10E-8365-586F-30CE74C5F017}"/>
                </a:ext>
              </a:extLst>
            </p:cNvPr>
            <p:cNvSpPr>
              <a:spLocks noChangeShapeType="1"/>
            </p:cNvSpPr>
            <p:nvPr/>
          </p:nvSpPr>
          <p:spPr bwMode="auto">
            <a:xfrm>
              <a:off x="4608" y="2736"/>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7294" name="Text Box 14">
              <a:extLst>
                <a:ext uri="{FF2B5EF4-FFF2-40B4-BE49-F238E27FC236}">
                  <a16:creationId xmlns:a16="http://schemas.microsoft.com/office/drawing/2014/main" id="{F01FFE19-D46E-4313-0F5C-41C1F73ADB36}"/>
                </a:ext>
              </a:extLst>
            </p:cNvPr>
            <p:cNvSpPr txBox="1">
              <a:spLocks noChangeArrowheads="1"/>
            </p:cNvSpPr>
            <p:nvPr/>
          </p:nvSpPr>
          <p:spPr bwMode="auto">
            <a:xfrm>
              <a:off x="5040" y="2592"/>
              <a:ext cx="5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a:latin typeface="Times New Roman" panose="02020603050405020304" pitchFamily="18" charset="0"/>
                </a:rPr>
                <a:t>done!</a:t>
              </a:r>
            </a:p>
          </p:txBody>
        </p:sp>
        <p:sp>
          <p:nvSpPr>
            <p:cNvPr id="97295" name="Text Box 15">
              <a:extLst>
                <a:ext uri="{FF2B5EF4-FFF2-40B4-BE49-F238E27FC236}">
                  <a16:creationId xmlns:a16="http://schemas.microsoft.com/office/drawing/2014/main" id="{6A8ABB66-32DA-5331-4064-C1BDBCFC605F}"/>
                </a:ext>
              </a:extLst>
            </p:cNvPr>
            <p:cNvSpPr txBox="1">
              <a:spLocks noChangeArrowheads="1"/>
            </p:cNvSpPr>
            <p:nvPr/>
          </p:nvSpPr>
          <p:spPr bwMode="auto">
            <a:xfrm>
              <a:off x="4560" y="2457"/>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r>
                <a:rPr lang="en-US" altLang="en-US" sz="1800">
                  <a:latin typeface="Times New Roman" panose="02020603050405020304" pitchFamily="18" charset="0"/>
                </a:rPr>
                <a:t>OK?</a:t>
              </a:r>
              <a:endParaRPr lang="en-US" altLang="en-US">
                <a:latin typeface="Times New Roman" panose="02020603050405020304" pitchFamily="18" charset="0"/>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C079279-9FDB-5C76-F445-5E7B97228AC7}"/>
              </a:ext>
            </a:extLst>
          </p:cNvPr>
          <p:cNvSpPr>
            <a:spLocks noGrp="1" noChangeArrowheads="1"/>
          </p:cNvSpPr>
          <p:nvPr>
            <p:ph type="title"/>
          </p:nvPr>
        </p:nvSpPr>
        <p:spPr/>
        <p:txBody>
          <a:bodyPr/>
          <a:lstStyle/>
          <a:p>
            <a:pPr eaLnBrk="1" hangingPunct="1"/>
            <a:r>
              <a:rPr lang="en-US" altLang="en-US"/>
              <a:t>pitfalls of prototyping</a:t>
            </a:r>
            <a:endParaRPr lang="en-GB" altLang="en-US"/>
          </a:p>
        </p:txBody>
      </p:sp>
      <p:sp>
        <p:nvSpPr>
          <p:cNvPr id="98307" name="Rectangle 3">
            <a:extLst>
              <a:ext uri="{FF2B5EF4-FFF2-40B4-BE49-F238E27FC236}">
                <a16:creationId xmlns:a16="http://schemas.microsoft.com/office/drawing/2014/main" id="{1E0FB9DD-4D94-D450-A1D3-CEB4D5779E80}"/>
              </a:ext>
            </a:extLst>
          </p:cNvPr>
          <p:cNvSpPr>
            <a:spLocks noGrp="1" noChangeArrowheads="1"/>
          </p:cNvSpPr>
          <p:nvPr>
            <p:ph type="body" sz="half" idx="1"/>
          </p:nvPr>
        </p:nvSpPr>
        <p:spPr>
          <a:xfrm>
            <a:off x="685800" y="2286000"/>
            <a:ext cx="7772400" cy="1219200"/>
          </a:xfrm>
        </p:spPr>
        <p:txBody>
          <a:bodyPr/>
          <a:lstStyle/>
          <a:p>
            <a:pPr eaLnBrk="1" hangingPunct="1"/>
            <a:r>
              <a:rPr lang="en-US" altLang="en-US" sz="2400"/>
              <a:t>moving little by little … but to where</a:t>
            </a:r>
          </a:p>
          <a:p>
            <a:pPr eaLnBrk="1" hangingPunct="1"/>
            <a:r>
              <a:rPr lang="en-US" altLang="en-US" sz="2400"/>
              <a:t>Malverns or the Matterhorn?</a:t>
            </a:r>
            <a:endParaRPr lang="en-GB" altLang="en-US"/>
          </a:p>
        </p:txBody>
      </p:sp>
      <p:sp>
        <p:nvSpPr>
          <p:cNvPr id="158724" name="Rectangle 4">
            <a:extLst>
              <a:ext uri="{FF2B5EF4-FFF2-40B4-BE49-F238E27FC236}">
                <a16:creationId xmlns:a16="http://schemas.microsoft.com/office/drawing/2014/main" id="{66F6BA8E-203B-67F8-7D19-B5AA66047270}"/>
              </a:ext>
            </a:extLst>
          </p:cNvPr>
          <p:cNvSpPr>
            <a:spLocks noGrp="1" noChangeArrowheads="1"/>
          </p:cNvSpPr>
          <p:nvPr>
            <p:ph type="body" sz="half" idx="2"/>
          </p:nvPr>
        </p:nvSpPr>
        <p:spPr>
          <a:xfrm>
            <a:off x="685800" y="5105400"/>
            <a:ext cx="7772400" cy="990600"/>
          </a:xfrm>
        </p:spPr>
        <p:txBody>
          <a:bodyPr/>
          <a:lstStyle/>
          <a:p>
            <a:pPr eaLnBrk="1" hangingPunct="1">
              <a:buFontTx/>
              <a:buNone/>
            </a:pPr>
            <a:r>
              <a:rPr lang="en-US" altLang="en-US" sz="2400"/>
              <a:t>   </a:t>
            </a:r>
            <a:r>
              <a:rPr lang="en-US" altLang="en-US" sz="2400">
                <a:sym typeface="Wingdings 2" pitchFamily="2" charset="2"/>
              </a:rPr>
              <a:t>1.   </a:t>
            </a:r>
            <a:r>
              <a:rPr lang="en-US" altLang="en-US" sz="2400"/>
              <a:t>need a good start point</a:t>
            </a:r>
          </a:p>
          <a:p>
            <a:pPr eaLnBrk="1" hangingPunct="1">
              <a:buFont typeface="Wingdings 2" pitchFamily="2" charset="2"/>
              <a:buNone/>
            </a:pPr>
            <a:r>
              <a:rPr lang="en-US" altLang="en-US" sz="2400"/>
              <a:t>   </a:t>
            </a:r>
            <a:r>
              <a:rPr lang="en-US" altLang="en-US" sz="2400">
                <a:sym typeface="Wingdings 2" pitchFamily="2" charset="2"/>
              </a:rPr>
              <a:t>2.   </a:t>
            </a:r>
            <a:r>
              <a:rPr lang="en-US" altLang="en-US" sz="2400"/>
              <a:t>need to understand what is wrong</a:t>
            </a:r>
            <a:endParaRPr lang="en-GB" altLang="en-US"/>
          </a:p>
        </p:txBody>
      </p:sp>
      <p:sp>
        <p:nvSpPr>
          <p:cNvPr id="98309" name="Freeform 5">
            <a:extLst>
              <a:ext uri="{FF2B5EF4-FFF2-40B4-BE49-F238E27FC236}">
                <a16:creationId xmlns:a16="http://schemas.microsoft.com/office/drawing/2014/main" id="{61D581F2-8096-A8F8-5EA1-F6172D56DD17}"/>
              </a:ext>
            </a:extLst>
          </p:cNvPr>
          <p:cNvSpPr>
            <a:spLocks/>
          </p:cNvSpPr>
          <p:nvPr/>
        </p:nvSpPr>
        <p:spPr bwMode="auto">
          <a:xfrm>
            <a:off x="457200" y="1701800"/>
            <a:ext cx="8178800" cy="2925763"/>
          </a:xfrm>
          <a:custGeom>
            <a:avLst/>
            <a:gdLst>
              <a:gd name="T0" fmla="*/ 0 w 5152"/>
              <a:gd name="T1" fmla="*/ 2147483647 h 1843"/>
              <a:gd name="T2" fmla="*/ 2147483647 w 5152"/>
              <a:gd name="T3" fmla="*/ 2147483647 h 1843"/>
              <a:gd name="T4" fmla="*/ 2147483647 w 5152"/>
              <a:gd name="T5" fmla="*/ 2147483647 h 1843"/>
              <a:gd name="T6" fmla="*/ 2147483647 w 5152"/>
              <a:gd name="T7" fmla="*/ 2147483647 h 1843"/>
              <a:gd name="T8" fmla="*/ 2147483647 w 5152"/>
              <a:gd name="T9" fmla="*/ 2147483647 h 1843"/>
              <a:gd name="T10" fmla="*/ 2147483647 w 5152"/>
              <a:gd name="T11" fmla="*/ 2147483647 h 1843"/>
              <a:gd name="T12" fmla="*/ 2147483647 w 5152"/>
              <a:gd name="T13" fmla="*/ 2147483647 h 1843"/>
              <a:gd name="T14" fmla="*/ 2147483647 w 5152"/>
              <a:gd name="T15" fmla="*/ 2147483647 h 1843"/>
              <a:gd name="T16" fmla="*/ 2147483647 w 5152"/>
              <a:gd name="T17" fmla="*/ 2147483647 h 1843"/>
              <a:gd name="T18" fmla="*/ 2147483647 w 5152"/>
              <a:gd name="T19" fmla="*/ 2147483647 h 1843"/>
              <a:gd name="T20" fmla="*/ 2147483647 w 5152"/>
              <a:gd name="T21" fmla="*/ 2147483647 h 1843"/>
              <a:gd name="T22" fmla="*/ 2147483647 w 5152"/>
              <a:gd name="T23" fmla="*/ 2147483647 h 1843"/>
              <a:gd name="T24" fmla="*/ 2147483647 w 5152"/>
              <a:gd name="T25" fmla="*/ 2147483647 h 1843"/>
              <a:gd name="T26" fmla="*/ 2147483647 w 5152"/>
              <a:gd name="T27" fmla="*/ 2147483647 h 1843"/>
              <a:gd name="T28" fmla="*/ 2147483647 w 5152"/>
              <a:gd name="T29" fmla="*/ 2147483647 h 1843"/>
              <a:gd name="T30" fmla="*/ 2147483647 w 5152"/>
              <a:gd name="T31" fmla="*/ 2147483647 h 1843"/>
              <a:gd name="T32" fmla="*/ 2147483647 w 5152"/>
              <a:gd name="T33" fmla="*/ 2147483647 h 1843"/>
              <a:gd name="T34" fmla="*/ 2147483647 w 5152"/>
              <a:gd name="T35" fmla="*/ 2147483647 h 1843"/>
              <a:gd name="T36" fmla="*/ 2147483647 w 5152"/>
              <a:gd name="T37" fmla="*/ 2147483647 h 1843"/>
              <a:gd name="T38" fmla="*/ 2147483647 w 5152"/>
              <a:gd name="T39" fmla="*/ 2147483647 h 1843"/>
              <a:gd name="T40" fmla="*/ 2147483647 w 5152"/>
              <a:gd name="T41" fmla="*/ 2147483647 h 1843"/>
              <a:gd name="T42" fmla="*/ 2147483647 w 5152"/>
              <a:gd name="T43" fmla="*/ 2147483647 h 1843"/>
              <a:gd name="T44" fmla="*/ 2147483647 w 5152"/>
              <a:gd name="T45" fmla="*/ 2147483647 h 1843"/>
              <a:gd name="T46" fmla="*/ 2147483647 w 5152"/>
              <a:gd name="T47" fmla="*/ 2147483647 h 1843"/>
              <a:gd name="T48" fmla="*/ 2147483647 w 5152"/>
              <a:gd name="T49" fmla="*/ 2147483647 h 1843"/>
              <a:gd name="T50" fmla="*/ 2147483647 w 5152"/>
              <a:gd name="T51" fmla="*/ 2147483647 h 1843"/>
              <a:gd name="T52" fmla="*/ 2147483647 w 5152"/>
              <a:gd name="T53" fmla="*/ 2147483647 h 1843"/>
              <a:gd name="T54" fmla="*/ 2147483647 w 5152"/>
              <a:gd name="T55" fmla="*/ 2147483647 h 1843"/>
              <a:gd name="T56" fmla="*/ 2147483647 w 5152"/>
              <a:gd name="T57" fmla="*/ 2147483647 h 1843"/>
              <a:gd name="T58" fmla="*/ 2147483647 w 5152"/>
              <a:gd name="T59" fmla="*/ 2147483647 h 1843"/>
              <a:gd name="T60" fmla="*/ 2147483647 w 5152"/>
              <a:gd name="T61" fmla="*/ 2147483647 h 1843"/>
              <a:gd name="T62" fmla="*/ 2147483647 w 5152"/>
              <a:gd name="T63" fmla="*/ 2147483647 h 1843"/>
              <a:gd name="T64" fmla="*/ 2147483647 w 5152"/>
              <a:gd name="T65" fmla="*/ 2147483647 h 1843"/>
              <a:gd name="T66" fmla="*/ 2147483647 w 5152"/>
              <a:gd name="T67" fmla="*/ 2147483647 h 1843"/>
              <a:gd name="T68" fmla="*/ 2147483647 w 5152"/>
              <a:gd name="T69" fmla="*/ 2147483647 h 1843"/>
              <a:gd name="T70" fmla="*/ 2147483647 w 5152"/>
              <a:gd name="T71" fmla="*/ 2147483647 h 1843"/>
              <a:gd name="T72" fmla="*/ 2147483647 w 5152"/>
              <a:gd name="T73" fmla="*/ 2147483647 h 1843"/>
              <a:gd name="T74" fmla="*/ 2147483647 w 5152"/>
              <a:gd name="T75" fmla="*/ 2147483647 h 1843"/>
              <a:gd name="T76" fmla="*/ 2147483647 w 5152"/>
              <a:gd name="T77" fmla="*/ 2147483647 h 1843"/>
              <a:gd name="T78" fmla="*/ 2147483647 w 5152"/>
              <a:gd name="T79" fmla="*/ 2147483647 h 1843"/>
              <a:gd name="T80" fmla="*/ 2147483647 w 5152"/>
              <a:gd name="T81" fmla="*/ 2147483647 h 1843"/>
              <a:gd name="T82" fmla="*/ 2147483647 w 5152"/>
              <a:gd name="T83" fmla="*/ 0 h 1843"/>
              <a:gd name="T84" fmla="*/ 2147483647 w 5152"/>
              <a:gd name="T85" fmla="*/ 2147483647 h 1843"/>
              <a:gd name="T86" fmla="*/ 2147483647 w 5152"/>
              <a:gd name="T87" fmla="*/ 2147483647 h 1843"/>
              <a:gd name="T88" fmla="*/ 2147483647 w 5152"/>
              <a:gd name="T89" fmla="*/ 2147483647 h 184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152"/>
              <a:gd name="T136" fmla="*/ 0 h 1843"/>
              <a:gd name="T137" fmla="*/ 5152 w 5152"/>
              <a:gd name="T138" fmla="*/ 1843 h 184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152" h="1843">
                <a:moveTo>
                  <a:pt x="0" y="1816"/>
                </a:moveTo>
                <a:cubicBezTo>
                  <a:pt x="55" y="1793"/>
                  <a:pt x="90" y="1748"/>
                  <a:pt x="136" y="1712"/>
                </a:cubicBezTo>
                <a:cubicBezTo>
                  <a:pt x="172" y="1730"/>
                  <a:pt x="200" y="1750"/>
                  <a:pt x="240" y="1760"/>
                </a:cubicBezTo>
                <a:cubicBezTo>
                  <a:pt x="297" y="1745"/>
                  <a:pt x="349" y="1728"/>
                  <a:pt x="408" y="1720"/>
                </a:cubicBezTo>
                <a:cubicBezTo>
                  <a:pt x="445" y="1744"/>
                  <a:pt x="487" y="1755"/>
                  <a:pt x="528" y="1776"/>
                </a:cubicBezTo>
                <a:cubicBezTo>
                  <a:pt x="557" y="1702"/>
                  <a:pt x="527" y="1746"/>
                  <a:pt x="640" y="1712"/>
                </a:cubicBezTo>
                <a:cubicBezTo>
                  <a:pt x="744" y="1679"/>
                  <a:pt x="723" y="1691"/>
                  <a:pt x="776" y="1656"/>
                </a:cubicBezTo>
                <a:cubicBezTo>
                  <a:pt x="784" y="1629"/>
                  <a:pt x="782" y="1597"/>
                  <a:pt x="800" y="1576"/>
                </a:cubicBezTo>
                <a:cubicBezTo>
                  <a:pt x="806" y="1567"/>
                  <a:pt x="822" y="1578"/>
                  <a:pt x="832" y="1584"/>
                </a:cubicBezTo>
                <a:cubicBezTo>
                  <a:pt x="855" y="1596"/>
                  <a:pt x="873" y="1617"/>
                  <a:pt x="896" y="1632"/>
                </a:cubicBezTo>
                <a:cubicBezTo>
                  <a:pt x="911" y="1669"/>
                  <a:pt x="937" y="1759"/>
                  <a:pt x="984" y="1784"/>
                </a:cubicBezTo>
                <a:cubicBezTo>
                  <a:pt x="1021" y="1804"/>
                  <a:pt x="1069" y="1793"/>
                  <a:pt x="1112" y="1800"/>
                </a:cubicBezTo>
                <a:cubicBezTo>
                  <a:pt x="1134" y="1815"/>
                  <a:pt x="1156" y="1843"/>
                  <a:pt x="1184" y="1840"/>
                </a:cubicBezTo>
                <a:cubicBezTo>
                  <a:pt x="1237" y="1834"/>
                  <a:pt x="1318" y="1800"/>
                  <a:pt x="1368" y="1784"/>
                </a:cubicBezTo>
                <a:cubicBezTo>
                  <a:pt x="1434" y="1717"/>
                  <a:pt x="1424" y="1726"/>
                  <a:pt x="1536" y="1744"/>
                </a:cubicBezTo>
                <a:cubicBezTo>
                  <a:pt x="1588" y="1796"/>
                  <a:pt x="1604" y="1803"/>
                  <a:pt x="1680" y="1816"/>
                </a:cubicBezTo>
                <a:cubicBezTo>
                  <a:pt x="1791" y="1803"/>
                  <a:pt x="1825" y="1790"/>
                  <a:pt x="1904" y="1712"/>
                </a:cubicBezTo>
                <a:cubicBezTo>
                  <a:pt x="1976" y="1784"/>
                  <a:pt x="1973" y="1761"/>
                  <a:pt x="2112" y="1776"/>
                </a:cubicBezTo>
                <a:cubicBezTo>
                  <a:pt x="2166" y="1803"/>
                  <a:pt x="2225" y="1812"/>
                  <a:pt x="2280" y="1840"/>
                </a:cubicBezTo>
                <a:cubicBezTo>
                  <a:pt x="2340" y="1824"/>
                  <a:pt x="2395" y="1794"/>
                  <a:pt x="2448" y="1760"/>
                </a:cubicBezTo>
                <a:cubicBezTo>
                  <a:pt x="2501" y="1763"/>
                  <a:pt x="2576" y="1781"/>
                  <a:pt x="2632" y="1768"/>
                </a:cubicBezTo>
                <a:cubicBezTo>
                  <a:pt x="2664" y="1760"/>
                  <a:pt x="2728" y="1744"/>
                  <a:pt x="2728" y="1744"/>
                </a:cubicBezTo>
                <a:cubicBezTo>
                  <a:pt x="2815" y="1685"/>
                  <a:pt x="2905" y="1629"/>
                  <a:pt x="3008" y="1600"/>
                </a:cubicBezTo>
                <a:cubicBezTo>
                  <a:pt x="3039" y="1652"/>
                  <a:pt x="3043" y="1645"/>
                  <a:pt x="3104" y="1656"/>
                </a:cubicBezTo>
                <a:cubicBezTo>
                  <a:pt x="3151" y="1646"/>
                  <a:pt x="3186" y="1656"/>
                  <a:pt x="3232" y="1672"/>
                </a:cubicBezTo>
                <a:cubicBezTo>
                  <a:pt x="3302" y="1660"/>
                  <a:pt x="3286" y="1674"/>
                  <a:pt x="3352" y="1696"/>
                </a:cubicBezTo>
                <a:cubicBezTo>
                  <a:pt x="3447" y="1727"/>
                  <a:pt x="3469" y="1721"/>
                  <a:pt x="3576" y="1728"/>
                </a:cubicBezTo>
                <a:cubicBezTo>
                  <a:pt x="3592" y="1722"/>
                  <a:pt x="3610" y="1721"/>
                  <a:pt x="3624" y="1712"/>
                </a:cubicBezTo>
                <a:cubicBezTo>
                  <a:pt x="3657" y="1688"/>
                  <a:pt x="3685" y="1636"/>
                  <a:pt x="3728" y="1608"/>
                </a:cubicBezTo>
                <a:cubicBezTo>
                  <a:pt x="3744" y="1541"/>
                  <a:pt x="3779" y="1470"/>
                  <a:pt x="3848" y="1448"/>
                </a:cubicBezTo>
                <a:cubicBezTo>
                  <a:pt x="3874" y="1418"/>
                  <a:pt x="3903" y="1390"/>
                  <a:pt x="3928" y="1360"/>
                </a:cubicBezTo>
                <a:cubicBezTo>
                  <a:pt x="3968" y="1309"/>
                  <a:pt x="3942" y="1216"/>
                  <a:pt x="4024" y="1200"/>
                </a:cubicBezTo>
                <a:cubicBezTo>
                  <a:pt x="4066" y="1191"/>
                  <a:pt x="4109" y="1189"/>
                  <a:pt x="4152" y="1184"/>
                </a:cubicBezTo>
                <a:cubicBezTo>
                  <a:pt x="4217" y="1165"/>
                  <a:pt x="4223" y="1168"/>
                  <a:pt x="4272" y="1120"/>
                </a:cubicBezTo>
                <a:cubicBezTo>
                  <a:pt x="4210" y="996"/>
                  <a:pt x="4285" y="1171"/>
                  <a:pt x="4424" y="872"/>
                </a:cubicBezTo>
                <a:cubicBezTo>
                  <a:pt x="4477" y="756"/>
                  <a:pt x="4532" y="644"/>
                  <a:pt x="4608" y="544"/>
                </a:cubicBezTo>
                <a:cubicBezTo>
                  <a:pt x="4615" y="496"/>
                  <a:pt x="4621" y="460"/>
                  <a:pt x="4664" y="432"/>
                </a:cubicBezTo>
                <a:cubicBezTo>
                  <a:pt x="4681" y="348"/>
                  <a:pt x="4677" y="266"/>
                  <a:pt x="4744" y="208"/>
                </a:cubicBezTo>
                <a:cubicBezTo>
                  <a:pt x="4759" y="194"/>
                  <a:pt x="4781" y="193"/>
                  <a:pt x="4800" y="184"/>
                </a:cubicBezTo>
                <a:cubicBezTo>
                  <a:pt x="4829" y="133"/>
                  <a:pt x="4869" y="87"/>
                  <a:pt x="4888" y="32"/>
                </a:cubicBezTo>
                <a:cubicBezTo>
                  <a:pt x="4890" y="24"/>
                  <a:pt x="4888" y="12"/>
                  <a:pt x="4896" y="8"/>
                </a:cubicBezTo>
                <a:cubicBezTo>
                  <a:pt x="4907" y="0"/>
                  <a:pt x="4922" y="2"/>
                  <a:pt x="4936" y="0"/>
                </a:cubicBezTo>
                <a:cubicBezTo>
                  <a:pt x="4963" y="39"/>
                  <a:pt x="4978" y="89"/>
                  <a:pt x="5016" y="120"/>
                </a:cubicBezTo>
                <a:cubicBezTo>
                  <a:pt x="5038" y="137"/>
                  <a:pt x="5069" y="141"/>
                  <a:pt x="5096" y="152"/>
                </a:cubicBezTo>
                <a:cubicBezTo>
                  <a:pt x="5112" y="200"/>
                  <a:pt x="5116" y="204"/>
                  <a:pt x="5152" y="240"/>
                </a:cubicBezTo>
              </a:path>
            </a:pathLst>
          </a:custGeom>
          <a:noFill/>
          <a:ln w="38100">
            <a:solidFill>
              <a:srgbClr val="18605A"/>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8726" name="Line 6">
            <a:extLst>
              <a:ext uri="{FF2B5EF4-FFF2-40B4-BE49-F238E27FC236}">
                <a16:creationId xmlns:a16="http://schemas.microsoft.com/office/drawing/2014/main" id="{5CB9B772-59EE-7238-634C-7A68FF3FE076}"/>
              </a:ext>
            </a:extLst>
          </p:cNvPr>
          <p:cNvSpPr>
            <a:spLocks noChangeShapeType="1"/>
          </p:cNvSpPr>
          <p:nvPr/>
        </p:nvSpPr>
        <p:spPr bwMode="auto">
          <a:xfrm flipH="1" flipV="1">
            <a:off x="1993900" y="4419600"/>
            <a:ext cx="381000" cy="762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27" name="Line 7">
            <a:extLst>
              <a:ext uri="{FF2B5EF4-FFF2-40B4-BE49-F238E27FC236}">
                <a16:creationId xmlns:a16="http://schemas.microsoft.com/office/drawing/2014/main" id="{A55BFE8B-EABD-B80C-76F5-0AACEF63D4B9}"/>
              </a:ext>
            </a:extLst>
          </p:cNvPr>
          <p:cNvSpPr>
            <a:spLocks noChangeShapeType="1"/>
          </p:cNvSpPr>
          <p:nvPr/>
        </p:nvSpPr>
        <p:spPr bwMode="auto">
          <a:xfrm flipH="1" flipV="1">
            <a:off x="1841500" y="4114800"/>
            <a:ext cx="228600" cy="3048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28" name="Oval 8">
            <a:extLst>
              <a:ext uri="{FF2B5EF4-FFF2-40B4-BE49-F238E27FC236}">
                <a16:creationId xmlns:a16="http://schemas.microsoft.com/office/drawing/2014/main" id="{D16FA0C1-FBBB-F506-79D4-A7F1594379BA}"/>
              </a:ext>
            </a:extLst>
          </p:cNvPr>
          <p:cNvSpPr>
            <a:spLocks noChangeArrowheads="1"/>
          </p:cNvSpPr>
          <p:nvPr/>
        </p:nvSpPr>
        <p:spPr bwMode="auto">
          <a:xfrm>
            <a:off x="2374900" y="4495800"/>
            <a:ext cx="152400" cy="152400"/>
          </a:xfrm>
          <a:prstGeom prst="ellipse">
            <a:avLst/>
          </a:prstGeom>
          <a:solidFill>
            <a:srgbClr val="1822C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158729" name="Oval 9">
            <a:extLst>
              <a:ext uri="{FF2B5EF4-FFF2-40B4-BE49-F238E27FC236}">
                <a16:creationId xmlns:a16="http://schemas.microsoft.com/office/drawing/2014/main" id="{37AF5FAB-8BB0-5F37-F9AD-5D433370B543}"/>
              </a:ext>
            </a:extLst>
          </p:cNvPr>
          <p:cNvSpPr>
            <a:spLocks noChangeArrowheads="1"/>
          </p:cNvSpPr>
          <p:nvPr/>
        </p:nvSpPr>
        <p:spPr bwMode="auto">
          <a:xfrm>
            <a:off x="1689100" y="4038600"/>
            <a:ext cx="152400" cy="152400"/>
          </a:xfrm>
          <a:prstGeom prst="ellipse">
            <a:avLst/>
          </a:prstGeom>
          <a:solidFill>
            <a:srgbClr val="1822C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158730" name="Oval 10">
            <a:extLst>
              <a:ext uri="{FF2B5EF4-FFF2-40B4-BE49-F238E27FC236}">
                <a16:creationId xmlns:a16="http://schemas.microsoft.com/office/drawing/2014/main" id="{4C52CA3C-F3D8-67A6-94A9-D98D7BBE7BBF}"/>
              </a:ext>
            </a:extLst>
          </p:cNvPr>
          <p:cNvSpPr>
            <a:spLocks noChangeArrowheads="1"/>
          </p:cNvSpPr>
          <p:nvPr/>
        </p:nvSpPr>
        <p:spPr bwMode="auto">
          <a:xfrm>
            <a:off x="6032500" y="4267200"/>
            <a:ext cx="152400" cy="152400"/>
          </a:xfrm>
          <a:prstGeom prst="ellipse">
            <a:avLst/>
          </a:prstGeom>
          <a:solidFill>
            <a:srgbClr val="1822C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
        <p:nvSpPr>
          <p:cNvPr id="158731" name="Line 11">
            <a:extLst>
              <a:ext uri="{FF2B5EF4-FFF2-40B4-BE49-F238E27FC236}">
                <a16:creationId xmlns:a16="http://schemas.microsoft.com/office/drawing/2014/main" id="{518F9B97-2D8C-CFCE-769F-BD7FD182AA2C}"/>
              </a:ext>
            </a:extLst>
          </p:cNvPr>
          <p:cNvSpPr>
            <a:spLocks noChangeShapeType="1"/>
          </p:cNvSpPr>
          <p:nvPr/>
        </p:nvSpPr>
        <p:spPr bwMode="auto">
          <a:xfrm flipV="1">
            <a:off x="6261100" y="3581400"/>
            <a:ext cx="457200" cy="6858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32" name="Line 12">
            <a:extLst>
              <a:ext uri="{FF2B5EF4-FFF2-40B4-BE49-F238E27FC236}">
                <a16:creationId xmlns:a16="http://schemas.microsoft.com/office/drawing/2014/main" id="{93DE1F78-21FE-1890-2B95-205609F2B4EB}"/>
              </a:ext>
            </a:extLst>
          </p:cNvPr>
          <p:cNvSpPr>
            <a:spLocks noChangeShapeType="1"/>
          </p:cNvSpPr>
          <p:nvPr/>
        </p:nvSpPr>
        <p:spPr bwMode="auto">
          <a:xfrm flipV="1">
            <a:off x="6794500" y="3276600"/>
            <a:ext cx="533400" cy="2286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33" name="Line 13">
            <a:extLst>
              <a:ext uri="{FF2B5EF4-FFF2-40B4-BE49-F238E27FC236}">
                <a16:creationId xmlns:a16="http://schemas.microsoft.com/office/drawing/2014/main" id="{AFB6D297-41DC-851E-22B3-FEEFA1266C5D}"/>
              </a:ext>
            </a:extLst>
          </p:cNvPr>
          <p:cNvSpPr>
            <a:spLocks noChangeShapeType="1"/>
          </p:cNvSpPr>
          <p:nvPr/>
        </p:nvSpPr>
        <p:spPr bwMode="auto">
          <a:xfrm flipV="1">
            <a:off x="7327900" y="2057400"/>
            <a:ext cx="533400" cy="11430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34" name="Line 14">
            <a:extLst>
              <a:ext uri="{FF2B5EF4-FFF2-40B4-BE49-F238E27FC236}">
                <a16:creationId xmlns:a16="http://schemas.microsoft.com/office/drawing/2014/main" id="{5FB13E14-2586-5108-79B1-D0C59A2E195C}"/>
              </a:ext>
            </a:extLst>
          </p:cNvPr>
          <p:cNvSpPr>
            <a:spLocks noChangeShapeType="1"/>
          </p:cNvSpPr>
          <p:nvPr/>
        </p:nvSpPr>
        <p:spPr bwMode="auto">
          <a:xfrm flipV="1">
            <a:off x="7861300" y="1600200"/>
            <a:ext cx="381000" cy="381000"/>
          </a:xfrm>
          <a:prstGeom prst="line">
            <a:avLst/>
          </a:prstGeom>
          <a:noFill/>
          <a:ln w="38100">
            <a:solidFill>
              <a:srgbClr val="ED181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8735" name="Oval 15">
            <a:extLst>
              <a:ext uri="{FF2B5EF4-FFF2-40B4-BE49-F238E27FC236}">
                <a16:creationId xmlns:a16="http://schemas.microsoft.com/office/drawing/2014/main" id="{82F82FD6-D6BD-89AB-EEA4-225FEBC1C02B}"/>
              </a:ext>
            </a:extLst>
          </p:cNvPr>
          <p:cNvSpPr>
            <a:spLocks noChangeArrowheads="1"/>
          </p:cNvSpPr>
          <p:nvPr/>
        </p:nvSpPr>
        <p:spPr bwMode="auto">
          <a:xfrm>
            <a:off x="8242300" y="1447800"/>
            <a:ext cx="152400" cy="152400"/>
          </a:xfrm>
          <a:prstGeom prst="ellipse">
            <a:avLst/>
          </a:prstGeom>
          <a:solidFill>
            <a:srgbClr val="1822C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pitchFamily="1" charset="0"/>
              </a:defRPr>
            </a:lvl1pPr>
            <a:lvl2pPr marL="742950" indent="-285750">
              <a:defRPr sz="2400">
                <a:solidFill>
                  <a:schemeClr val="tx1"/>
                </a:solidFill>
                <a:latin typeface="Times" pitchFamily="1" charset="0"/>
              </a:defRPr>
            </a:lvl2pPr>
            <a:lvl3pPr marL="1143000" indent="-228600">
              <a:defRPr sz="2400">
                <a:solidFill>
                  <a:schemeClr val="tx1"/>
                </a:solidFill>
                <a:latin typeface="Times" pitchFamily="1" charset="0"/>
              </a:defRPr>
            </a:lvl3pPr>
            <a:lvl4pPr marL="1600200" indent="-228600">
              <a:defRPr sz="2400">
                <a:solidFill>
                  <a:schemeClr val="tx1"/>
                </a:solidFill>
                <a:latin typeface="Times" pitchFamily="1" charset="0"/>
              </a:defRPr>
            </a:lvl4pPr>
            <a:lvl5pPr marL="2057400" indent="-228600">
              <a:defRPr sz="2400">
                <a:solidFill>
                  <a:schemeClr val="tx1"/>
                </a:solidFill>
                <a:latin typeface="Times" pitchFamily="1" charset="0"/>
              </a:defRPr>
            </a:lvl5pPr>
            <a:lvl6pPr marL="2514600" indent="-228600" eaLnBrk="0" fontAlgn="base" hangingPunct="0">
              <a:spcBef>
                <a:spcPct val="0"/>
              </a:spcBef>
              <a:spcAft>
                <a:spcPct val="0"/>
              </a:spcAft>
              <a:defRPr sz="2400">
                <a:solidFill>
                  <a:schemeClr val="tx1"/>
                </a:solidFill>
                <a:latin typeface="Times" pitchFamily="1" charset="0"/>
              </a:defRPr>
            </a:lvl6pPr>
            <a:lvl7pPr marL="2971800" indent="-228600" eaLnBrk="0" fontAlgn="base" hangingPunct="0">
              <a:spcBef>
                <a:spcPct val="0"/>
              </a:spcBef>
              <a:spcAft>
                <a:spcPct val="0"/>
              </a:spcAft>
              <a:defRPr sz="2400">
                <a:solidFill>
                  <a:schemeClr val="tx1"/>
                </a:solidFill>
                <a:latin typeface="Times" pitchFamily="1" charset="0"/>
              </a:defRPr>
            </a:lvl7pPr>
            <a:lvl8pPr marL="3429000" indent="-228600" eaLnBrk="0" fontAlgn="base" hangingPunct="0">
              <a:spcBef>
                <a:spcPct val="0"/>
              </a:spcBef>
              <a:spcAft>
                <a:spcPct val="0"/>
              </a:spcAft>
              <a:defRPr sz="2400">
                <a:solidFill>
                  <a:schemeClr val="tx1"/>
                </a:solidFill>
                <a:latin typeface="Times" pitchFamily="1" charset="0"/>
              </a:defRPr>
            </a:lvl8pPr>
            <a:lvl9pPr marL="3886200" indent="-228600" eaLnBrk="0" fontAlgn="base" hangingPunct="0">
              <a:spcBef>
                <a:spcPct val="0"/>
              </a:spcBef>
              <a:spcAft>
                <a:spcPct val="0"/>
              </a:spcAft>
              <a:defRPr sz="2400">
                <a:solidFill>
                  <a:schemeClr val="tx1"/>
                </a:solidFill>
                <a:latin typeface="Times" pitchFamily="1"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87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87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87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872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873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5873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5873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5873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5873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873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58724">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587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build="p" autoUpdateAnimBg="0"/>
      <p:bldP spid="158728" grpId="0" animBg="1"/>
      <p:bldP spid="158729" grpId="0" animBg="1"/>
      <p:bldP spid="158730" grpId="0" animBg="1"/>
      <p:bldP spid="15873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Comic Sans MS"/>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7780</TotalTime>
  <Words>3176</Words>
  <Application>Microsoft Macintosh PowerPoint</Application>
  <PresentationFormat>On-screen Show (4:3)</PresentationFormat>
  <Paragraphs>751</Paragraphs>
  <Slides>95</Slides>
  <Notes>10</Notes>
  <HiddenSlides>1</HiddenSlides>
  <MMClips>0</MMClips>
  <ScaleCrop>false</ScaleCrop>
  <HeadingPairs>
    <vt:vector size="6" baseType="variant">
      <vt:variant>
        <vt:lpstr>Fonts Used</vt:lpstr>
      </vt:variant>
      <vt:variant>
        <vt:i4>31</vt:i4>
      </vt:variant>
      <vt:variant>
        <vt:lpstr>Theme</vt:lpstr>
      </vt:variant>
      <vt:variant>
        <vt:i4>1</vt:i4>
      </vt:variant>
      <vt:variant>
        <vt:lpstr>Slide Titles</vt:lpstr>
      </vt:variant>
      <vt:variant>
        <vt:i4>95</vt:i4>
      </vt:variant>
    </vt:vector>
  </HeadingPairs>
  <TitlesOfParts>
    <vt:vector size="127" baseType="lpstr">
      <vt:lpstr>Times</vt:lpstr>
      <vt:lpstr>Arial</vt:lpstr>
      <vt:lpstr>Comic Sans MS</vt:lpstr>
      <vt:lpstr>Verdana</vt:lpstr>
      <vt:lpstr>Symbol</vt:lpstr>
      <vt:lpstr>Monotype Sorts</vt:lpstr>
      <vt:lpstr>Times New Roman</vt:lpstr>
      <vt:lpstr>Courier New</vt:lpstr>
      <vt:lpstr>Abadi MT Condensed</vt:lpstr>
      <vt:lpstr>Arial Black</vt:lpstr>
      <vt:lpstr>Arial Narrow</vt:lpstr>
      <vt:lpstr>Book Antiqua</vt:lpstr>
      <vt:lpstr>Bookman Old Style</vt:lpstr>
      <vt:lpstr>Bookshelf Symbol 1</vt:lpstr>
      <vt:lpstr>Century Gothic</vt:lpstr>
      <vt:lpstr>Century Schoolbook</vt:lpstr>
      <vt:lpstr>Garamond</vt:lpstr>
      <vt:lpstr>Georgia</vt:lpstr>
      <vt:lpstr>Haettenschweiler</vt:lpstr>
      <vt:lpstr>Impact</vt:lpstr>
      <vt:lpstr>Letter Gothic MT</vt:lpstr>
      <vt:lpstr>Lucida Console</vt:lpstr>
      <vt:lpstr>Lucida Sans Unicode</vt:lpstr>
      <vt:lpstr>Modern</vt:lpstr>
      <vt:lpstr>Roman</vt:lpstr>
      <vt:lpstr>Script</vt:lpstr>
      <vt:lpstr>Tahoma</vt:lpstr>
      <vt:lpstr>Times New Roman MT Extra Bold</vt:lpstr>
      <vt:lpstr>Trebuchet MS</vt:lpstr>
      <vt:lpstr>Wingdings</vt:lpstr>
      <vt:lpstr>Wingdings 2</vt:lpstr>
      <vt:lpstr>Blank</vt:lpstr>
      <vt:lpstr>PowerPoint Presentation</vt:lpstr>
      <vt:lpstr>interaction design basics</vt:lpstr>
      <vt:lpstr>interactions and interventions</vt:lpstr>
      <vt:lpstr>what is design?</vt:lpstr>
      <vt:lpstr>what is design?</vt:lpstr>
      <vt:lpstr>golden rule of design</vt:lpstr>
      <vt:lpstr>for Human–Computer Interaction</vt:lpstr>
      <vt:lpstr>physical controls</vt:lpstr>
      <vt:lpstr>physical controls</vt:lpstr>
      <vt:lpstr>physical controls</vt:lpstr>
      <vt:lpstr>physical controls</vt:lpstr>
      <vt:lpstr>physical controls</vt:lpstr>
      <vt:lpstr>PowerPoint Presentation</vt:lpstr>
      <vt:lpstr>To err is human</vt:lpstr>
      <vt:lpstr>modes</vt:lpstr>
      <vt:lpstr>Central message …</vt:lpstr>
      <vt:lpstr>The process of design</vt:lpstr>
      <vt:lpstr>Steps …</vt:lpstr>
      <vt:lpstr>… but how can I do it all ! !</vt:lpstr>
      <vt:lpstr>PowerPoint Presentation</vt:lpstr>
      <vt:lpstr>user focus</vt:lpstr>
      <vt:lpstr>know your user</vt:lpstr>
      <vt:lpstr>persona</vt:lpstr>
      <vt:lpstr>example persona</vt:lpstr>
      <vt:lpstr>cultural probes</vt:lpstr>
      <vt:lpstr>scenarios</vt:lpstr>
      <vt:lpstr>scenarios</vt:lpstr>
      <vt:lpstr>scenarios …</vt:lpstr>
      <vt:lpstr>scenario – video lectures</vt:lpstr>
      <vt:lpstr>PowerPoint Presentation</vt:lpstr>
      <vt:lpstr>Requirements from Scenarios</vt:lpstr>
      <vt:lpstr>… explore the depths</vt:lpstr>
      <vt:lpstr>use scenarios to ..</vt:lpstr>
      <vt:lpstr>linearity</vt:lpstr>
      <vt:lpstr>PowerPoint Presentation</vt:lpstr>
      <vt:lpstr>navigation design</vt:lpstr>
      <vt:lpstr>levels</vt:lpstr>
      <vt:lpstr>the web …</vt:lpstr>
      <vt:lpstr>physical devices</vt:lpstr>
      <vt:lpstr>think about structure</vt:lpstr>
      <vt:lpstr>local</vt:lpstr>
      <vt:lpstr>goal seeking</vt:lpstr>
      <vt:lpstr>goal seeking</vt:lpstr>
      <vt:lpstr>goal seeking</vt:lpstr>
      <vt:lpstr>goal seeking</vt:lpstr>
      <vt:lpstr>four golden rules</vt:lpstr>
      <vt:lpstr>where you are – breadcrumbs</vt:lpstr>
      <vt:lpstr>beware the big button trap</vt:lpstr>
      <vt:lpstr>global</vt:lpstr>
      <vt:lpstr>hierarchical diagrams </vt:lpstr>
      <vt:lpstr>hierarchical diagrams ctd.</vt:lpstr>
      <vt:lpstr>navigating hierarchies</vt:lpstr>
      <vt:lpstr>think about dialogue</vt:lpstr>
      <vt:lpstr>think about dialogue</vt:lpstr>
      <vt:lpstr>network diagrams</vt:lpstr>
      <vt:lpstr>network diagrams ctd.</vt:lpstr>
      <vt:lpstr>wider still</vt:lpstr>
      <vt:lpstr>wider still …</vt:lpstr>
      <vt:lpstr>PowerPoint Presentation</vt:lpstr>
      <vt:lpstr>Interface types</vt:lpstr>
      <vt:lpstr>screen design and layout</vt:lpstr>
      <vt:lpstr>Research and design issues</vt:lpstr>
      <vt:lpstr>basic principles</vt:lpstr>
      <vt:lpstr>available tools</vt:lpstr>
      <vt:lpstr>grouping and structure</vt:lpstr>
      <vt:lpstr>order of groups and items</vt:lpstr>
      <vt:lpstr>decoration</vt:lpstr>
      <vt:lpstr>alignment - text</vt:lpstr>
      <vt:lpstr>alignment - names</vt:lpstr>
      <vt:lpstr>alignment - numbers</vt:lpstr>
      <vt:lpstr>alignment - numbers</vt:lpstr>
      <vt:lpstr>multiple  columns</vt:lpstr>
      <vt:lpstr>multiple  columns - 2</vt:lpstr>
      <vt:lpstr>multiple  columns - 3</vt:lpstr>
      <vt:lpstr>multiple  columns - 4</vt:lpstr>
      <vt:lpstr>white space - the counter</vt:lpstr>
      <vt:lpstr>white space - the counter</vt:lpstr>
      <vt:lpstr>space to separate</vt:lpstr>
      <vt:lpstr>space to structure</vt:lpstr>
      <vt:lpstr>space to highlight</vt:lpstr>
      <vt:lpstr>PowerPoint Presentation</vt:lpstr>
      <vt:lpstr>user action and control</vt:lpstr>
      <vt:lpstr>entering information</vt:lpstr>
      <vt:lpstr>knowing what to do</vt:lpstr>
      <vt:lpstr>appropriate appearance</vt:lpstr>
      <vt:lpstr>presenting information</vt:lpstr>
      <vt:lpstr>aesthetics and utility</vt:lpstr>
      <vt:lpstr>colour and 3D</vt:lpstr>
      <vt:lpstr>bad use of colour</vt:lpstr>
      <vt:lpstr>across countries and cultures</vt:lpstr>
      <vt:lpstr>PowerPoint Presentation</vt:lpstr>
      <vt:lpstr>prototyping </vt:lpstr>
      <vt:lpstr>iteration and prototyping</vt:lpstr>
      <vt:lpstr>prototyping</vt:lpstr>
      <vt:lpstr>pitfalls of prototyping</vt:lpstr>
    </vt:vector>
  </TitlesOfParts>
  <Company>Lancaster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Dix</dc:creator>
  <cp:lastModifiedBy>Dr. Shakeel Ahmed Khoja / Professor and Dean School of Mathematics and Computer Science</cp:lastModifiedBy>
  <cp:revision>27</cp:revision>
  <dcterms:created xsi:type="dcterms:W3CDTF">2003-08-07T14:10:51Z</dcterms:created>
  <dcterms:modified xsi:type="dcterms:W3CDTF">2025-09-30T18:14:13Z</dcterms:modified>
</cp:coreProperties>
</file>