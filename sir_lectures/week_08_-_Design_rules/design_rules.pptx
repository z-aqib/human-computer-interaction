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3" r:id="rId16"/>
    <p:sldId id="270" r:id="rId17"/>
    <p:sldId id="271" r:id="rId18"/>
    <p:sldId id="272" r:id="rId19"/>
    <p:sldId id="274" r:id="rId20"/>
    <p:sldId id="275" r:id="rId21"/>
    <p:sldId id="276" r:id="rId22"/>
    <p:sldId id="277" r:id="rId23"/>
    <p:sldId id="278" r:id="rId24"/>
    <p:sldId id="279" r:id="rId25"/>
    <p:sldId id="280" r:id="rId26"/>
    <p:sldId id="281" r:id="rId27"/>
    <p:sldId id="282"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5884"/>
  </p:normalViewPr>
  <p:slideViewPr>
    <p:cSldViewPr snapToGrid="0" snapToObjects="1">
      <p:cViewPr varScale="1">
        <p:scale>
          <a:sx n="126" d="100"/>
          <a:sy n="126" d="100"/>
        </p:scale>
        <p:origin x="23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txBody>
          <a:bodyPr/>
          <a:lstStyle/>
          <a:p>
            <a:endParaRPr lang="en-US"/>
          </a:p>
        </p:txBody>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GB"/>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9334D819-9F07-4261-B09B-9E467E5D9002}" type="datetimeFigureOut">
              <a:rPr lang="en-US"/>
              <a:pPr/>
              <a:t>10/26/25</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1766878-3199-4EAB-94E7-2D6D11070E14}" type="slidenum">
              <a:rPr lang="en-US"/>
              <a:pPr/>
              <a:t>‹#›</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a:t>10/26/25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9334D819-9F07-4261-B09B-9E467E5D9002}" type="datetimeFigureOut">
              <a:rPr lang="en-US"/>
              <a:pPr/>
              <a:t>10/26/25</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1766878-3199-4EAB-94E7-2D6D11070E14}" type="slidenum">
              <a:rPr lang="en-US"/>
              <a:pPr/>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9334D819-9F07-4261-B09B-9E467E5D9002}" type="datetimeFigureOut">
              <a:rPr lang="en-US"/>
              <a:t>10/26/25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a:t>‹#›</a:t>
            </a:fld>
            <a:endParaRPr lang="en-US" dirty="0"/>
          </a:p>
        </p:txBody>
      </p:sp>
    </p:spTree>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GB"/>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9334D819-9F07-4261-B09B-9E467E5D9002}" type="datetimeFigureOut">
              <a:rPr lang="en-US"/>
              <a:t>10/26/25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1766878-3199-4EAB-94E7-2D6D11070E14}" type="slidenum">
              <a:rPr lang="en-US"/>
              <a:t>‹#›</a:t>
            </a:fld>
            <a:endParaRPr lang="en-US" dirty="0"/>
          </a:p>
        </p:txBody>
      </p:sp>
    </p:spTree>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9334D819-9F07-4261-B09B-9E467E5D9002}" type="datetimeFigureOut">
              <a:rPr lang="en-US"/>
              <a:t>10/26/25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4D819-9F07-4261-B09B-9E467E5D9002}" type="datetimeFigureOut">
              <a:rPr lang="en-US"/>
              <a:t>10/26/25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1766878-3199-4EAB-94E7-2D6D11070E14}" type="slidenum">
              <a:rPr lang="en-US"/>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GB"/>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9334D819-9F07-4261-B09B-9E467E5D9002}" type="datetimeFigureOut">
              <a:rPr lang="en-US"/>
              <a:t>10/26/25</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71766878-3199-4EAB-94E7-2D6D11070E14}" type="slidenum">
              <a:rPr lang="en-US"/>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dirty="0"/>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GB"/>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9334D819-9F07-4261-B09B-9E467E5D9002}" type="datetimeFigureOut">
              <a:rPr lang="en-US"/>
              <a:t>10/26/25</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71766878-3199-4EAB-94E7-2D6D11070E14}" type="slidenum">
              <a:rPr lang="en-US"/>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a:t>10/26/25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334D819-9F07-4261-B09B-9E467E5D9002}" type="datetimeFigureOut">
              <a:rPr lang="en-US"/>
              <a:t>10/26/25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9334D819-9F07-4261-B09B-9E467E5D9002}" type="datetimeFigureOut">
              <a:rPr lang="en-US"/>
              <a:pPr/>
              <a:t>10/26/25</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766878-3199-4EAB-94E7-2D6D11070E14}" type="slidenum">
              <a:rPr lang="en-US"/>
              <a:pPr/>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US"/>
          </a:p>
        </p:txBody>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tiff"/><Relationship Id="rId7" Type="http://schemas.openxmlformats.org/officeDocument/2006/relationships/image" Target="../media/image8.tiff"/><Relationship Id="rId2" Type="http://schemas.openxmlformats.org/officeDocument/2006/relationships/image" Target="../media/image3.tiff"/><Relationship Id="rId1" Type="http://schemas.openxmlformats.org/officeDocument/2006/relationships/slideLayout" Target="../slideLayouts/slideLayout2.xml"/><Relationship Id="rId6" Type="http://schemas.openxmlformats.org/officeDocument/2006/relationships/image" Target="../media/image7.tiff"/><Relationship Id="rId5" Type="http://schemas.openxmlformats.org/officeDocument/2006/relationships/image" Target="../media/image6.tiff"/><Relationship Id="rId4" Type="http://schemas.openxmlformats.org/officeDocument/2006/relationships/image" Target="../media/image5.tiff"/></Relationships>
</file>

<file path=ppt/slides/_rels/slide9.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image" Target="../media/image9.tiff"/><Relationship Id="rId1" Type="http://schemas.openxmlformats.org/officeDocument/2006/relationships/slideLayout" Target="../slideLayouts/slideLayout2.xml"/><Relationship Id="rId5" Type="http://schemas.openxmlformats.org/officeDocument/2006/relationships/image" Target="../media/image12.tiff"/><Relationship Id="rId4" Type="http://schemas.openxmlformats.org/officeDocument/2006/relationships/image" Target="../media/image11.tiff"/></Relationships>
</file>

<file path=ppt/slides/_rels/slide1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tiff"/><Relationship Id="rId7" Type="http://schemas.openxmlformats.org/officeDocument/2006/relationships/image" Target="../media/image19.png"/><Relationship Id="rId2" Type="http://schemas.openxmlformats.org/officeDocument/2006/relationships/image" Target="../media/image14.tiff"/><Relationship Id="rId1" Type="http://schemas.openxmlformats.org/officeDocument/2006/relationships/slideLayout" Target="../slideLayouts/slideLayout2.xml"/><Relationship Id="rId6" Type="http://schemas.openxmlformats.org/officeDocument/2006/relationships/image" Target="../media/image18.tiff"/><Relationship Id="rId5" Type="http://schemas.openxmlformats.org/officeDocument/2006/relationships/image" Target="../media/image17.tiff"/><Relationship Id="rId4" Type="http://schemas.openxmlformats.org/officeDocument/2006/relationships/image" Target="../media/image16.tif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tif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2.tif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tif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tif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6.tiff"/><Relationship Id="rId7" Type="http://schemas.openxmlformats.org/officeDocument/2006/relationships/image" Target="../media/image30.jpeg"/><Relationship Id="rId2" Type="http://schemas.openxmlformats.org/officeDocument/2006/relationships/image" Target="../media/image25.tiff"/><Relationship Id="rId1" Type="http://schemas.openxmlformats.org/officeDocument/2006/relationships/slideLayout" Target="../slideLayouts/slideLayout2.xm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27.tiff"/></Relationships>
</file>

<file path=ppt/slides/_rels/slide1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6.tif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7.tif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8.tif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9.tif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FF0E2-8E4F-4F43-862A-69C959576BCD}"/>
              </a:ext>
            </a:extLst>
          </p:cNvPr>
          <p:cNvSpPr>
            <a:spLocks noGrp="1"/>
          </p:cNvSpPr>
          <p:nvPr>
            <p:ph type="ctrTitle"/>
          </p:nvPr>
        </p:nvSpPr>
        <p:spPr/>
        <p:txBody>
          <a:bodyPr/>
          <a:lstStyle/>
          <a:p>
            <a:r>
              <a:rPr lang="en-PK" sz="4400"/>
              <a:t>BASIC</a:t>
            </a:r>
            <a:br>
              <a:rPr lang="en-PK"/>
            </a:br>
            <a:r>
              <a:rPr lang="en-PK" sz="12000"/>
              <a:t>DESIGN</a:t>
            </a:r>
            <a:br>
              <a:rPr lang="en-PK"/>
            </a:br>
            <a:r>
              <a:rPr lang="en-PK" sz="8800"/>
              <a:t>RULES</a:t>
            </a:r>
            <a:endParaRPr lang="en-PK"/>
          </a:p>
        </p:txBody>
      </p:sp>
      <p:sp>
        <p:nvSpPr>
          <p:cNvPr id="3" name="Subtitle 2">
            <a:extLst>
              <a:ext uri="{FF2B5EF4-FFF2-40B4-BE49-F238E27FC236}">
                <a16:creationId xmlns:a16="http://schemas.microsoft.com/office/drawing/2014/main" id="{02DFD6F3-D799-0344-9450-3266B75FA08D}"/>
              </a:ext>
            </a:extLst>
          </p:cNvPr>
          <p:cNvSpPr>
            <a:spLocks noGrp="1"/>
          </p:cNvSpPr>
          <p:nvPr>
            <p:ph type="subTitle" idx="1"/>
          </p:nvPr>
        </p:nvSpPr>
        <p:spPr/>
        <p:txBody>
          <a:bodyPr/>
          <a:lstStyle/>
          <a:p>
            <a:r>
              <a:rPr lang="en-PK"/>
              <a:t>HCI-FALL202</a:t>
            </a:r>
            <a:r>
              <a:rPr lang="en-US" dirty="0"/>
              <a:t>5</a:t>
            </a:r>
            <a:r>
              <a:rPr lang="en-PK"/>
              <a:t> –WEEk</a:t>
            </a:r>
            <a:r>
              <a:rPr lang="en-US" dirty="0"/>
              <a:t>8</a:t>
            </a:r>
            <a:endParaRPr lang="en-PK" dirty="0"/>
          </a:p>
        </p:txBody>
      </p:sp>
    </p:spTree>
    <p:extLst>
      <p:ext uri="{BB962C8B-B14F-4D97-AF65-F5344CB8AC3E}">
        <p14:creationId xmlns:p14="http://schemas.microsoft.com/office/powerpoint/2010/main" val="25705906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5985B-421F-CA4E-9E9E-F9C2A0A6B4DC}"/>
              </a:ext>
            </a:extLst>
          </p:cNvPr>
          <p:cNvSpPr>
            <a:spLocks noGrp="1"/>
          </p:cNvSpPr>
          <p:nvPr>
            <p:ph type="title"/>
          </p:nvPr>
        </p:nvSpPr>
        <p:spPr/>
        <p:txBody>
          <a:bodyPr/>
          <a:lstStyle/>
          <a:p>
            <a:r>
              <a:rPr lang="en-PK" cap="none" dirty="0"/>
              <a:t>How can I influence the way a Design is perceived</a:t>
            </a:r>
            <a:r>
              <a:rPr lang="en-PK" dirty="0"/>
              <a:t>?</a:t>
            </a:r>
          </a:p>
        </p:txBody>
      </p:sp>
      <p:sp>
        <p:nvSpPr>
          <p:cNvPr id="3" name="Content Placeholder 2">
            <a:extLst>
              <a:ext uri="{FF2B5EF4-FFF2-40B4-BE49-F238E27FC236}">
                <a16:creationId xmlns:a16="http://schemas.microsoft.com/office/drawing/2014/main" id="{E150021F-896D-7443-AE23-42AB565EB41F}"/>
              </a:ext>
            </a:extLst>
          </p:cNvPr>
          <p:cNvSpPr>
            <a:spLocks noGrp="1"/>
          </p:cNvSpPr>
          <p:nvPr>
            <p:ph idx="1"/>
          </p:nvPr>
        </p:nvSpPr>
        <p:spPr>
          <a:xfrm>
            <a:off x="1251678" y="2286001"/>
            <a:ext cx="10178322" cy="4393579"/>
          </a:xfrm>
        </p:spPr>
        <p:txBody>
          <a:bodyPr>
            <a:normAutofit lnSpcReduction="10000"/>
          </a:bodyPr>
          <a:lstStyle/>
          <a:p>
            <a:pPr marL="457200" indent="-457200">
              <a:buFont typeface="+mj-lt"/>
              <a:buAutoNum type="arabicPeriod"/>
            </a:pPr>
            <a:r>
              <a:rPr lang="en-PK" sz="2600" dirty="0"/>
              <a:t>Accessibility</a:t>
            </a:r>
          </a:p>
          <a:p>
            <a:pPr marL="457200" indent="-457200">
              <a:buFont typeface="+mj-lt"/>
              <a:buAutoNum type="arabicPeriod"/>
            </a:pPr>
            <a:r>
              <a:rPr lang="en-PK" sz="2600" dirty="0"/>
              <a:t>80/20 Rule</a:t>
            </a:r>
          </a:p>
          <a:p>
            <a:pPr marL="457200" indent="-457200">
              <a:buFont typeface="+mj-lt"/>
              <a:buAutoNum type="arabicPeriod"/>
            </a:pPr>
            <a:r>
              <a:rPr lang="en-PK" sz="2600" dirty="0"/>
              <a:t>Affordance</a:t>
            </a:r>
          </a:p>
          <a:p>
            <a:pPr marL="457200" indent="-457200">
              <a:buFont typeface="+mj-lt"/>
              <a:buAutoNum type="arabicPeriod"/>
            </a:pPr>
            <a:r>
              <a:rPr lang="en-PK" sz="2600" dirty="0"/>
              <a:t>Hick’s law</a:t>
            </a:r>
          </a:p>
          <a:p>
            <a:pPr marL="457200" indent="-457200">
              <a:buFont typeface="+mj-lt"/>
              <a:buAutoNum type="arabicPeriod"/>
            </a:pPr>
            <a:r>
              <a:rPr lang="en-PK" sz="2600" dirty="0"/>
              <a:t>Fitts’ law</a:t>
            </a:r>
          </a:p>
          <a:p>
            <a:pPr marL="457200" indent="-457200">
              <a:buFont typeface="+mj-lt"/>
              <a:buAutoNum type="arabicPeriod"/>
            </a:pPr>
            <a:r>
              <a:rPr lang="en-PK" sz="2600" dirty="0"/>
              <a:t>The Golden Ratio</a:t>
            </a:r>
          </a:p>
          <a:p>
            <a:pPr marL="457200" indent="-457200">
              <a:buFont typeface="+mj-lt"/>
              <a:buAutoNum type="arabicPeriod"/>
            </a:pPr>
            <a:r>
              <a:rPr lang="en-PK" sz="2600" dirty="0"/>
              <a:t>Fibonacci Sequence</a:t>
            </a:r>
          </a:p>
          <a:p>
            <a:pPr marL="457200" indent="-457200">
              <a:buFont typeface="+mj-lt"/>
              <a:buAutoNum type="arabicPeriod"/>
            </a:pPr>
            <a:r>
              <a:rPr lang="en-PK" sz="2600" dirty="0"/>
              <a:t>Rule of Thirds</a:t>
            </a:r>
          </a:p>
          <a:p>
            <a:pPr marL="457200" indent="-457200">
              <a:buFont typeface="+mj-lt"/>
              <a:buAutoNum type="arabicPeriod"/>
            </a:pPr>
            <a:r>
              <a:rPr lang="en-PK" sz="2600" dirty="0"/>
              <a:t>Signal-to-Noise Ratio</a:t>
            </a:r>
          </a:p>
          <a:p>
            <a:endParaRPr lang="en-PK" dirty="0"/>
          </a:p>
        </p:txBody>
      </p:sp>
    </p:spTree>
    <p:extLst>
      <p:ext uri="{BB962C8B-B14F-4D97-AF65-F5344CB8AC3E}">
        <p14:creationId xmlns:p14="http://schemas.microsoft.com/office/powerpoint/2010/main" val="2632234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3F993-94A0-8748-AC5F-EF2BF21DE0C8}"/>
              </a:ext>
            </a:extLst>
          </p:cNvPr>
          <p:cNvSpPr>
            <a:spLocks noGrp="1"/>
          </p:cNvSpPr>
          <p:nvPr>
            <p:ph type="title"/>
          </p:nvPr>
        </p:nvSpPr>
        <p:spPr/>
        <p:txBody>
          <a:bodyPr/>
          <a:lstStyle/>
          <a:p>
            <a:r>
              <a:rPr lang="en-GB" dirty="0"/>
              <a:t>Accessibility</a:t>
            </a:r>
            <a:br>
              <a:rPr lang="en-GB" dirty="0"/>
            </a:br>
            <a:endParaRPr lang="en-PK" dirty="0"/>
          </a:p>
        </p:txBody>
      </p:sp>
      <p:sp>
        <p:nvSpPr>
          <p:cNvPr id="3" name="Content Placeholder 2">
            <a:extLst>
              <a:ext uri="{FF2B5EF4-FFF2-40B4-BE49-F238E27FC236}">
                <a16:creationId xmlns:a16="http://schemas.microsoft.com/office/drawing/2014/main" id="{AB4481E7-AB27-E44A-97FD-5B3FDABDE06B}"/>
              </a:ext>
            </a:extLst>
          </p:cNvPr>
          <p:cNvSpPr>
            <a:spLocks noGrp="1"/>
          </p:cNvSpPr>
          <p:nvPr>
            <p:ph idx="1"/>
          </p:nvPr>
        </p:nvSpPr>
        <p:spPr>
          <a:xfrm>
            <a:off x="1251678" y="1302327"/>
            <a:ext cx="10178322" cy="4577265"/>
          </a:xfrm>
        </p:spPr>
        <p:txBody>
          <a:bodyPr/>
          <a:lstStyle/>
          <a:p>
            <a:r>
              <a:rPr lang="en-GB" dirty="0"/>
              <a:t>Designs should be usable by people of diverse abilities, without special adaptation or modification. </a:t>
            </a:r>
            <a:r>
              <a:rPr lang="en-GB" i="1" dirty="0"/>
              <a:t>Also known as </a:t>
            </a:r>
            <a:r>
              <a:rPr lang="en-GB" b="1" i="1" dirty="0"/>
              <a:t>barrier-free design </a:t>
            </a:r>
            <a:r>
              <a:rPr lang="en-GB" i="1" dirty="0"/>
              <a:t>and related to </a:t>
            </a:r>
            <a:r>
              <a:rPr lang="en-GB" b="1" i="1" dirty="0"/>
              <a:t>universal design </a:t>
            </a:r>
            <a:r>
              <a:rPr lang="en-GB" i="1" dirty="0"/>
              <a:t>and </a:t>
            </a:r>
            <a:r>
              <a:rPr lang="en-GB" b="1" i="1" dirty="0"/>
              <a:t>inclusive design</a:t>
            </a:r>
            <a:r>
              <a:rPr lang="en-GB" i="1" dirty="0"/>
              <a:t>.</a:t>
            </a:r>
          </a:p>
          <a:p>
            <a:endParaRPr lang="en-GB" dirty="0"/>
          </a:p>
          <a:p>
            <a:r>
              <a:rPr lang="en-PK" dirty="0"/>
              <a:t>Four Characters of Accessible Design: </a:t>
            </a:r>
          </a:p>
          <a:p>
            <a:pPr lvl="1"/>
            <a:r>
              <a:rPr lang="en-GB" b="1" dirty="0">
                <a:solidFill>
                  <a:srgbClr val="00B050"/>
                </a:solidFill>
              </a:rPr>
              <a:t>Perceptibility</a:t>
            </a:r>
            <a:r>
              <a:rPr lang="en-GB" b="1" dirty="0"/>
              <a:t> </a:t>
            </a:r>
            <a:r>
              <a:rPr lang="en-GB" dirty="0"/>
              <a:t>is achieved when everyone can perceive the design, regardless of sensory abilities.</a:t>
            </a:r>
          </a:p>
          <a:p>
            <a:pPr lvl="1"/>
            <a:r>
              <a:rPr lang="en-GB" b="1" dirty="0">
                <a:solidFill>
                  <a:srgbClr val="00B050"/>
                </a:solidFill>
              </a:rPr>
              <a:t>Operability</a:t>
            </a:r>
            <a:r>
              <a:rPr lang="en-GB" dirty="0"/>
              <a:t> is achieved when everyone can use the design, regardless of physical abilities.</a:t>
            </a:r>
          </a:p>
          <a:p>
            <a:pPr lvl="1"/>
            <a:r>
              <a:rPr lang="en-GB" b="1" dirty="0">
                <a:solidFill>
                  <a:srgbClr val="00B050"/>
                </a:solidFill>
              </a:rPr>
              <a:t>Simplicity</a:t>
            </a:r>
            <a:r>
              <a:rPr lang="en-GB" dirty="0"/>
              <a:t> is achieved when everyone can easily understand and use the design, regardless of experience, literacy, or concentration level.</a:t>
            </a:r>
          </a:p>
          <a:p>
            <a:pPr lvl="1"/>
            <a:r>
              <a:rPr lang="en-GB" b="1" dirty="0">
                <a:solidFill>
                  <a:srgbClr val="00B050"/>
                </a:solidFill>
              </a:rPr>
              <a:t>Forgiveness</a:t>
            </a:r>
            <a:r>
              <a:rPr lang="en-GB" b="1" dirty="0"/>
              <a:t> </a:t>
            </a:r>
            <a:r>
              <a:rPr lang="en-GB" dirty="0"/>
              <a:t>is achieved when designs minimize the occurrence and consequences of errors.</a:t>
            </a:r>
          </a:p>
          <a:p>
            <a:pPr lvl="1"/>
            <a:endParaRPr lang="en-GB" dirty="0"/>
          </a:p>
          <a:p>
            <a:pPr lvl="1"/>
            <a:endParaRPr lang="en-GB" dirty="0"/>
          </a:p>
          <a:p>
            <a:pPr lvl="1"/>
            <a:endParaRPr lang="en-GB" dirty="0"/>
          </a:p>
          <a:p>
            <a:endParaRPr lang="en-PK" dirty="0"/>
          </a:p>
        </p:txBody>
      </p:sp>
    </p:spTree>
    <p:extLst>
      <p:ext uri="{BB962C8B-B14F-4D97-AF65-F5344CB8AC3E}">
        <p14:creationId xmlns:p14="http://schemas.microsoft.com/office/powerpoint/2010/main" val="16196797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B953068-910C-A345-9216-F4CCC091D407}"/>
              </a:ext>
            </a:extLst>
          </p:cNvPr>
          <p:cNvPicPr>
            <a:picLocks noChangeAspect="1"/>
          </p:cNvPicPr>
          <p:nvPr/>
        </p:nvPicPr>
        <p:blipFill>
          <a:blip r:embed="rId2"/>
          <a:stretch>
            <a:fillRect/>
          </a:stretch>
        </p:blipFill>
        <p:spPr>
          <a:xfrm>
            <a:off x="2327564" y="-387927"/>
            <a:ext cx="7065818" cy="7245927"/>
          </a:xfrm>
          <a:prstGeom prst="rect">
            <a:avLst/>
          </a:prstGeom>
        </p:spPr>
      </p:pic>
    </p:spTree>
    <p:extLst>
      <p:ext uri="{BB962C8B-B14F-4D97-AF65-F5344CB8AC3E}">
        <p14:creationId xmlns:p14="http://schemas.microsoft.com/office/powerpoint/2010/main" val="3089834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195AE-8EA2-9546-B754-A20E0967035D}"/>
              </a:ext>
            </a:extLst>
          </p:cNvPr>
          <p:cNvSpPr>
            <a:spLocks noGrp="1"/>
          </p:cNvSpPr>
          <p:nvPr>
            <p:ph type="title"/>
          </p:nvPr>
        </p:nvSpPr>
        <p:spPr/>
        <p:txBody>
          <a:bodyPr/>
          <a:lstStyle/>
          <a:p>
            <a:r>
              <a:rPr lang="en-PK" dirty="0"/>
              <a:t>80/20 </a:t>
            </a:r>
            <a:r>
              <a:rPr lang="en-PK" cap="none" dirty="0"/>
              <a:t>Rule</a:t>
            </a:r>
            <a:endParaRPr lang="en-PK" dirty="0"/>
          </a:p>
        </p:txBody>
      </p:sp>
      <p:sp>
        <p:nvSpPr>
          <p:cNvPr id="3" name="Content Placeholder 2">
            <a:extLst>
              <a:ext uri="{FF2B5EF4-FFF2-40B4-BE49-F238E27FC236}">
                <a16:creationId xmlns:a16="http://schemas.microsoft.com/office/drawing/2014/main" id="{B937EFD5-DD19-6840-9155-0DA9E51B0A1B}"/>
              </a:ext>
            </a:extLst>
          </p:cNvPr>
          <p:cNvSpPr>
            <a:spLocks noGrp="1"/>
          </p:cNvSpPr>
          <p:nvPr>
            <p:ph idx="1"/>
          </p:nvPr>
        </p:nvSpPr>
        <p:spPr>
          <a:xfrm>
            <a:off x="1251678" y="1524001"/>
            <a:ext cx="10178322" cy="4355592"/>
          </a:xfrm>
        </p:spPr>
        <p:txBody>
          <a:bodyPr>
            <a:normAutofit lnSpcReduction="10000"/>
          </a:bodyPr>
          <a:lstStyle/>
          <a:p>
            <a:r>
              <a:rPr lang="en-GB" dirty="0"/>
              <a:t>Approximately 80 percent of the effects generated by any large system are caused by 20 percent of the variables in that system. </a:t>
            </a:r>
            <a:r>
              <a:rPr lang="en-GB" i="1" dirty="0"/>
              <a:t>Also known as Pareto’s Principle, </a:t>
            </a:r>
            <a:r>
              <a:rPr lang="en-GB" i="1" dirty="0" err="1"/>
              <a:t>Juran’s</a:t>
            </a:r>
            <a:r>
              <a:rPr lang="en-GB" i="1" dirty="0"/>
              <a:t> Principle, and Vital Few and Trivial Many Rule.</a:t>
            </a:r>
          </a:p>
          <a:p>
            <a:pPr lvl="2"/>
            <a:r>
              <a:rPr lang="en-GB" dirty="0"/>
              <a:t>80 percent of a product’s usage involves 20 percent of its features.</a:t>
            </a:r>
          </a:p>
          <a:p>
            <a:pPr lvl="2"/>
            <a:r>
              <a:rPr lang="en-GB" dirty="0"/>
              <a:t>80 percent of a town’s traffic is on 20 percent of its roads.</a:t>
            </a:r>
          </a:p>
          <a:p>
            <a:pPr lvl="2"/>
            <a:r>
              <a:rPr lang="en-GB" dirty="0"/>
              <a:t>80 percent of a company’s revenue comes from 20 percent of its products.</a:t>
            </a:r>
          </a:p>
          <a:p>
            <a:pPr lvl="2"/>
            <a:r>
              <a:rPr lang="en-GB" dirty="0"/>
              <a:t>80 percent of innovation comes from 20 percent of the people.</a:t>
            </a:r>
          </a:p>
          <a:p>
            <a:pPr lvl="2"/>
            <a:r>
              <a:rPr lang="en-GB" dirty="0"/>
              <a:t>80 percent of progress comes from 20 percent of the effort.</a:t>
            </a:r>
          </a:p>
          <a:p>
            <a:pPr lvl="2"/>
            <a:r>
              <a:rPr lang="en-GB" dirty="0"/>
              <a:t>80 percent of errors are caused by 20 percent of the components.</a:t>
            </a:r>
          </a:p>
          <a:p>
            <a:r>
              <a:rPr lang="en-GB" dirty="0"/>
              <a:t>Useful for focusing resources and, in turn, realizing greater efficiencies in design.</a:t>
            </a:r>
          </a:p>
          <a:p>
            <a:r>
              <a:rPr lang="en-GB" dirty="0"/>
              <a:t>Noncritical functions that are part of the less-important 80 percent should be minimized or removed altogether from the design.</a:t>
            </a:r>
          </a:p>
          <a:p>
            <a:endParaRPr lang="en-GB" dirty="0"/>
          </a:p>
          <a:p>
            <a:endParaRPr lang="en-GB" dirty="0"/>
          </a:p>
          <a:p>
            <a:endParaRPr lang="en-PK" dirty="0"/>
          </a:p>
        </p:txBody>
      </p:sp>
    </p:spTree>
    <p:extLst>
      <p:ext uri="{BB962C8B-B14F-4D97-AF65-F5344CB8AC3E}">
        <p14:creationId xmlns:p14="http://schemas.microsoft.com/office/powerpoint/2010/main" val="4165345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Freeform 6">
            <a:extLst>
              <a:ext uri="{FF2B5EF4-FFF2-40B4-BE49-F238E27FC236}">
                <a16:creationId xmlns:a16="http://schemas.microsoft.com/office/drawing/2014/main" id="{84574769-622A-4DC6-9C80-C21D1899F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GB"/>
          </a:p>
        </p:txBody>
      </p:sp>
      <p:sp>
        <p:nvSpPr>
          <p:cNvPr id="21" name="Rectangle 10">
            <a:extLst>
              <a:ext uri="{FF2B5EF4-FFF2-40B4-BE49-F238E27FC236}">
                <a16:creationId xmlns:a16="http://schemas.microsoft.com/office/drawing/2014/main" id="{AE0022E2-857A-4FF7-B6FA-C9DC7E280D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pic>
        <p:nvPicPr>
          <p:cNvPr id="4" name="Picture 3">
            <a:extLst>
              <a:ext uri="{FF2B5EF4-FFF2-40B4-BE49-F238E27FC236}">
                <a16:creationId xmlns:a16="http://schemas.microsoft.com/office/drawing/2014/main" id="{3C002E97-AB7C-5149-8C21-313C910B24D8}"/>
              </a:ext>
            </a:extLst>
          </p:cNvPr>
          <p:cNvPicPr>
            <a:picLocks noChangeAspect="1"/>
          </p:cNvPicPr>
          <p:nvPr/>
        </p:nvPicPr>
        <p:blipFill rotWithShape="1">
          <a:blip r:embed="rId2"/>
          <a:srcRect t="842" b="5187"/>
          <a:stretch/>
        </p:blipFill>
        <p:spPr>
          <a:xfrm>
            <a:off x="1664448" y="643466"/>
            <a:ext cx="9600802" cy="5571067"/>
          </a:xfrm>
          <a:prstGeom prst="rect">
            <a:avLst/>
          </a:prstGeom>
        </p:spPr>
      </p:pic>
    </p:spTree>
    <p:extLst>
      <p:ext uri="{BB962C8B-B14F-4D97-AF65-F5344CB8AC3E}">
        <p14:creationId xmlns:p14="http://schemas.microsoft.com/office/powerpoint/2010/main" val="1813542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8CD83-0886-8541-96AC-C06BDFEDDD7D}"/>
              </a:ext>
            </a:extLst>
          </p:cNvPr>
          <p:cNvSpPr>
            <a:spLocks noGrp="1"/>
          </p:cNvSpPr>
          <p:nvPr>
            <p:ph type="title"/>
          </p:nvPr>
        </p:nvSpPr>
        <p:spPr/>
        <p:txBody>
          <a:bodyPr/>
          <a:lstStyle/>
          <a:p>
            <a:r>
              <a:rPr lang="en-PK" sz="5400" cap="none" dirty="0"/>
              <a:t>Affordance</a:t>
            </a:r>
            <a:endParaRPr lang="en-PK" dirty="0"/>
          </a:p>
        </p:txBody>
      </p:sp>
      <p:sp>
        <p:nvSpPr>
          <p:cNvPr id="3" name="Content Placeholder 2">
            <a:extLst>
              <a:ext uri="{FF2B5EF4-FFF2-40B4-BE49-F238E27FC236}">
                <a16:creationId xmlns:a16="http://schemas.microsoft.com/office/drawing/2014/main" id="{74F05EDE-714A-5D47-8761-8C6539BAC065}"/>
              </a:ext>
            </a:extLst>
          </p:cNvPr>
          <p:cNvSpPr>
            <a:spLocks noGrp="1"/>
          </p:cNvSpPr>
          <p:nvPr>
            <p:ph idx="1"/>
          </p:nvPr>
        </p:nvSpPr>
        <p:spPr>
          <a:xfrm>
            <a:off x="1146575" y="1389893"/>
            <a:ext cx="10178322" cy="4275183"/>
          </a:xfrm>
        </p:spPr>
        <p:txBody>
          <a:bodyPr>
            <a:normAutofit lnSpcReduction="10000"/>
          </a:bodyPr>
          <a:lstStyle/>
          <a:p>
            <a:r>
              <a:rPr lang="en-GB" dirty="0"/>
              <a:t>A property in which the physical characteristics of an object or environment influence its function.</a:t>
            </a:r>
          </a:p>
          <a:p>
            <a:r>
              <a:rPr lang="en-GB" dirty="0"/>
              <a:t>When the affordance of an object or environment corresponds with its intended function, the design will perform more efficiently and will be easier to use. Conversely, when the affordance of an object or environment conflicts with its intended function, the design will perform less efficiently and be more difficult to use.</a:t>
            </a:r>
          </a:p>
          <a:p>
            <a:r>
              <a:rPr lang="en-GB" dirty="0"/>
              <a:t>Design objects and environments to afford their intended function, and negatively afford improper use.</a:t>
            </a:r>
          </a:p>
          <a:p>
            <a:r>
              <a:rPr lang="en-GB" b="1" dirty="0"/>
              <a:t>Mental Models: </a:t>
            </a:r>
          </a:p>
          <a:p>
            <a:pPr lvl="1"/>
            <a:r>
              <a:rPr lang="en-GB" dirty="0"/>
              <a:t>To match your users’ mental models, you often have to hide implementation details from them.</a:t>
            </a:r>
          </a:p>
          <a:p>
            <a:pPr lvl="1"/>
            <a:r>
              <a:rPr lang="en-GB" dirty="0"/>
              <a:t>To design for mental models, make your product simple, familiar, flexible, and safe. Provide feedback and make it obvious to people what options they have at any given moment.</a:t>
            </a:r>
          </a:p>
          <a:p>
            <a:endParaRPr lang="en-GB" dirty="0"/>
          </a:p>
          <a:p>
            <a:endParaRPr lang="en-GB" b="1" dirty="0"/>
          </a:p>
          <a:p>
            <a:endParaRPr lang="en-GB" dirty="0"/>
          </a:p>
          <a:p>
            <a:endParaRPr lang="en-GB" dirty="0"/>
          </a:p>
          <a:p>
            <a:endParaRPr lang="en-PK" dirty="0"/>
          </a:p>
        </p:txBody>
      </p:sp>
    </p:spTree>
    <p:extLst>
      <p:ext uri="{BB962C8B-B14F-4D97-AF65-F5344CB8AC3E}">
        <p14:creationId xmlns:p14="http://schemas.microsoft.com/office/powerpoint/2010/main" val="9656448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8E97F28-D2ED-5949-84E8-B45C84EBC493}"/>
              </a:ext>
            </a:extLst>
          </p:cNvPr>
          <p:cNvPicPr>
            <a:picLocks noChangeAspect="1"/>
          </p:cNvPicPr>
          <p:nvPr/>
        </p:nvPicPr>
        <p:blipFill>
          <a:blip r:embed="rId2"/>
          <a:stretch>
            <a:fillRect/>
          </a:stretch>
        </p:blipFill>
        <p:spPr>
          <a:xfrm>
            <a:off x="1152744" y="228601"/>
            <a:ext cx="4553014" cy="1903631"/>
          </a:xfrm>
          <a:prstGeom prst="rect">
            <a:avLst/>
          </a:prstGeom>
        </p:spPr>
      </p:pic>
      <p:pic>
        <p:nvPicPr>
          <p:cNvPr id="5" name="Picture 4">
            <a:extLst>
              <a:ext uri="{FF2B5EF4-FFF2-40B4-BE49-F238E27FC236}">
                <a16:creationId xmlns:a16="http://schemas.microsoft.com/office/drawing/2014/main" id="{F657651A-5131-4542-9C55-FE452AFABEFF}"/>
              </a:ext>
            </a:extLst>
          </p:cNvPr>
          <p:cNvPicPr>
            <a:picLocks noChangeAspect="1"/>
          </p:cNvPicPr>
          <p:nvPr/>
        </p:nvPicPr>
        <p:blipFill>
          <a:blip r:embed="rId3"/>
          <a:stretch>
            <a:fillRect/>
          </a:stretch>
        </p:blipFill>
        <p:spPr>
          <a:xfrm>
            <a:off x="6278561" y="228600"/>
            <a:ext cx="5755001" cy="814387"/>
          </a:xfrm>
          <a:prstGeom prst="rect">
            <a:avLst/>
          </a:prstGeom>
        </p:spPr>
      </p:pic>
      <p:pic>
        <p:nvPicPr>
          <p:cNvPr id="6" name="Picture 5">
            <a:extLst>
              <a:ext uri="{FF2B5EF4-FFF2-40B4-BE49-F238E27FC236}">
                <a16:creationId xmlns:a16="http://schemas.microsoft.com/office/drawing/2014/main" id="{85E43796-C2F5-E94A-A731-FC94DB3091B9}"/>
              </a:ext>
            </a:extLst>
          </p:cNvPr>
          <p:cNvPicPr>
            <a:picLocks noChangeAspect="1"/>
          </p:cNvPicPr>
          <p:nvPr/>
        </p:nvPicPr>
        <p:blipFill>
          <a:blip r:embed="rId4"/>
          <a:stretch>
            <a:fillRect/>
          </a:stretch>
        </p:blipFill>
        <p:spPr>
          <a:xfrm>
            <a:off x="6278561" y="1180415"/>
            <a:ext cx="5755000" cy="834475"/>
          </a:xfrm>
          <a:prstGeom prst="rect">
            <a:avLst/>
          </a:prstGeom>
        </p:spPr>
      </p:pic>
      <p:pic>
        <p:nvPicPr>
          <p:cNvPr id="7" name="Picture 6">
            <a:extLst>
              <a:ext uri="{FF2B5EF4-FFF2-40B4-BE49-F238E27FC236}">
                <a16:creationId xmlns:a16="http://schemas.microsoft.com/office/drawing/2014/main" id="{4194D390-C924-3548-99AF-C1A978B21120}"/>
              </a:ext>
            </a:extLst>
          </p:cNvPr>
          <p:cNvPicPr>
            <a:picLocks noChangeAspect="1"/>
          </p:cNvPicPr>
          <p:nvPr/>
        </p:nvPicPr>
        <p:blipFill>
          <a:blip r:embed="rId5"/>
          <a:stretch>
            <a:fillRect/>
          </a:stretch>
        </p:blipFill>
        <p:spPr>
          <a:xfrm>
            <a:off x="1152744" y="3172358"/>
            <a:ext cx="4553014" cy="2166796"/>
          </a:xfrm>
          <a:prstGeom prst="rect">
            <a:avLst/>
          </a:prstGeom>
        </p:spPr>
      </p:pic>
      <p:pic>
        <p:nvPicPr>
          <p:cNvPr id="8" name="Picture 7">
            <a:extLst>
              <a:ext uri="{FF2B5EF4-FFF2-40B4-BE49-F238E27FC236}">
                <a16:creationId xmlns:a16="http://schemas.microsoft.com/office/drawing/2014/main" id="{83D10777-A7AB-3F4F-83C1-9A973FF3D68A}"/>
              </a:ext>
            </a:extLst>
          </p:cNvPr>
          <p:cNvPicPr>
            <a:picLocks noChangeAspect="1"/>
          </p:cNvPicPr>
          <p:nvPr/>
        </p:nvPicPr>
        <p:blipFill>
          <a:blip r:embed="rId6"/>
          <a:stretch>
            <a:fillRect/>
          </a:stretch>
        </p:blipFill>
        <p:spPr>
          <a:xfrm>
            <a:off x="6065673" y="3191415"/>
            <a:ext cx="2530475" cy="1674579"/>
          </a:xfrm>
          <a:prstGeom prst="rect">
            <a:avLst/>
          </a:prstGeom>
        </p:spPr>
      </p:pic>
      <p:sp>
        <p:nvSpPr>
          <p:cNvPr id="9" name="TextBox 8">
            <a:extLst>
              <a:ext uri="{FF2B5EF4-FFF2-40B4-BE49-F238E27FC236}">
                <a16:creationId xmlns:a16="http://schemas.microsoft.com/office/drawing/2014/main" id="{06173710-62EC-7C4A-AD86-B5DDB6025057}"/>
              </a:ext>
            </a:extLst>
          </p:cNvPr>
          <p:cNvSpPr txBox="1"/>
          <p:nvPr/>
        </p:nvSpPr>
        <p:spPr>
          <a:xfrm>
            <a:off x="6031861" y="2717589"/>
            <a:ext cx="2598098" cy="523220"/>
          </a:xfrm>
          <a:prstGeom prst="rect">
            <a:avLst/>
          </a:prstGeom>
          <a:noFill/>
        </p:spPr>
        <p:txBody>
          <a:bodyPr wrap="square" rtlCol="0">
            <a:spAutoFit/>
          </a:bodyPr>
          <a:lstStyle/>
          <a:p>
            <a:r>
              <a:rPr lang="en-PK" sz="2800" dirty="0"/>
              <a:t>Mental Model</a:t>
            </a:r>
          </a:p>
        </p:txBody>
      </p:sp>
      <p:pic>
        <p:nvPicPr>
          <p:cNvPr id="10" name="Picture 9">
            <a:extLst>
              <a:ext uri="{FF2B5EF4-FFF2-40B4-BE49-F238E27FC236}">
                <a16:creationId xmlns:a16="http://schemas.microsoft.com/office/drawing/2014/main" id="{590C1C21-022B-774F-B39A-1D8113F458B2}"/>
              </a:ext>
            </a:extLst>
          </p:cNvPr>
          <p:cNvPicPr>
            <a:picLocks noChangeAspect="1"/>
          </p:cNvPicPr>
          <p:nvPr/>
        </p:nvPicPr>
        <p:blipFill>
          <a:blip r:embed="rId7"/>
          <a:stretch>
            <a:fillRect/>
          </a:stretch>
        </p:blipFill>
        <p:spPr>
          <a:xfrm>
            <a:off x="8663769" y="3191415"/>
            <a:ext cx="3369791" cy="2684874"/>
          </a:xfrm>
          <a:prstGeom prst="rect">
            <a:avLst/>
          </a:prstGeom>
        </p:spPr>
      </p:pic>
      <p:sp>
        <p:nvSpPr>
          <p:cNvPr id="11" name="TextBox 10">
            <a:extLst>
              <a:ext uri="{FF2B5EF4-FFF2-40B4-BE49-F238E27FC236}">
                <a16:creationId xmlns:a16="http://schemas.microsoft.com/office/drawing/2014/main" id="{AEE57FFC-3CAA-FA46-8D63-F6157284CC10}"/>
              </a:ext>
            </a:extLst>
          </p:cNvPr>
          <p:cNvSpPr txBox="1"/>
          <p:nvPr/>
        </p:nvSpPr>
        <p:spPr>
          <a:xfrm>
            <a:off x="1051034" y="2191962"/>
            <a:ext cx="963277" cy="369332"/>
          </a:xfrm>
          <a:prstGeom prst="rect">
            <a:avLst/>
          </a:prstGeom>
          <a:noFill/>
        </p:spPr>
        <p:txBody>
          <a:bodyPr wrap="none" rtlCol="0">
            <a:spAutoFit/>
          </a:bodyPr>
          <a:lstStyle/>
          <a:p>
            <a:r>
              <a:rPr lang="en-PK" dirty="0"/>
              <a:t>Figure: 1</a:t>
            </a:r>
          </a:p>
        </p:txBody>
      </p:sp>
      <p:sp>
        <p:nvSpPr>
          <p:cNvPr id="12" name="TextBox 11">
            <a:extLst>
              <a:ext uri="{FF2B5EF4-FFF2-40B4-BE49-F238E27FC236}">
                <a16:creationId xmlns:a16="http://schemas.microsoft.com/office/drawing/2014/main" id="{428A9C6D-3179-F14E-B198-F1C2D13B9118}"/>
              </a:ext>
            </a:extLst>
          </p:cNvPr>
          <p:cNvSpPr txBox="1"/>
          <p:nvPr/>
        </p:nvSpPr>
        <p:spPr>
          <a:xfrm>
            <a:off x="6228956" y="2007296"/>
            <a:ext cx="963277" cy="369332"/>
          </a:xfrm>
          <a:prstGeom prst="rect">
            <a:avLst/>
          </a:prstGeom>
          <a:noFill/>
        </p:spPr>
        <p:txBody>
          <a:bodyPr wrap="none" rtlCol="0">
            <a:spAutoFit/>
          </a:bodyPr>
          <a:lstStyle/>
          <a:p>
            <a:r>
              <a:rPr lang="en-PK" dirty="0"/>
              <a:t>Figure: 2</a:t>
            </a:r>
          </a:p>
        </p:txBody>
      </p:sp>
      <p:sp>
        <p:nvSpPr>
          <p:cNvPr id="13" name="TextBox 12">
            <a:extLst>
              <a:ext uri="{FF2B5EF4-FFF2-40B4-BE49-F238E27FC236}">
                <a16:creationId xmlns:a16="http://schemas.microsoft.com/office/drawing/2014/main" id="{79FE4770-9442-AE42-A98A-84B93DF171A3}"/>
              </a:ext>
            </a:extLst>
          </p:cNvPr>
          <p:cNvSpPr txBox="1"/>
          <p:nvPr/>
        </p:nvSpPr>
        <p:spPr>
          <a:xfrm>
            <a:off x="1078890" y="5339154"/>
            <a:ext cx="963277" cy="369332"/>
          </a:xfrm>
          <a:prstGeom prst="rect">
            <a:avLst/>
          </a:prstGeom>
          <a:noFill/>
        </p:spPr>
        <p:txBody>
          <a:bodyPr wrap="none" rtlCol="0">
            <a:spAutoFit/>
          </a:bodyPr>
          <a:lstStyle/>
          <a:p>
            <a:r>
              <a:rPr lang="en-PK" dirty="0"/>
              <a:t>Figure: 3</a:t>
            </a:r>
          </a:p>
        </p:txBody>
      </p:sp>
      <p:sp>
        <p:nvSpPr>
          <p:cNvPr id="14" name="TextBox 13">
            <a:extLst>
              <a:ext uri="{FF2B5EF4-FFF2-40B4-BE49-F238E27FC236}">
                <a16:creationId xmlns:a16="http://schemas.microsoft.com/office/drawing/2014/main" id="{3D356158-2888-264C-B242-A7904E5B0C6B}"/>
              </a:ext>
            </a:extLst>
          </p:cNvPr>
          <p:cNvSpPr txBox="1"/>
          <p:nvPr/>
        </p:nvSpPr>
        <p:spPr>
          <a:xfrm>
            <a:off x="5982025" y="4855382"/>
            <a:ext cx="963277" cy="369332"/>
          </a:xfrm>
          <a:prstGeom prst="rect">
            <a:avLst/>
          </a:prstGeom>
          <a:noFill/>
        </p:spPr>
        <p:txBody>
          <a:bodyPr wrap="none" rtlCol="0">
            <a:spAutoFit/>
          </a:bodyPr>
          <a:lstStyle/>
          <a:p>
            <a:r>
              <a:rPr lang="en-PK" dirty="0"/>
              <a:t>Figure: 4</a:t>
            </a:r>
          </a:p>
        </p:txBody>
      </p:sp>
    </p:spTree>
    <p:extLst>
      <p:ext uri="{BB962C8B-B14F-4D97-AF65-F5344CB8AC3E}">
        <p14:creationId xmlns:p14="http://schemas.microsoft.com/office/powerpoint/2010/main" val="10410752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582BEA-4DCB-2242-94EB-3DCC338AE20C}"/>
              </a:ext>
            </a:extLst>
          </p:cNvPr>
          <p:cNvPicPr>
            <a:picLocks noChangeAspect="1"/>
          </p:cNvPicPr>
          <p:nvPr/>
        </p:nvPicPr>
        <p:blipFill>
          <a:blip r:embed="rId2"/>
          <a:stretch>
            <a:fillRect/>
          </a:stretch>
        </p:blipFill>
        <p:spPr>
          <a:xfrm>
            <a:off x="1080814" y="185902"/>
            <a:ext cx="4165600" cy="1714500"/>
          </a:xfrm>
          <a:prstGeom prst="rect">
            <a:avLst/>
          </a:prstGeom>
        </p:spPr>
      </p:pic>
      <p:pic>
        <p:nvPicPr>
          <p:cNvPr id="5" name="Picture 4">
            <a:extLst>
              <a:ext uri="{FF2B5EF4-FFF2-40B4-BE49-F238E27FC236}">
                <a16:creationId xmlns:a16="http://schemas.microsoft.com/office/drawing/2014/main" id="{DA0B069E-C711-B949-A77B-B60228AAF0AC}"/>
              </a:ext>
            </a:extLst>
          </p:cNvPr>
          <p:cNvPicPr>
            <a:picLocks noChangeAspect="1"/>
          </p:cNvPicPr>
          <p:nvPr/>
        </p:nvPicPr>
        <p:blipFill>
          <a:blip r:embed="rId3"/>
          <a:stretch>
            <a:fillRect/>
          </a:stretch>
        </p:blipFill>
        <p:spPr>
          <a:xfrm>
            <a:off x="1080814" y="2111922"/>
            <a:ext cx="4165600" cy="4686300"/>
          </a:xfrm>
          <a:prstGeom prst="rect">
            <a:avLst/>
          </a:prstGeom>
        </p:spPr>
      </p:pic>
      <p:pic>
        <p:nvPicPr>
          <p:cNvPr id="6" name="Picture 5">
            <a:extLst>
              <a:ext uri="{FF2B5EF4-FFF2-40B4-BE49-F238E27FC236}">
                <a16:creationId xmlns:a16="http://schemas.microsoft.com/office/drawing/2014/main" id="{D2830078-5647-1A4F-9B1F-A978D1C7A406}"/>
              </a:ext>
            </a:extLst>
          </p:cNvPr>
          <p:cNvPicPr>
            <a:picLocks noChangeAspect="1"/>
          </p:cNvPicPr>
          <p:nvPr/>
        </p:nvPicPr>
        <p:blipFill>
          <a:blip r:embed="rId4"/>
          <a:stretch>
            <a:fillRect/>
          </a:stretch>
        </p:blipFill>
        <p:spPr>
          <a:xfrm>
            <a:off x="6095999" y="185901"/>
            <a:ext cx="2785241" cy="2816361"/>
          </a:xfrm>
          <a:prstGeom prst="rect">
            <a:avLst/>
          </a:prstGeom>
        </p:spPr>
      </p:pic>
      <p:pic>
        <p:nvPicPr>
          <p:cNvPr id="7" name="Picture 6">
            <a:extLst>
              <a:ext uri="{FF2B5EF4-FFF2-40B4-BE49-F238E27FC236}">
                <a16:creationId xmlns:a16="http://schemas.microsoft.com/office/drawing/2014/main" id="{9B677BC3-FE92-F44D-B3FF-F648B217B17A}"/>
              </a:ext>
            </a:extLst>
          </p:cNvPr>
          <p:cNvPicPr>
            <a:picLocks noChangeAspect="1"/>
          </p:cNvPicPr>
          <p:nvPr/>
        </p:nvPicPr>
        <p:blipFill>
          <a:blip r:embed="rId5"/>
          <a:stretch>
            <a:fillRect/>
          </a:stretch>
        </p:blipFill>
        <p:spPr>
          <a:xfrm>
            <a:off x="6095999" y="3299462"/>
            <a:ext cx="3710153" cy="3546469"/>
          </a:xfrm>
          <a:prstGeom prst="rect">
            <a:avLst/>
          </a:prstGeom>
        </p:spPr>
      </p:pic>
    </p:spTree>
    <p:extLst>
      <p:ext uri="{BB962C8B-B14F-4D97-AF65-F5344CB8AC3E}">
        <p14:creationId xmlns:p14="http://schemas.microsoft.com/office/powerpoint/2010/main" val="25047112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28" name="Freeform 6">
            <a:extLst>
              <a:ext uri="{FF2B5EF4-FFF2-40B4-BE49-F238E27FC236}">
                <a16:creationId xmlns:a16="http://schemas.microsoft.com/office/drawing/2014/main" id="{84574769-622A-4DC6-9C80-C21D1899F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US"/>
          </a:p>
        </p:txBody>
      </p:sp>
      <p:sp>
        <p:nvSpPr>
          <p:cNvPr id="1029" name="Rectangle 136">
            <a:extLst>
              <a:ext uri="{FF2B5EF4-FFF2-40B4-BE49-F238E27FC236}">
                <a16:creationId xmlns:a16="http://schemas.microsoft.com/office/drawing/2014/main" id="{AE0022E2-857A-4FF7-B6FA-C9DC7E280D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026" name="Picture 2" descr="Segway Hoverboard miniPRO vs Swagtron T1">
            <a:extLst>
              <a:ext uri="{FF2B5EF4-FFF2-40B4-BE49-F238E27FC236}">
                <a16:creationId xmlns:a16="http://schemas.microsoft.com/office/drawing/2014/main" id="{15028A69-FA63-8547-8C2E-76CB915E754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345" r="1457"/>
          <a:stretch/>
        </p:blipFill>
        <p:spPr bwMode="auto">
          <a:xfrm>
            <a:off x="1664448" y="643466"/>
            <a:ext cx="9600802"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0153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E3A70-A8ED-E147-9B96-D58699231538}"/>
              </a:ext>
            </a:extLst>
          </p:cNvPr>
          <p:cNvSpPr>
            <a:spLocks noGrp="1"/>
          </p:cNvSpPr>
          <p:nvPr>
            <p:ph type="title"/>
          </p:nvPr>
        </p:nvSpPr>
        <p:spPr/>
        <p:txBody>
          <a:bodyPr>
            <a:normAutofit/>
          </a:bodyPr>
          <a:lstStyle/>
          <a:p>
            <a:r>
              <a:rPr lang="en-PK" sz="5400" cap="none" dirty="0"/>
              <a:t>Hick’s Law</a:t>
            </a:r>
            <a:endParaRPr lang="en-PK" cap="none" dirty="0"/>
          </a:p>
        </p:txBody>
      </p:sp>
      <p:sp>
        <p:nvSpPr>
          <p:cNvPr id="3" name="Content Placeholder 2">
            <a:extLst>
              <a:ext uri="{FF2B5EF4-FFF2-40B4-BE49-F238E27FC236}">
                <a16:creationId xmlns:a16="http://schemas.microsoft.com/office/drawing/2014/main" id="{C4448656-BD40-2B46-B81F-06316DF940F4}"/>
              </a:ext>
            </a:extLst>
          </p:cNvPr>
          <p:cNvSpPr>
            <a:spLocks noGrp="1"/>
          </p:cNvSpPr>
          <p:nvPr>
            <p:ph idx="1"/>
          </p:nvPr>
        </p:nvSpPr>
        <p:spPr>
          <a:xfrm>
            <a:off x="1251678" y="1203436"/>
            <a:ext cx="10178322" cy="5272179"/>
          </a:xfrm>
        </p:spPr>
        <p:txBody>
          <a:bodyPr>
            <a:normAutofit/>
          </a:bodyPr>
          <a:lstStyle/>
          <a:p>
            <a:r>
              <a:rPr lang="en-GB" dirty="0"/>
              <a:t>The time it takes to make a decision increases as the number of alternatives increases.</a:t>
            </a:r>
            <a:br>
              <a:rPr lang="en-GB" dirty="0"/>
            </a:br>
            <a:r>
              <a:rPr lang="en-GB" i="1" dirty="0"/>
              <a:t>Time required to make a decision is a function of the number of available options.</a:t>
            </a:r>
          </a:p>
          <a:p>
            <a:endParaRPr lang="en-GB" i="1" dirty="0"/>
          </a:p>
          <a:p>
            <a:r>
              <a:rPr lang="en-GB" dirty="0"/>
              <a:t>The Hick’s Law equation is </a:t>
            </a:r>
            <a:r>
              <a:rPr lang="en-GB" sz="2800" dirty="0">
                <a:solidFill>
                  <a:srgbClr val="FF0000"/>
                </a:solidFill>
              </a:rPr>
              <a:t>RT = a + b log2(n)</a:t>
            </a:r>
            <a:r>
              <a:rPr lang="en-GB" dirty="0"/>
              <a:t>, </a:t>
            </a:r>
            <a:br>
              <a:rPr lang="en-GB" dirty="0"/>
            </a:br>
            <a:r>
              <a:rPr lang="en-GB" dirty="0"/>
              <a:t>	where RT = response time, </a:t>
            </a:r>
            <a:br>
              <a:rPr lang="en-GB" dirty="0"/>
            </a:br>
            <a:r>
              <a:rPr lang="en-GB" dirty="0"/>
              <a:t>	a = the total time that is not involved with decision making, </a:t>
            </a:r>
            <a:br>
              <a:rPr lang="en-GB" dirty="0"/>
            </a:br>
            <a:r>
              <a:rPr lang="en-GB" dirty="0"/>
              <a:t>	b = an empirically derived constant based on the cognitive processing time for each </a:t>
            </a:r>
            <a:br>
              <a:rPr lang="en-GB" dirty="0"/>
            </a:br>
            <a:r>
              <a:rPr lang="en-GB" dirty="0"/>
              <a:t>	option (in this case ≈</a:t>
            </a:r>
            <a:r>
              <a:rPr lang="en-PK" dirty="0"/>
              <a:t> 0.155 </a:t>
            </a:r>
            <a:r>
              <a:rPr lang="en-GB" dirty="0"/>
              <a:t>seconds for humans), </a:t>
            </a:r>
            <a:br>
              <a:rPr lang="en-GB" dirty="0"/>
            </a:br>
            <a:r>
              <a:rPr lang="en-GB" dirty="0"/>
              <a:t>	n = number of equally probable alternatives. </a:t>
            </a:r>
          </a:p>
          <a:p>
            <a:r>
              <a:rPr lang="en-GB" dirty="0"/>
              <a:t>For example, assume it takes 2 seconds to detect an alarm and understand it’s meaning. Further, assume that pressing one of five buttons will solve the problem caused by the alarm. The time to respond would be RT = (2 sec) + (0.155 sec)(log2 (5)) = 2.36 sec.</a:t>
            </a:r>
          </a:p>
          <a:p>
            <a:endParaRPr lang="en-GB" dirty="0"/>
          </a:p>
          <a:p>
            <a:endParaRPr lang="en-PK" dirty="0"/>
          </a:p>
        </p:txBody>
      </p:sp>
    </p:spTree>
    <p:extLst>
      <p:ext uri="{BB962C8B-B14F-4D97-AF65-F5344CB8AC3E}">
        <p14:creationId xmlns:p14="http://schemas.microsoft.com/office/powerpoint/2010/main" val="22397752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0BE97F9-8E1C-E04D-A84C-4937AA0E8592}"/>
              </a:ext>
            </a:extLst>
          </p:cNvPr>
          <p:cNvPicPr>
            <a:picLocks noChangeAspect="1"/>
          </p:cNvPicPr>
          <p:nvPr/>
        </p:nvPicPr>
        <p:blipFill>
          <a:blip r:embed="rId2"/>
          <a:stretch>
            <a:fillRect/>
          </a:stretch>
        </p:blipFill>
        <p:spPr>
          <a:xfrm>
            <a:off x="989103" y="3589863"/>
            <a:ext cx="2588460" cy="2624663"/>
          </a:xfrm>
          <a:prstGeom prst="rect">
            <a:avLst/>
          </a:prstGeom>
        </p:spPr>
      </p:pic>
      <p:pic>
        <p:nvPicPr>
          <p:cNvPr id="5" name="Picture 4">
            <a:extLst>
              <a:ext uri="{FF2B5EF4-FFF2-40B4-BE49-F238E27FC236}">
                <a16:creationId xmlns:a16="http://schemas.microsoft.com/office/drawing/2014/main" id="{1E22AF7E-2BB5-EE4A-A69C-27984E52897B}"/>
              </a:ext>
            </a:extLst>
          </p:cNvPr>
          <p:cNvPicPr>
            <a:picLocks noChangeAspect="1"/>
          </p:cNvPicPr>
          <p:nvPr/>
        </p:nvPicPr>
        <p:blipFill>
          <a:blip r:embed="rId3"/>
          <a:stretch>
            <a:fillRect/>
          </a:stretch>
        </p:blipFill>
        <p:spPr>
          <a:xfrm>
            <a:off x="4747868" y="643466"/>
            <a:ext cx="2734787" cy="2624662"/>
          </a:xfrm>
          <a:prstGeom prst="rect">
            <a:avLst/>
          </a:prstGeom>
        </p:spPr>
      </p:pic>
      <p:pic>
        <p:nvPicPr>
          <p:cNvPr id="9" name="Picture 8">
            <a:extLst>
              <a:ext uri="{FF2B5EF4-FFF2-40B4-BE49-F238E27FC236}">
                <a16:creationId xmlns:a16="http://schemas.microsoft.com/office/drawing/2014/main" id="{AFA33AF0-4249-C340-B8E3-5EA9AE5F089D}"/>
              </a:ext>
            </a:extLst>
          </p:cNvPr>
          <p:cNvPicPr>
            <a:picLocks noChangeAspect="1"/>
          </p:cNvPicPr>
          <p:nvPr/>
        </p:nvPicPr>
        <p:blipFill>
          <a:blip r:embed="rId4"/>
          <a:stretch>
            <a:fillRect/>
          </a:stretch>
        </p:blipFill>
        <p:spPr>
          <a:xfrm>
            <a:off x="8652963" y="2116669"/>
            <a:ext cx="2571097" cy="2624662"/>
          </a:xfrm>
          <a:prstGeom prst="rect">
            <a:avLst/>
          </a:prstGeom>
        </p:spPr>
      </p:pic>
      <p:pic>
        <p:nvPicPr>
          <p:cNvPr id="4" name="Picture 3">
            <a:extLst>
              <a:ext uri="{FF2B5EF4-FFF2-40B4-BE49-F238E27FC236}">
                <a16:creationId xmlns:a16="http://schemas.microsoft.com/office/drawing/2014/main" id="{BEAB0111-54C5-1946-A7E0-52BB1E1FE0EE}"/>
              </a:ext>
            </a:extLst>
          </p:cNvPr>
          <p:cNvPicPr>
            <a:picLocks noChangeAspect="1"/>
          </p:cNvPicPr>
          <p:nvPr/>
        </p:nvPicPr>
        <p:blipFill>
          <a:blip r:embed="rId5"/>
          <a:stretch>
            <a:fillRect/>
          </a:stretch>
        </p:blipFill>
        <p:spPr>
          <a:xfrm>
            <a:off x="989103" y="643463"/>
            <a:ext cx="2589901" cy="2624665"/>
          </a:xfrm>
          <a:prstGeom prst="rect">
            <a:avLst/>
          </a:prstGeom>
        </p:spPr>
      </p:pic>
      <p:pic>
        <p:nvPicPr>
          <p:cNvPr id="7" name="Picture 6">
            <a:extLst>
              <a:ext uri="{FF2B5EF4-FFF2-40B4-BE49-F238E27FC236}">
                <a16:creationId xmlns:a16="http://schemas.microsoft.com/office/drawing/2014/main" id="{54842506-3332-0B44-BC1B-5630FD8FE3E8}"/>
              </a:ext>
            </a:extLst>
          </p:cNvPr>
          <p:cNvPicPr>
            <a:picLocks noChangeAspect="1"/>
          </p:cNvPicPr>
          <p:nvPr/>
        </p:nvPicPr>
        <p:blipFill>
          <a:blip r:embed="rId6"/>
          <a:stretch>
            <a:fillRect/>
          </a:stretch>
        </p:blipFill>
        <p:spPr>
          <a:xfrm>
            <a:off x="4765139" y="3589863"/>
            <a:ext cx="2700248" cy="2643993"/>
          </a:xfrm>
          <a:prstGeom prst="rect">
            <a:avLst/>
          </a:prstGeom>
        </p:spPr>
      </p:pic>
      <p:pic>
        <p:nvPicPr>
          <p:cNvPr id="3" name="Graphic 2" descr="Close with solid fill">
            <a:extLst>
              <a:ext uri="{FF2B5EF4-FFF2-40B4-BE49-F238E27FC236}">
                <a16:creationId xmlns:a16="http://schemas.microsoft.com/office/drawing/2014/main" id="{3A1D6DD9-FDD1-FA42-B3AE-60321504E53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240872" y="3973506"/>
            <a:ext cx="914400" cy="914400"/>
          </a:xfrm>
          <a:prstGeom prst="rect">
            <a:avLst/>
          </a:prstGeom>
        </p:spPr>
      </p:pic>
    </p:spTree>
    <p:extLst>
      <p:ext uri="{BB962C8B-B14F-4D97-AF65-F5344CB8AC3E}">
        <p14:creationId xmlns:p14="http://schemas.microsoft.com/office/powerpoint/2010/main" val="3977282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D7D87-24AC-9B4C-8766-6AA5E36927CB}"/>
              </a:ext>
            </a:extLst>
          </p:cNvPr>
          <p:cNvSpPr>
            <a:spLocks noGrp="1"/>
          </p:cNvSpPr>
          <p:nvPr>
            <p:ph type="title"/>
          </p:nvPr>
        </p:nvSpPr>
        <p:spPr>
          <a:xfrm>
            <a:off x="1251678" y="25546"/>
            <a:ext cx="10178322" cy="1492132"/>
          </a:xfrm>
        </p:spPr>
        <p:txBody>
          <a:bodyPr>
            <a:normAutofit fontScale="90000"/>
          </a:bodyPr>
          <a:lstStyle/>
          <a:p>
            <a:r>
              <a:rPr lang="en-PK" sz="5400" cap="none" dirty="0"/>
              <a:t>Fitts’ Law</a:t>
            </a:r>
            <a:br>
              <a:rPr lang="en-PK" sz="5400" cap="none" dirty="0"/>
            </a:br>
            <a:endParaRPr lang="en-PK" cap="none" dirty="0"/>
          </a:p>
        </p:txBody>
      </p:sp>
      <p:sp>
        <p:nvSpPr>
          <p:cNvPr id="3" name="Content Placeholder 2">
            <a:extLst>
              <a:ext uri="{FF2B5EF4-FFF2-40B4-BE49-F238E27FC236}">
                <a16:creationId xmlns:a16="http://schemas.microsoft.com/office/drawing/2014/main" id="{1A7F734E-EDA3-194C-A408-38D1F2D7F898}"/>
              </a:ext>
            </a:extLst>
          </p:cNvPr>
          <p:cNvSpPr>
            <a:spLocks noGrp="1"/>
          </p:cNvSpPr>
          <p:nvPr>
            <p:ph idx="1"/>
          </p:nvPr>
        </p:nvSpPr>
        <p:spPr>
          <a:xfrm>
            <a:off x="1251678" y="833098"/>
            <a:ext cx="10178322" cy="6136414"/>
          </a:xfrm>
        </p:spPr>
        <p:txBody>
          <a:bodyPr>
            <a:normAutofit lnSpcReduction="10000"/>
          </a:bodyPr>
          <a:lstStyle/>
          <a:p>
            <a:r>
              <a:rPr lang="en-GB" dirty="0"/>
              <a:t>The time required to move to a target is a function of the target size and distance to the target.</a:t>
            </a:r>
          </a:p>
          <a:p>
            <a:r>
              <a:rPr lang="en-GB" dirty="0" err="1"/>
              <a:t>Fitts’</a:t>
            </a:r>
            <a:r>
              <a:rPr lang="en-GB" dirty="0"/>
              <a:t> law equation is </a:t>
            </a:r>
            <a:r>
              <a:rPr lang="en-GB" sz="2400" dirty="0">
                <a:solidFill>
                  <a:srgbClr val="FF0000"/>
                </a:solidFill>
              </a:rPr>
              <a:t>MT = a + b log2 (d/s + 1), </a:t>
            </a:r>
            <a:r>
              <a:rPr lang="en-GB" dirty="0"/>
              <a:t>where:</a:t>
            </a:r>
            <a:br>
              <a:rPr lang="en-GB" dirty="0"/>
            </a:br>
            <a:r>
              <a:rPr lang="en-GB" dirty="0"/>
              <a:t>	MT = movement time to a target; </a:t>
            </a:r>
            <a:br>
              <a:rPr lang="en-GB" dirty="0"/>
            </a:br>
            <a:r>
              <a:rPr lang="en-GB" dirty="0"/>
              <a:t>	a = 0.230 sec; b = 0.166 sec; </a:t>
            </a:r>
            <a:br>
              <a:rPr lang="en-GB" dirty="0"/>
            </a:br>
            <a:r>
              <a:rPr lang="en-GB" dirty="0"/>
              <a:t>	d = distance between pointing device and target; and</a:t>
            </a:r>
            <a:br>
              <a:rPr lang="en-GB" dirty="0"/>
            </a:br>
            <a:r>
              <a:rPr lang="en-GB" dirty="0"/>
              <a:t>	s = size of the target. </a:t>
            </a:r>
          </a:p>
          <a:p>
            <a:r>
              <a:rPr lang="en-GB" dirty="0"/>
              <a:t>For example, assume the distance between the centre of a screen and an icon of 1” (3 cm) diameter is 6” (15 cm). The time to acquire the icon would be MT = 0.230 sec + 0.166 sec (log2 (6/1 + 1)) = 0.7 sec.</a:t>
            </a:r>
          </a:p>
          <a:p>
            <a:endParaRPr lang="en-GB" dirty="0"/>
          </a:p>
          <a:p>
            <a:r>
              <a:rPr lang="en-GB" dirty="0" err="1"/>
              <a:t>Fitts’</a:t>
            </a:r>
            <a:r>
              <a:rPr lang="en-GB" dirty="0"/>
              <a:t> Law is applicable only for rapid, pointing movements, not for more continuous movements, such as writing or drawing. It has been used to predict efficiency of movement for assembly work performed under a microscope, as well as movement of a foot to a car pedal.</a:t>
            </a:r>
          </a:p>
          <a:p>
            <a:endParaRPr lang="en-GB" dirty="0"/>
          </a:p>
          <a:p>
            <a:r>
              <a:rPr lang="en-GB" dirty="0"/>
              <a:t>Consider </a:t>
            </a:r>
            <a:r>
              <a:rPr lang="en-GB" dirty="0" err="1"/>
              <a:t>Fitts’</a:t>
            </a:r>
            <a:r>
              <a:rPr lang="en-GB" dirty="0"/>
              <a:t> Law when designing systems that involve pointing. Make sure that controls are near or large, particularly when rapid movements are required, and accuracy is important.</a:t>
            </a:r>
          </a:p>
          <a:p>
            <a:endParaRPr lang="en-GB" dirty="0"/>
          </a:p>
          <a:p>
            <a:endParaRPr lang="en-GB" dirty="0"/>
          </a:p>
          <a:p>
            <a:endParaRPr lang="en-GB" dirty="0"/>
          </a:p>
          <a:p>
            <a:endParaRPr lang="en-GB" dirty="0"/>
          </a:p>
          <a:p>
            <a:endParaRPr lang="en-PK" dirty="0"/>
          </a:p>
        </p:txBody>
      </p:sp>
    </p:spTree>
    <p:extLst>
      <p:ext uri="{BB962C8B-B14F-4D97-AF65-F5344CB8AC3E}">
        <p14:creationId xmlns:p14="http://schemas.microsoft.com/office/powerpoint/2010/main" val="28564711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7" name="Freeform 6">
            <a:extLst>
              <a:ext uri="{FF2B5EF4-FFF2-40B4-BE49-F238E27FC236}">
                <a16:creationId xmlns:a16="http://schemas.microsoft.com/office/drawing/2014/main" id="{84574769-622A-4DC6-9C80-C21D1899F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US"/>
          </a:p>
        </p:txBody>
      </p:sp>
      <p:sp>
        <p:nvSpPr>
          <p:cNvPr id="29" name="Rectangle 28">
            <a:extLst>
              <a:ext uri="{FF2B5EF4-FFF2-40B4-BE49-F238E27FC236}">
                <a16:creationId xmlns:a16="http://schemas.microsoft.com/office/drawing/2014/main" id="{AE0022E2-857A-4FF7-B6FA-C9DC7E280D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4" name="Picture 3">
            <a:extLst>
              <a:ext uri="{FF2B5EF4-FFF2-40B4-BE49-F238E27FC236}">
                <a16:creationId xmlns:a16="http://schemas.microsoft.com/office/drawing/2014/main" id="{1383A95F-6170-C842-AEC7-B13ACE32A656}"/>
              </a:ext>
            </a:extLst>
          </p:cNvPr>
          <p:cNvPicPr>
            <a:picLocks noChangeAspect="1"/>
          </p:cNvPicPr>
          <p:nvPr/>
        </p:nvPicPr>
        <p:blipFill rotWithShape="1">
          <a:blip r:embed="rId2"/>
          <a:srcRect r="18574" b="2"/>
          <a:stretch/>
        </p:blipFill>
        <p:spPr>
          <a:xfrm>
            <a:off x="1664448" y="643466"/>
            <a:ext cx="9600802" cy="5571067"/>
          </a:xfrm>
          <a:prstGeom prst="rect">
            <a:avLst/>
          </a:prstGeom>
        </p:spPr>
      </p:pic>
    </p:spTree>
    <p:extLst>
      <p:ext uri="{BB962C8B-B14F-4D97-AF65-F5344CB8AC3E}">
        <p14:creationId xmlns:p14="http://schemas.microsoft.com/office/powerpoint/2010/main" val="5818911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97C926-B439-C54B-9686-9589085D1507}"/>
              </a:ext>
            </a:extLst>
          </p:cNvPr>
          <p:cNvPicPr>
            <a:picLocks noChangeAspect="1"/>
          </p:cNvPicPr>
          <p:nvPr/>
        </p:nvPicPr>
        <p:blipFill>
          <a:blip r:embed="rId2"/>
          <a:stretch>
            <a:fillRect/>
          </a:stretch>
        </p:blipFill>
        <p:spPr>
          <a:xfrm>
            <a:off x="2868084" y="1"/>
            <a:ext cx="6455833" cy="6858000"/>
          </a:xfrm>
          <a:prstGeom prst="rect">
            <a:avLst/>
          </a:prstGeom>
        </p:spPr>
      </p:pic>
    </p:spTree>
    <p:extLst>
      <p:ext uri="{BB962C8B-B14F-4D97-AF65-F5344CB8AC3E}">
        <p14:creationId xmlns:p14="http://schemas.microsoft.com/office/powerpoint/2010/main" val="11846509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Freeform 6">
            <a:extLst>
              <a:ext uri="{FF2B5EF4-FFF2-40B4-BE49-F238E27FC236}">
                <a16:creationId xmlns:a16="http://schemas.microsoft.com/office/drawing/2014/main" id="{84574769-622A-4DC6-9C80-C21D1899F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GB"/>
          </a:p>
        </p:txBody>
      </p:sp>
      <p:sp>
        <p:nvSpPr>
          <p:cNvPr id="22" name="Rectangle 21">
            <a:extLst>
              <a:ext uri="{FF2B5EF4-FFF2-40B4-BE49-F238E27FC236}">
                <a16:creationId xmlns:a16="http://schemas.microsoft.com/office/drawing/2014/main" id="{AE0022E2-857A-4FF7-B6FA-C9DC7E280D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pic>
        <p:nvPicPr>
          <p:cNvPr id="4" name="Picture 3">
            <a:extLst>
              <a:ext uri="{FF2B5EF4-FFF2-40B4-BE49-F238E27FC236}">
                <a16:creationId xmlns:a16="http://schemas.microsoft.com/office/drawing/2014/main" id="{CF8D7607-7C7A-B742-893B-5AC31011A729}"/>
              </a:ext>
            </a:extLst>
          </p:cNvPr>
          <p:cNvPicPr>
            <a:picLocks noChangeAspect="1"/>
          </p:cNvPicPr>
          <p:nvPr/>
        </p:nvPicPr>
        <p:blipFill rotWithShape="1">
          <a:blip r:embed="rId2"/>
          <a:srcRect t="8258"/>
          <a:stretch/>
        </p:blipFill>
        <p:spPr>
          <a:xfrm>
            <a:off x="1664448" y="643466"/>
            <a:ext cx="9600802" cy="5571067"/>
          </a:xfrm>
          <a:prstGeom prst="rect">
            <a:avLst/>
          </a:prstGeom>
        </p:spPr>
      </p:pic>
    </p:spTree>
    <p:extLst>
      <p:ext uri="{BB962C8B-B14F-4D97-AF65-F5344CB8AC3E}">
        <p14:creationId xmlns:p14="http://schemas.microsoft.com/office/powerpoint/2010/main" val="2157652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4E521-D0B6-E947-8CEB-B422E2322EAF}"/>
              </a:ext>
            </a:extLst>
          </p:cNvPr>
          <p:cNvSpPr>
            <a:spLocks noGrp="1"/>
          </p:cNvSpPr>
          <p:nvPr>
            <p:ph type="title"/>
          </p:nvPr>
        </p:nvSpPr>
        <p:spPr>
          <a:xfrm>
            <a:off x="1251678" y="496685"/>
            <a:ext cx="10178322" cy="919520"/>
          </a:xfrm>
        </p:spPr>
        <p:txBody>
          <a:bodyPr>
            <a:normAutofit fontScale="90000"/>
          </a:bodyPr>
          <a:lstStyle/>
          <a:p>
            <a:r>
              <a:rPr lang="en-PK" sz="5400" cap="none" dirty="0"/>
              <a:t>The Golden Ratio</a:t>
            </a:r>
            <a:br>
              <a:rPr lang="en-PK" sz="5400" cap="none" dirty="0"/>
            </a:br>
            <a:endParaRPr lang="en-PK" cap="none" dirty="0"/>
          </a:p>
        </p:txBody>
      </p:sp>
      <p:pic>
        <p:nvPicPr>
          <p:cNvPr id="4" name="Picture 3">
            <a:extLst>
              <a:ext uri="{FF2B5EF4-FFF2-40B4-BE49-F238E27FC236}">
                <a16:creationId xmlns:a16="http://schemas.microsoft.com/office/drawing/2014/main" id="{F102C34B-964B-4443-8402-6F66688F6589}"/>
              </a:ext>
            </a:extLst>
          </p:cNvPr>
          <p:cNvPicPr>
            <a:picLocks noChangeAspect="1"/>
          </p:cNvPicPr>
          <p:nvPr/>
        </p:nvPicPr>
        <p:blipFill>
          <a:blip r:embed="rId2"/>
          <a:stretch>
            <a:fillRect/>
          </a:stretch>
        </p:blipFill>
        <p:spPr>
          <a:xfrm>
            <a:off x="2853905" y="2797872"/>
            <a:ext cx="5872234" cy="631128"/>
          </a:xfrm>
          <a:prstGeom prst="rect">
            <a:avLst/>
          </a:prstGeom>
        </p:spPr>
      </p:pic>
      <p:sp>
        <p:nvSpPr>
          <p:cNvPr id="3" name="Content Placeholder 2">
            <a:extLst>
              <a:ext uri="{FF2B5EF4-FFF2-40B4-BE49-F238E27FC236}">
                <a16:creationId xmlns:a16="http://schemas.microsoft.com/office/drawing/2014/main" id="{D2D0039E-CE14-3C40-A97C-482C49707BC9}"/>
              </a:ext>
            </a:extLst>
          </p:cNvPr>
          <p:cNvSpPr>
            <a:spLocks noGrp="1"/>
          </p:cNvSpPr>
          <p:nvPr>
            <p:ph idx="1"/>
          </p:nvPr>
        </p:nvSpPr>
        <p:spPr>
          <a:xfrm>
            <a:off x="1251678" y="1366481"/>
            <a:ext cx="10178322" cy="5313099"/>
          </a:xfrm>
        </p:spPr>
        <p:txBody>
          <a:bodyPr>
            <a:normAutofit lnSpcReduction="10000"/>
          </a:bodyPr>
          <a:lstStyle/>
          <a:p>
            <a:r>
              <a:rPr lang="en-GB" dirty="0"/>
              <a:t>A ratio within the elements of a form, such as height to width, approximating 0.618.</a:t>
            </a:r>
          </a:p>
          <a:p>
            <a:r>
              <a:rPr lang="en-GB" dirty="0"/>
              <a:t>The golden ratio is the ratio between two segments such that the smaller (</a:t>
            </a:r>
            <a:r>
              <a:rPr lang="en-GB" dirty="0" err="1"/>
              <a:t>bc</a:t>
            </a:r>
            <a:r>
              <a:rPr lang="en-GB" dirty="0"/>
              <a:t>) segment is to the larger segment (ab) as the larger segment (ab) is to the sum of the two segments (ac), or </a:t>
            </a:r>
            <a:r>
              <a:rPr lang="en-GB" dirty="0" err="1"/>
              <a:t>bc</a:t>
            </a:r>
            <a:r>
              <a:rPr lang="en-GB" dirty="0"/>
              <a:t>/ab = ab/ac = 0.618</a:t>
            </a:r>
          </a:p>
          <a:p>
            <a:endParaRPr lang="en-GB" dirty="0"/>
          </a:p>
          <a:p>
            <a:endParaRPr lang="en-GB" dirty="0"/>
          </a:p>
          <a:p>
            <a:r>
              <a:rPr lang="en-GB" dirty="0"/>
              <a:t>The golden ratio is irrational and can be computed with the equation (√ </a:t>
            </a:r>
            <a:r>
              <a:rPr lang="en-PK" dirty="0"/>
              <a:t>5-1)/2.  </a:t>
            </a:r>
            <a:r>
              <a:rPr lang="en-GB" dirty="0"/>
              <a:t>Adding 1 to the golden ratio yields 1.618…, referred to as Phi (o). </a:t>
            </a:r>
          </a:p>
          <a:p>
            <a:r>
              <a:rPr lang="en-GB" dirty="0"/>
              <a:t>The values are used interchangeably to define the golden ratio, as they represent the same basic geometric relationship. Geometric shapes derived from the golden ratio include golden ellipses, golden rectangles, and golden triangles.</a:t>
            </a:r>
          </a:p>
          <a:p>
            <a:pPr marL="0" indent="0">
              <a:buNone/>
            </a:pPr>
            <a:endParaRPr lang="en-GB" dirty="0"/>
          </a:p>
          <a:p>
            <a:r>
              <a:rPr lang="en-GB" dirty="0"/>
              <a:t>A substantial body of research comparing individual preferences for rectangles of various proportions supports a preference based on the golden ratio</a:t>
            </a:r>
          </a:p>
          <a:p>
            <a:endParaRPr lang="en-GB" dirty="0"/>
          </a:p>
          <a:p>
            <a:endParaRPr lang="en-GB" dirty="0"/>
          </a:p>
          <a:p>
            <a:endParaRPr lang="en-GB" dirty="0"/>
          </a:p>
          <a:p>
            <a:endParaRPr lang="en-PK" dirty="0"/>
          </a:p>
        </p:txBody>
      </p:sp>
      <p:sp>
        <p:nvSpPr>
          <p:cNvPr id="5" name="AutoShape 2" descr="{\displaystyle {\frac {a+b}{a}}={\frac {a}{b}}\ {\stackrel {\text{def}}{=}}\ \varphi }">
            <a:extLst>
              <a:ext uri="{FF2B5EF4-FFF2-40B4-BE49-F238E27FC236}">
                <a16:creationId xmlns:a16="http://schemas.microsoft.com/office/drawing/2014/main" id="{5521C597-53FF-E540-BEA6-CAEB3768F72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K"/>
          </a:p>
        </p:txBody>
      </p:sp>
    </p:spTree>
    <p:extLst>
      <p:ext uri="{BB962C8B-B14F-4D97-AF65-F5344CB8AC3E}">
        <p14:creationId xmlns:p14="http://schemas.microsoft.com/office/powerpoint/2010/main" val="22122384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4C05433-E631-514F-B986-6994331346DB}"/>
              </a:ext>
            </a:extLst>
          </p:cNvPr>
          <p:cNvPicPr>
            <a:picLocks noChangeAspect="1"/>
          </p:cNvPicPr>
          <p:nvPr/>
        </p:nvPicPr>
        <p:blipFill>
          <a:blip r:embed="rId2"/>
          <a:stretch>
            <a:fillRect/>
          </a:stretch>
        </p:blipFill>
        <p:spPr>
          <a:xfrm>
            <a:off x="1207119" y="159059"/>
            <a:ext cx="2875223" cy="1859311"/>
          </a:xfrm>
          <a:prstGeom prst="rect">
            <a:avLst/>
          </a:prstGeom>
        </p:spPr>
      </p:pic>
      <p:pic>
        <p:nvPicPr>
          <p:cNvPr id="6" name="Picture 5">
            <a:extLst>
              <a:ext uri="{FF2B5EF4-FFF2-40B4-BE49-F238E27FC236}">
                <a16:creationId xmlns:a16="http://schemas.microsoft.com/office/drawing/2014/main" id="{E0036FA4-0EA7-CC44-8865-AB53D737A673}"/>
              </a:ext>
            </a:extLst>
          </p:cNvPr>
          <p:cNvPicPr>
            <a:picLocks noChangeAspect="1"/>
          </p:cNvPicPr>
          <p:nvPr/>
        </p:nvPicPr>
        <p:blipFill>
          <a:blip r:embed="rId3"/>
          <a:stretch>
            <a:fillRect/>
          </a:stretch>
        </p:blipFill>
        <p:spPr>
          <a:xfrm>
            <a:off x="4198587" y="159058"/>
            <a:ext cx="4666631" cy="1896334"/>
          </a:xfrm>
          <a:prstGeom prst="rect">
            <a:avLst/>
          </a:prstGeom>
        </p:spPr>
      </p:pic>
      <p:pic>
        <p:nvPicPr>
          <p:cNvPr id="7" name="Picture 6">
            <a:extLst>
              <a:ext uri="{FF2B5EF4-FFF2-40B4-BE49-F238E27FC236}">
                <a16:creationId xmlns:a16="http://schemas.microsoft.com/office/drawing/2014/main" id="{BCBF4FF8-A2CB-8742-85B5-1711E86E56E1}"/>
              </a:ext>
            </a:extLst>
          </p:cNvPr>
          <p:cNvPicPr>
            <a:picLocks noChangeAspect="1"/>
          </p:cNvPicPr>
          <p:nvPr/>
        </p:nvPicPr>
        <p:blipFill>
          <a:blip r:embed="rId4"/>
          <a:stretch>
            <a:fillRect/>
          </a:stretch>
        </p:blipFill>
        <p:spPr>
          <a:xfrm>
            <a:off x="8976729" y="170209"/>
            <a:ext cx="2688060" cy="1920043"/>
          </a:xfrm>
          <a:prstGeom prst="rect">
            <a:avLst/>
          </a:prstGeom>
        </p:spPr>
      </p:pic>
      <p:pic>
        <p:nvPicPr>
          <p:cNvPr id="3076" name="Picture 4" descr="golden ratio">
            <a:extLst>
              <a:ext uri="{FF2B5EF4-FFF2-40B4-BE49-F238E27FC236}">
                <a16:creationId xmlns:a16="http://schemas.microsoft.com/office/drawing/2014/main" id="{82F27701-C2E8-9041-9FBF-53B8B182278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0683" y="2319454"/>
            <a:ext cx="3776547" cy="283241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golden ratio">
            <a:extLst>
              <a:ext uri="{FF2B5EF4-FFF2-40B4-BE49-F238E27FC236}">
                <a16:creationId xmlns:a16="http://schemas.microsoft.com/office/drawing/2014/main" id="{4FABBE72-506E-B946-9B6D-5012810C6BE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00655" y="2319454"/>
            <a:ext cx="4044176" cy="3033132"/>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golden ratio">
            <a:extLst>
              <a:ext uri="{FF2B5EF4-FFF2-40B4-BE49-F238E27FC236}">
                <a16:creationId xmlns:a16="http://schemas.microsoft.com/office/drawing/2014/main" id="{7C7B3DCE-80E5-B14B-AF4F-1919405D420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77202" y="2354314"/>
            <a:ext cx="4044177" cy="30331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68135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3" name="Freeform 10">
            <a:extLst>
              <a:ext uri="{FF2B5EF4-FFF2-40B4-BE49-F238E27FC236}">
                <a16:creationId xmlns:a16="http://schemas.microsoft.com/office/drawing/2014/main" id="{B2993EF1-19E1-473A-8A3F-1D7B249519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7569200" cy="6858000"/>
          </a:xfrm>
          <a:custGeom>
            <a:avLst/>
            <a:gdLst>
              <a:gd name="connsiteX0" fmla="*/ 0 w 7569200"/>
              <a:gd name="connsiteY0" fmla="*/ 0 h 6858000"/>
              <a:gd name="connsiteX1" fmla="*/ 7389812 w 7569200"/>
              <a:gd name="connsiteY1" fmla="*/ 0 h 6858000"/>
              <a:gd name="connsiteX2" fmla="*/ 7394575 w 7569200"/>
              <a:gd name="connsiteY2" fmla="*/ 66675 h 6858000"/>
              <a:gd name="connsiteX3" fmla="*/ 7402512 w 7569200"/>
              <a:gd name="connsiteY3" fmla="*/ 122237 h 6858000"/>
              <a:gd name="connsiteX4" fmla="*/ 7412037 w 7569200"/>
              <a:gd name="connsiteY4" fmla="*/ 174625 h 6858000"/>
              <a:gd name="connsiteX5" fmla="*/ 7427912 w 7569200"/>
              <a:gd name="connsiteY5" fmla="*/ 217487 h 6858000"/>
              <a:gd name="connsiteX6" fmla="*/ 7443787 w 7569200"/>
              <a:gd name="connsiteY6" fmla="*/ 260350 h 6858000"/>
              <a:gd name="connsiteX7" fmla="*/ 7462837 w 7569200"/>
              <a:gd name="connsiteY7" fmla="*/ 296862 h 6858000"/>
              <a:gd name="connsiteX8" fmla="*/ 7481887 w 7569200"/>
              <a:gd name="connsiteY8" fmla="*/ 334962 h 6858000"/>
              <a:gd name="connsiteX9" fmla="*/ 7499350 w 7569200"/>
              <a:gd name="connsiteY9" fmla="*/ 369887 h 6858000"/>
              <a:gd name="connsiteX10" fmla="*/ 7516812 w 7569200"/>
              <a:gd name="connsiteY10" fmla="*/ 409575 h 6858000"/>
              <a:gd name="connsiteX11" fmla="*/ 7532687 w 7569200"/>
              <a:gd name="connsiteY11" fmla="*/ 450850 h 6858000"/>
              <a:gd name="connsiteX12" fmla="*/ 7546975 w 7569200"/>
              <a:gd name="connsiteY12" fmla="*/ 496887 h 6858000"/>
              <a:gd name="connsiteX13" fmla="*/ 7558087 w 7569200"/>
              <a:gd name="connsiteY13" fmla="*/ 546100 h 6858000"/>
              <a:gd name="connsiteX14" fmla="*/ 7566025 w 7569200"/>
              <a:gd name="connsiteY14" fmla="*/ 606425 h 6858000"/>
              <a:gd name="connsiteX15" fmla="*/ 7569200 w 7569200"/>
              <a:gd name="connsiteY15" fmla="*/ 673100 h 6858000"/>
              <a:gd name="connsiteX16" fmla="*/ 7566025 w 7569200"/>
              <a:gd name="connsiteY16" fmla="*/ 744537 h 6858000"/>
              <a:gd name="connsiteX17" fmla="*/ 7558087 w 7569200"/>
              <a:gd name="connsiteY17" fmla="*/ 801687 h 6858000"/>
              <a:gd name="connsiteX18" fmla="*/ 7546975 w 7569200"/>
              <a:gd name="connsiteY18" fmla="*/ 854075 h 6858000"/>
              <a:gd name="connsiteX19" fmla="*/ 7532687 w 7569200"/>
              <a:gd name="connsiteY19" fmla="*/ 901700 h 6858000"/>
              <a:gd name="connsiteX20" fmla="*/ 7516812 w 7569200"/>
              <a:gd name="connsiteY20" fmla="*/ 942975 h 6858000"/>
              <a:gd name="connsiteX21" fmla="*/ 7497762 w 7569200"/>
              <a:gd name="connsiteY21" fmla="*/ 981075 h 6858000"/>
              <a:gd name="connsiteX22" fmla="*/ 7478712 w 7569200"/>
              <a:gd name="connsiteY22" fmla="*/ 1017587 h 6858000"/>
              <a:gd name="connsiteX23" fmla="*/ 7459662 w 7569200"/>
              <a:gd name="connsiteY23" fmla="*/ 1055687 h 6858000"/>
              <a:gd name="connsiteX24" fmla="*/ 7442200 w 7569200"/>
              <a:gd name="connsiteY24" fmla="*/ 1095375 h 6858000"/>
              <a:gd name="connsiteX25" fmla="*/ 7424737 w 7569200"/>
              <a:gd name="connsiteY25" fmla="*/ 1136650 h 6858000"/>
              <a:gd name="connsiteX26" fmla="*/ 7410450 w 7569200"/>
              <a:gd name="connsiteY26" fmla="*/ 1182687 h 6858000"/>
              <a:gd name="connsiteX27" fmla="*/ 7400925 w 7569200"/>
              <a:gd name="connsiteY27" fmla="*/ 1235075 h 6858000"/>
              <a:gd name="connsiteX28" fmla="*/ 7391400 w 7569200"/>
              <a:gd name="connsiteY28" fmla="*/ 1295400 h 6858000"/>
              <a:gd name="connsiteX29" fmla="*/ 7389812 w 7569200"/>
              <a:gd name="connsiteY29" fmla="*/ 1363662 h 6858000"/>
              <a:gd name="connsiteX30" fmla="*/ 7391400 w 7569200"/>
              <a:gd name="connsiteY30" fmla="*/ 1431925 h 6858000"/>
              <a:gd name="connsiteX31" fmla="*/ 7400925 w 7569200"/>
              <a:gd name="connsiteY31" fmla="*/ 1492250 h 6858000"/>
              <a:gd name="connsiteX32" fmla="*/ 7410450 w 7569200"/>
              <a:gd name="connsiteY32" fmla="*/ 1544637 h 6858000"/>
              <a:gd name="connsiteX33" fmla="*/ 7424737 w 7569200"/>
              <a:gd name="connsiteY33" fmla="*/ 1589087 h 6858000"/>
              <a:gd name="connsiteX34" fmla="*/ 7442200 w 7569200"/>
              <a:gd name="connsiteY34" fmla="*/ 1631950 h 6858000"/>
              <a:gd name="connsiteX35" fmla="*/ 7459662 w 7569200"/>
              <a:gd name="connsiteY35" fmla="*/ 1671637 h 6858000"/>
              <a:gd name="connsiteX36" fmla="*/ 7478712 w 7569200"/>
              <a:gd name="connsiteY36" fmla="*/ 1708150 h 6858000"/>
              <a:gd name="connsiteX37" fmla="*/ 7497762 w 7569200"/>
              <a:gd name="connsiteY37" fmla="*/ 1743075 h 6858000"/>
              <a:gd name="connsiteX38" fmla="*/ 7516812 w 7569200"/>
              <a:gd name="connsiteY38" fmla="*/ 1782762 h 6858000"/>
              <a:gd name="connsiteX39" fmla="*/ 7532687 w 7569200"/>
              <a:gd name="connsiteY39" fmla="*/ 1824037 h 6858000"/>
              <a:gd name="connsiteX40" fmla="*/ 7546975 w 7569200"/>
              <a:gd name="connsiteY40" fmla="*/ 1870075 h 6858000"/>
              <a:gd name="connsiteX41" fmla="*/ 7558087 w 7569200"/>
              <a:gd name="connsiteY41" fmla="*/ 1922462 h 6858000"/>
              <a:gd name="connsiteX42" fmla="*/ 7566025 w 7569200"/>
              <a:gd name="connsiteY42" fmla="*/ 1982787 h 6858000"/>
              <a:gd name="connsiteX43" fmla="*/ 7569200 w 7569200"/>
              <a:gd name="connsiteY43" fmla="*/ 2051050 h 6858000"/>
              <a:gd name="connsiteX44" fmla="*/ 7566025 w 7569200"/>
              <a:gd name="connsiteY44" fmla="*/ 2119312 h 6858000"/>
              <a:gd name="connsiteX45" fmla="*/ 7558087 w 7569200"/>
              <a:gd name="connsiteY45" fmla="*/ 2179637 h 6858000"/>
              <a:gd name="connsiteX46" fmla="*/ 7546975 w 7569200"/>
              <a:gd name="connsiteY46" fmla="*/ 2232025 h 6858000"/>
              <a:gd name="connsiteX47" fmla="*/ 7532687 w 7569200"/>
              <a:gd name="connsiteY47" fmla="*/ 2278062 h 6858000"/>
              <a:gd name="connsiteX48" fmla="*/ 7516812 w 7569200"/>
              <a:gd name="connsiteY48" fmla="*/ 2319337 h 6858000"/>
              <a:gd name="connsiteX49" fmla="*/ 7497762 w 7569200"/>
              <a:gd name="connsiteY49" fmla="*/ 2359025 h 6858000"/>
              <a:gd name="connsiteX50" fmla="*/ 7478712 w 7569200"/>
              <a:gd name="connsiteY50" fmla="*/ 2395537 h 6858000"/>
              <a:gd name="connsiteX51" fmla="*/ 7459662 w 7569200"/>
              <a:gd name="connsiteY51" fmla="*/ 2433637 h 6858000"/>
              <a:gd name="connsiteX52" fmla="*/ 7442200 w 7569200"/>
              <a:gd name="connsiteY52" fmla="*/ 2471737 h 6858000"/>
              <a:gd name="connsiteX53" fmla="*/ 7424737 w 7569200"/>
              <a:gd name="connsiteY53" fmla="*/ 2513012 h 6858000"/>
              <a:gd name="connsiteX54" fmla="*/ 7410450 w 7569200"/>
              <a:gd name="connsiteY54" fmla="*/ 2560637 h 6858000"/>
              <a:gd name="connsiteX55" fmla="*/ 7400925 w 7569200"/>
              <a:gd name="connsiteY55" fmla="*/ 2613025 h 6858000"/>
              <a:gd name="connsiteX56" fmla="*/ 7391400 w 7569200"/>
              <a:gd name="connsiteY56" fmla="*/ 2671762 h 6858000"/>
              <a:gd name="connsiteX57" fmla="*/ 7389812 w 7569200"/>
              <a:gd name="connsiteY57" fmla="*/ 2741612 h 6858000"/>
              <a:gd name="connsiteX58" fmla="*/ 7391400 w 7569200"/>
              <a:gd name="connsiteY58" fmla="*/ 2809875 h 6858000"/>
              <a:gd name="connsiteX59" fmla="*/ 7400925 w 7569200"/>
              <a:gd name="connsiteY59" fmla="*/ 2868612 h 6858000"/>
              <a:gd name="connsiteX60" fmla="*/ 7410450 w 7569200"/>
              <a:gd name="connsiteY60" fmla="*/ 2922587 h 6858000"/>
              <a:gd name="connsiteX61" fmla="*/ 7424737 w 7569200"/>
              <a:gd name="connsiteY61" fmla="*/ 2967037 h 6858000"/>
              <a:gd name="connsiteX62" fmla="*/ 7442200 w 7569200"/>
              <a:gd name="connsiteY62" fmla="*/ 3009900 h 6858000"/>
              <a:gd name="connsiteX63" fmla="*/ 7459662 w 7569200"/>
              <a:gd name="connsiteY63" fmla="*/ 3046412 h 6858000"/>
              <a:gd name="connsiteX64" fmla="*/ 7478712 w 7569200"/>
              <a:gd name="connsiteY64" fmla="*/ 3084512 h 6858000"/>
              <a:gd name="connsiteX65" fmla="*/ 7497762 w 7569200"/>
              <a:gd name="connsiteY65" fmla="*/ 3121025 h 6858000"/>
              <a:gd name="connsiteX66" fmla="*/ 7516812 w 7569200"/>
              <a:gd name="connsiteY66" fmla="*/ 3160712 h 6858000"/>
              <a:gd name="connsiteX67" fmla="*/ 7532687 w 7569200"/>
              <a:gd name="connsiteY67" fmla="*/ 3201987 h 6858000"/>
              <a:gd name="connsiteX68" fmla="*/ 7546975 w 7569200"/>
              <a:gd name="connsiteY68" fmla="*/ 3248025 h 6858000"/>
              <a:gd name="connsiteX69" fmla="*/ 7558087 w 7569200"/>
              <a:gd name="connsiteY69" fmla="*/ 3300412 h 6858000"/>
              <a:gd name="connsiteX70" fmla="*/ 7566025 w 7569200"/>
              <a:gd name="connsiteY70" fmla="*/ 3360737 h 6858000"/>
              <a:gd name="connsiteX71" fmla="*/ 7569200 w 7569200"/>
              <a:gd name="connsiteY71" fmla="*/ 3427412 h 6858000"/>
              <a:gd name="connsiteX72" fmla="*/ 7566025 w 7569200"/>
              <a:gd name="connsiteY72" fmla="*/ 3497262 h 6858000"/>
              <a:gd name="connsiteX73" fmla="*/ 7558087 w 7569200"/>
              <a:gd name="connsiteY73" fmla="*/ 3557587 h 6858000"/>
              <a:gd name="connsiteX74" fmla="*/ 7546975 w 7569200"/>
              <a:gd name="connsiteY74" fmla="*/ 3609975 h 6858000"/>
              <a:gd name="connsiteX75" fmla="*/ 7532687 w 7569200"/>
              <a:gd name="connsiteY75" fmla="*/ 3656012 h 6858000"/>
              <a:gd name="connsiteX76" fmla="*/ 7516812 w 7569200"/>
              <a:gd name="connsiteY76" fmla="*/ 3697287 h 6858000"/>
              <a:gd name="connsiteX77" fmla="*/ 7497762 w 7569200"/>
              <a:gd name="connsiteY77" fmla="*/ 3736975 h 6858000"/>
              <a:gd name="connsiteX78" fmla="*/ 7459662 w 7569200"/>
              <a:gd name="connsiteY78" fmla="*/ 3811587 h 6858000"/>
              <a:gd name="connsiteX79" fmla="*/ 7442200 w 7569200"/>
              <a:gd name="connsiteY79" fmla="*/ 3848100 h 6858000"/>
              <a:gd name="connsiteX80" fmla="*/ 7424737 w 7569200"/>
              <a:gd name="connsiteY80" fmla="*/ 3890962 h 6858000"/>
              <a:gd name="connsiteX81" fmla="*/ 7410450 w 7569200"/>
              <a:gd name="connsiteY81" fmla="*/ 3935412 h 6858000"/>
              <a:gd name="connsiteX82" fmla="*/ 7400925 w 7569200"/>
              <a:gd name="connsiteY82" fmla="*/ 3987800 h 6858000"/>
              <a:gd name="connsiteX83" fmla="*/ 7391400 w 7569200"/>
              <a:gd name="connsiteY83" fmla="*/ 4048125 h 6858000"/>
              <a:gd name="connsiteX84" fmla="*/ 7389812 w 7569200"/>
              <a:gd name="connsiteY84" fmla="*/ 4116387 h 6858000"/>
              <a:gd name="connsiteX85" fmla="*/ 7391400 w 7569200"/>
              <a:gd name="connsiteY85" fmla="*/ 4186237 h 6858000"/>
              <a:gd name="connsiteX86" fmla="*/ 7400925 w 7569200"/>
              <a:gd name="connsiteY86" fmla="*/ 4244975 h 6858000"/>
              <a:gd name="connsiteX87" fmla="*/ 7410450 w 7569200"/>
              <a:gd name="connsiteY87" fmla="*/ 4297362 h 6858000"/>
              <a:gd name="connsiteX88" fmla="*/ 7424737 w 7569200"/>
              <a:gd name="connsiteY88" fmla="*/ 4343400 h 6858000"/>
              <a:gd name="connsiteX89" fmla="*/ 7442200 w 7569200"/>
              <a:gd name="connsiteY89" fmla="*/ 4386262 h 6858000"/>
              <a:gd name="connsiteX90" fmla="*/ 7459662 w 7569200"/>
              <a:gd name="connsiteY90" fmla="*/ 4424362 h 6858000"/>
              <a:gd name="connsiteX91" fmla="*/ 7497762 w 7569200"/>
              <a:gd name="connsiteY91" fmla="*/ 4498975 h 6858000"/>
              <a:gd name="connsiteX92" fmla="*/ 7516812 w 7569200"/>
              <a:gd name="connsiteY92" fmla="*/ 4537075 h 6858000"/>
              <a:gd name="connsiteX93" fmla="*/ 7532687 w 7569200"/>
              <a:gd name="connsiteY93" fmla="*/ 4579937 h 6858000"/>
              <a:gd name="connsiteX94" fmla="*/ 7546975 w 7569200"/>
              <a:gd name="connsiteY94" fmla="*/ 4625975 h 6858000"/>
              <a:gd name="connsiteX95" fmla="*/ 7558087 w 7569200"/>
              <a:gd name="connsiteY95" fmla="*/ 4678362 h 6858000"/>
              <a:gd name="connsiteX96" fmla="*/ 7566025 w 7569200"/>
              <a:gd name="connsiteY96" fmla="*/ 4738687 h 6858000"/>
              <a:gd name="connsiteX97" fmla="*/ 7569200 w 7569200"/>
              <a:gd name="connsiteY97" fmla="*/ 4806950 h 6858000"/>
              <a:gd name="connsiteX98" fmla="*/ 7566025 w 7569200"/>
              <a:gd name="connsiteY98" fmla="*/ 4875212 h 6858000"/>
              <a:gd name="connsiteX99" fmla="*/ 7558087 w 7569200"/>
              <a:gd name="connsiteY99" fmla="*/ 4935537 h 6858000"/>
              <a:gd name="connsiteX100" fmla="*/ 7546975 w 7569200"/>
              <a:gd name="connsiteY100" fmla="*/ 4987925 h 6858000"/>
              <a:gd name="connsiteX101" fmla="*/ 7532687 w 7569200"/>
              <a:gd name="connsiteY101" fmla="*/ 5033962 h 6858000"/>
              <a:gd name="connsiteX102" fmla="*/ 7516812 w 7569200"/>
              <a:gd name="connsiteY102" fmla="*/ 5075237 h 6858000"/>
              <a:gd name="connsiteX103" fmla="*/ 7497762 w 7569200"/>
              <a:gd name="connsiteY103" fmla="*/ 5114925 h 6858000"/>
              <a:gd name="connsiteX104" fmla="*/ 7478712 w 7569200"/>
              <a:gd name="connsiteY104" fmla="*/ 5149850 h 6858000"/>
              <a:gd name="connsiteX105" fmla="*/ 7459662 w 7569200"/>
              <a:gd name="connsiteY105" fmla="*/ 5186362 h 6858000"/>
              <a:gd name="connsiteX106" fmla="*/ 7442200 w 7569200"/>
              <a:gd name="connsiteY106" fmla="*/ 5226050 h 6858000"/>
              <a:gd name="connsiteX107" fmla="*/ 7424737 w 7569200"/>
              <a:gd name="connsiteY107" fmla="*/ 5268912 h 6858000"/>
              <a:gd name="connsiteX108" fmla="*/ 7410450 w 7569200"/>
              <a:gd name="connsiteY108" fmla="*/ 5313362 h 6858000"/>
              <a:gd name="connsiteX109" fmla="*/ 7400925 w 7569200"/>
              <a:gd name="connsiteY109" fmla="*/ 5365750 h 6858000"/>
              <a:gd name="connsiteX110" fmla="*/ 7391400 w 7569200"/>
              <a:gd name="connsiteY110" fmla="*/ 5426075 h 6858000"/>
              <a:gd name="connsiteX111" fmla="*/ 7389812 w 7569200"/>
              <a:gd name="connsiteY111" fmla="*/ 5494337 h 6858000"/>
              <a:gd name="connsiteX112" fmla="*/ 7391400 w 7569200"/>
              <a:gd name="connsiteY112" fmla="*/ 5562600 h 6858000"/>
              <a:gd name="connsiteX113" fmla="*/ 7400925 w 7569200"/>
              <a:gd name="connsiteY113" fmla="*/ 5622925 h 6858000"/>
              <a:gd name="connsiteX114" fmla="*/ 7410450 w 7569200"/>
              <a:gd name="connsiteY114" fmla="*/ 5675312 h 6858000"/>
              <a:gd name="connsiteX115" fmla="*/ 7424737 w 7569200"/>
              <a:gd name="connsiteY115" fmla="*/ 5721350 h 6858000"/>
              <a:gd name="connsiteX116" fmla="*/ 7442200 w 7569200"/>
              <a:gd name="connsiteY116" fmla="*/ 5762625 h 6858000"/>
              <a:gd name="connsiteX117" fmla="*/ 7459662 w 7569200"/>
              <a:gd name="connsiteY117" fmla="*/ 5802312 h 6858000"/>
              <a:gd name="connsiteX118" fmla="*/ 7478712 w 7569200"/>
              <a:gd name="connsiteY118" fmla="*/ 5840412 h 6858000"/>
              <a:gd name="connsiteX119" fmla="*/ 7497762 w 7569200"/>
              <a:gd name="connsiteY119" fmla="*/ 5876925 h 6858000"/>
              <a:gd name="connsiteX120" fmla="*/ 7516812 w 7569200"/>
              <a:gd name="connsiteY120" fmla="*/ 5915025 h 6858000"/>
              <a:gd name="connsiteX121" fmla="*/ 7532687 w 7569200"/>
              <a:gd name="connsiteY121" fmla="*/ 5956300 h 6858000"/>
              <a:gd name="connsiteX122" fmla="*/ 7546975 w 7569200"/>
              <a:gd name="connsiteY122" fmla="*/ 6003925 h 6858000"/>
              <a:gd name="connsiteX123" fmla="*/ 7558087 w 7569200"/>
              <a:gd name="connsiteY123" fmla="*/ 6056312 h 6858000"/>
              <a:gd name="connsiteX124" fmla="*/ 7566025 w 7569200"/>
              <a:gd name="connsiteY124" fmla="*/ 6113462 h 6858000"/>
              <a:gd name="connsiteX125" fmla="*/ 7569200 w 7569200"/>
              <a:gd name="connsiteY125" fmla="*/ 6183312 h 6858000"/>
              <a:gd name="connsiteX126" fmla="*/ 7566025 w 7569200"/>
              <a:gd name="connsiteY126" fmla="*/ 6251575 h 6858000"/>
              <a:gd name="connsiteX127" fmla="*/ 7558087 w 7569200"/>
              <a:gd name="connsiteY127" fmla="*/ 6311900 h 6858000"/>
              <a:gd name="connsiteX128" fmla="*/ 7546975 w 7569200"/>
              <a:gd name="connsiteY128" fmla="*/ 6361112 h 6858000"/>
              <a:gd name="connsiteX129" fmla="*/ 7532687 w 7569200"/>
              <a:gd name="connsiteY129" fmla="*/ 6407150 h 6858000"/>
              <a:gd name="connsiteX130" fmla="*/ 7516812 w 7569200"/>
              <a:gd name="connsiteY130" fmla="*/ 6448425 h 6858000"/>
              <a:gd name="connsiteX131" fmla="*/ 7499350 w 7569200"/>
              <a:gd name="connsiteY131" fmla="*/ 6488112 h 6858000"/>
              <a:gd name="connsiteX132" fmla="*/ 7481887 w 7569200"/>
              <a:gd name="connsiteY132" fmla="*/ 6523037 h 6858000"/>
              <a:gd name="connsiteX133" fmla="*/ 7462837 w 7569200"/>
              <a:gd name="connsiteY133" fmla="*/ 6561137 h 6858000"/>
              <a:gd name="connsiteX134" fmla="*/ 7443787 w 7569200"/>
              <a:gd name="connsiteY134" fmla="*/ 6597650 h 6858000"/>
              <a:gd name="connsiteX135" fmla="*/ 7427912 w 7569200"/>
              <a:gd name="connsiteY135" fmla="*/ 6640512 h 6858000"/>
              <a:gd name="connsiteX136" fmla="*/ 7412037 w 7569200"/>
              <a:gd name="connsiteY136" fmla="*/ 6683375 h 6858000"/>
              <a:gd name="connsiteX137" fmla="*/ 7402512 w 7569200"/>
              <a:gd name="connsiteY137" fmla="*/ 6735762 h 6858000"/>
              <a:gd name="connsiteX138" fmla="*/ 7394575 w 7569200"/>
              <a:gd name="connsiteY138" fmla="*/ 6791325 h 6858000"/>
              <a:gd name="connsiteX139" fmla="*/ 7389812 w 7569200"/>
              <a:gd name="connsiteY139" fmla="*/ 6858000 h 6858000"/>
              <a:gd name="connsiteX140" fmla="*/ 0 w 7569200"/>
              <a:gd name="connsiteY140" fmla="*/ 6858000 h 6858000"/>
              <a:gd name="connsiteX141" fmla="*/ 0 w 7569200"/>
              <a:gd name="connsiteY141"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7569200" h="6858000">
                <a:moveTo>
                  <a:pt x="0" y="0"/>
                </a:moveTo>
                <a:lnTo>
                  <a:pt x="7389812" y="0"/>
                </a:lnTo>
                <a:lnTo>
                  <a:pt x="7394575" y="66675"/>
                </a:lnTo>
                <a:lnTo>
                  <a:pt x="7402512" y="122237"/>
                </a:lnTo>
                <a:lnTo>
                  <a:pt x="7412037" y="174625"/>
                </a:lnTo>
                <a:lnTo>
                  <a:pt x="7427912" y="217487"/>
                </a:lnTo>
                <a:lnTo>
                  <a:pt x="7443787" y="260350"/>
                </a:lnTo>
                <a:lnTo>
                  <a:pt x="7462837" y="296862"/>
                </a:lnTo>
                <a:lnTo>
                  <a:pt x="7481887" y="334962"/>
                </a:lnTo>
                <a:lnTo>
                  <a:pt x="7499350" y="369887"/>
                </a:lnTo>
                <a:lnTo>
                  <a:pt x="7516812" y="409575"/>
                </a:lnTo>
                <a:lnTo>
                  <a:pt x="7532687" y="450850"/>
                </a:lnTo>
                <a:lnTo>
                  <a:pt x="7546975" y="496887"/>
                </a:lnTo>
                <a:lnTo>
                  <a:pt x="7558087" y="546100"/>
                </a:lnTo>
                <a:lnTo>
                  <a:pt x="7566025" y="606425"/>
                </a:lnTo>
                <a:lnTo>
                  <a:pt x="7569200" y="673100"/>
                </a:lnTo>
                <a:lnTo>
                  <a:pt x="7566025" y="744537"/>
                </a:lnTo>
                <a:lnTo>
                  <a:pt x="7558087" y="801687"/>
                </a:lnTo>
                <a:lnTo>
                  <a:pt x="7546975" y="854075"/>
                </a:lnTo>
                <a:lnTo>
                  <a:pt x="7532687" y="901700"/>
                </a:lnTo>
                <a:lnTo>
                  <a:pt x="7516812" y="942975"/>
                </a:lnTo>
                <a:lnTo>
                  <a:pt x="7497762" y="981075"/>
                </a:lnTo>
                <a:lnTo>
                  <a:pt x="7478712" y="1017587"/>
                </a:lnTo>
                <a:lnTo>
                  <a:pt x="7459662" y="1055687"/>
                </a:lnTo>
                <a:lnTo>
                  <a:pt x="7442200" y="1095375"/>
                </a:lnTo>
                <a:lnTo>
                  <a:pt x="7424737" y="1136650"/>
                </a:lnTo>
                <a:lnTo>
                  <a:pt x="7410450" y="1182687"/>
                </a:lnTo>
                <a:lnTo>
                  <a:pt x="7400925" y="1235075"/>
                </a:lnTo>
                <a:lnTo>
                  <a:pt x="7391400" y="1295400"/>
                </a:lnTo>
                <a:lnTo>
                  <a:pt x="7389812" y="1363662"/>
                </a:lnTo>
                <a:lnTo>
                  <a:pt x="7391400" y="1431925"/>
                </a:lnTo>
                <a:lnTo>
                  <a:pt x="7400925" y="1492250"/>
                </a:lnTo>
                <a:lnTo>
                  <a:pt x="7410450" y="1544637"/>
                </a:lnTo>
                <a:lnTo>
                  <a:pt x="7424737" y="1589087"/>
                </a:lnTo>
                <a:lnTo>
                  <a:pt x="7442200" y="1631950"/>
                </a:lnTo>
                <a:lnTo>
                  <a:pt x="7459662" y="1671637"/>
                </a:lnTo>
                <a:lnTo>
                  <a:pt x="7478712" y="1708150"/>
                </a:lnTo>
                <a:lnTo>
                  <a:pt x="7497762" y="1743075"/>
                </a:lnTo>
                <a:lnTo>
                  <a:pt x="7516812" y="1782762"/>
                </a:lnTo>
                <a:lnTo>
                  <a:pt x="7532687" y="1824037"/>
                </a:lnTo>
                <a:lnTo>
                  <a:pt x="7546975" y="1870075"/>
                </a:lnTo>
                <a:lnTo>
                  <a:pt x="7558087" y="1922462"/>
                </a:lnTo>
                <a:lnTo>
                  <a:pt x="7566025" y="1982787"/>
                </a:lnTo>
                <a:lnTo>
                  <a:pt x="7569200" y="2051050"/>
                </a:lnTo>
                <a:lnTo>
                  <a:pt x="7566025" y="2119312"/>
                </a:lnTo>
                <a:lnTo>
                  <a:pt x="7558087" y="2179637"/>
                </a:lnTo>
                <a:lnTo>
                  <a:pt x="7546975" y="2232025"/>
                </a:lnTo>
                <a:lnTo>
                  <a:pt x="7532687" y="2278062"/>
                </a:lnTo>
                <a:lnTo>
                  <a:pt x="7516812" y="2319337"/>
                </a:lnTo>
                <a:lnTo>
                  <a:pt x="7497762" y="2359025"/>
                </a:lnTo>
                <a:lnTo>
                  <a:pt x="7478712" y="2395537"/>
                </a:lnTo>
                <a:lnTo>
                  <a:pt x="7459662" y="2433637"/>
                </a:lnTo>
                <a:lnTo>
                  <a:pt x="7442200" y="2471737"/>
                </a:lnTo>
                <a:lnTo>
                  <a:pt x="7424737" y="2513012"/>
                </a:lnTo>
                <a:lnTo>
                  <a:pt x="7410450" y="2560637"/>
                </a:lnTo>
                <a:lnTo>
                  <a:pt x="7400925" y="2613025"/>
                </a:lnTo>
                <a:lnTo>
                  <a:pt x="7391400" y="2671762"/>
                </a:lnTo>
                <a:lnTo>
                  <a:pt x="7389812" y="2741612"/>
                </a:lnTo>
                <a:lnTo>
                  <a:pt x="7391400" y="2809875"/>
                </a:lnTo>
                <a:lnTo>
                  <a:pt x="7400925" y="2868612"/>
                </a:lnTo>
                <a:lnTo>
                  <a:pt x="7410450" y="2922587"/>
                </a:lnTo>
                <a:lnTo>
                  <a:pt x="7424737" y="2967037"/>
                </a:lnTo>
                <a:lnTo>
                  <a:pt x="7442200" y="3009900"/>
                </a:lnTo>
                <a:lnTo>
                  <a:pt x="7459662" y="3046412"/>
                </a:lnTo>
                <a:lnTo>
                  <a:pt x="7478712" y="3084512"/>
                </a:lnTo>
                <a:lnTo>
                  <a:pt x="7497762" y="3121025"/>
                </a:lnTo>
                <a:lnTo>
                  <a:pt x="7516812" y="3160712"/>
                </a:lnTo>
                <a:lnTo>
                  <a:pt x="7532687" y="3201987"/>
                </a:lnTo>
                <a:lnTo>
                  <a:pt x="7546975" y="3248025"/>
                </a:lnTo>
                <a:lnTo>
                  <a:pt x="7558087" y="3300412"/>
                </a:lnTo>
                <a:lnTo>
                  <a:pt x="7566025" y="3360737"/>
                </a:lnTo>
                <a:lnTo>
                  <a:pt x="7569200" y="3427412"/>
                </a:lnTo>
                <a:lnTo>
                  <a:pt x="7566025" y="3497262"/>
                </a:lnTo>
                <a:lnTo>
                  <a:pt x="7558087" y="3557587"/>
                </a:lnTo>
                <a:lnTo>
                  <a:pt x="7546975" y="3609975"/>
                </a:lnTo>
                <a:lnTo>
                  <a:pt x="7532687" y="3656012"/>
                </a:lnTo>
                <a:lnTo>
                  <a:pt x="7516812" y="3697287"/>
                </a:lnTo>
                <a:lnTo>
                  <a:pt x="7497762" y="3736975"/>
                </a:lnTo>
                <a:lnTo>
                  <a:pt x="7459662" y="3811587"/>
                </a:lnTo>
                <a:lnTo>
                  <a:pt x="7442200" y="3848100"/>
                </a:lnTo>
                <a:lnTo>
                  <a:pt x="7424737" y="3890962"/>
                </a:lnTo>
                <a:lnTo>
                  <a:pt x="7410450" y="3935412"/>
                </a:lnTo>
                <a:lnTo>
                  <a:pt x="7400925" y="3987800"/>
                </a:lnTo>
                <a:lnTo>
                  <a:pt x="7391400" y="4048125"/>
                </a:lnTo>
                <a:lnTo>
                  <a:pt x="7389812" y="4116387"/>
                </a:lnTo>
                <a:lnTo>
                  <a:pt x="7391400" y="4186237"/>
                </a:lnTo>
                <a:lnTo>
                  <a:pt x="7400925" y="4244975"/>
                </a:lnTo>
                <a:lnTo>
                  <a:pt x="7410450" y="4297362"/>
                </a:lnTo>
                <a:lnTo>
                  <a:pt x="7424737" y="4343400"/>
                </a:lnTo>
                <a:lnTo>
                  <a:pt x="7442200" y="4386262"/>
                </a:lnTo>
                <a:lnTo>
                  <a:pt x="7459662" y="4424362"/>
                </a:lnTo>
                <a:lnTo>
                  <a:pt x="7497762" y="4498975"/>
                </a:lnTo>
                <a:lnTo>
                  <a:pt x="7516812" y="4537075"/>
                </a:lnTo>
                <a:lnTo>
                  <a:pt x="7532687" y="4579937"/>
                </a:lnTo>
                <a:lnTo>
                  <a:pt x="7546975" y="4625975"/>
                </a:lnTo>
                <a:lnTo>
                  <a:pt x="7558087" y="4678362"/>
                </a:lnTo>
                <a:lnTo>
                  <a:pt x="7566025" y="4738687"/>
                </a:lnTo>
                <a:lnTo>
                  <a:pt x="7569200" y="4806950"/>
                </a:lnTo>
                <a:lnTo>
                  <a:pt x="7566025" y="4875212"/>
                </a:lnTo>
                <a:lnTo>
                  <a:pt x="7558087" y="4935537"/>
                </a:lnTo>
                <a:lnTo>
                  <a:pt x="7546975" y="4987925"/>
                </a:lnTo>
                <a:lnTo>
                  <a:pt x="7532687" y="5033962"/>
                </a:lnTo>
                <a:lnTo>
                  <a:pt x="7516812" y="5075237"/>
                </a:lnTo>
                <a:lnTo>
                  <a:pt x="7497762" y="5114925"/>
                </a:lnTo>
                <a:lnTo>
                  <a:pt x="7478712" y="5149850"/>
                </a:lnTo>
                <a:lnTo>
                  <a:pt x="7459662" y="5186362"/>
                </a:lnTo>
                <a:lnTo>
                  <a:pt x="7442200" y="5226050"/>
                </a:lnTo>
                <a:lnTo>
                  <a:pt x="7424737" y="5268912"/>
                </a:lnTo>
                <a:lnTo>
                  <a:pt x="7410450" y="5313362"/>
                </a:lnTo>
                <a:lnTo>
                  <a:pt x="7400925" y="5365750"/>
                </a:lnTo>
                <a:lnTo>
                  <a:pt x="7391400" y="5426075"/>
                </a:lnTo>
                <a:lnTo>
                  <a:pt x="7389812" y="5494337"/>
                </a:lnTo>
                <a:lnTo>
                  <a:pt x="7391400" y="5562600"/>
                </a:lnTo>
                <a:lnTo>
                  <a:pt x="7400925" y="5622925"/>
                </a:lnTo>
                <a:lnTo>
                  <a:pt x="7410450" y="5675312"/>
                </a:lnTo>
                <a:lnTo>
                  <a:pt x="7424737" y="5721350"/>
                </a:lnTo>
                <a:lnTo>
                  <a:pt x="7442200" y="5762625"/>
                </a:lnTo>
                <a:lnTo>
                  <a:pt x="7459662" y="5802312"/>
                </a:lnTo>
                <a:lnTo>
                  <a:pt x="7478712" y="5840412"/>
                </a:lnTo>
                <a:lnTo>
                  <a:pt x="7497762" y="5876925"/>
                </a:lnTo>
                <a:lnTo>
                  <a:pt x="7516812" y="5915025"/>
                </a:lnTo>
                <a:lnTo>
                  <a:pt x="7532687" y="5956300"/>
                </a:lnTo>
                <a:lnTo>
                  <a:pt x="7546975" y="6003925"/>
                </a:lnTo>
                <a:lnTo>
                  <a:pt x="7558087" y="6056312"/>
                </a:lnTo>
                <a:lnTo>
                  <a:pt x="7566025" y="6113462"/>
                </a:lnTo>
                <a:lnTo>
                  <a:pt x="7569200" y="6183312"/>
                </a:lnTo>
                <a:lnTo>
                  <a:pt x="7566025" y="6251575"/>
                </a:lnTo>
                <a:lnTo>
                  <a:pt x="7558087" y="6311900"/>
                </a:lnTo>
                <a:lnTo>
                  <a:pt x="7546975" y="6361112"/>
                </a:lnTo>
                <a:lnTo>
                  <a:pt x="7532687" y="6407150"/>
                </a:lnTo>
                <a:lnTo>
                  <a:pt x="7516812" y="6448425"/>
                </a:lnTo>
                <a:lnTo>
                  <a:pt x="7499350" y="6488112"/>
                </a:lnTo>
                <a:lnTo>
                  <a:pt x="7481887" y="6523037"/>
                </a:lnTo>
                <a:lnTo>
                  <a:pt x="7462837" y="6561137"/>
                </a:lnTo>
                <a:lnTo>
                  <a:pt x="7443787" y="6597650"/>
                </a:lnTo>
                <a:lnTo>
                  <a:pt x="7427912" y="6640512"/>
                </a:lnTo>
                <a:lnTo>
                  <a:pt x="7412037" y="6683375"/>
                </a:lnTo>
                <a:lnTo>
                  <a:pt x="7402512" y="6735762"/>
                </a:lnTo>
                <a:lnTo>
                  <a:pt x="7394575" y="6791325"/>
                </a:lnTo>
                <a:lnTo>
                  <a:pt x="7389812" y="6858000"/>
                </a:lnTo>
                <a:lnTo>
                  <a:pt x="0" y="6858000"/>
                </a:lnTo>
                <a:lnTo>
                  <a:pt x="0" y="0"/>
                </a:lnTo>
                <a:close/>
              </a:path>
            </a:pathLst>
          </a:custGeom>
          <a:solidFill>
            <a:schemeClr val="bg2"/>
          </a:solidFill>
          <a:ln w="0">
            <a:noFill/>
            <a:prstDash val="solid"/>
            <a:round/>
            <a:headEnd/>
            <a:tailEnd/>
          </a:ln>
        </p:spPr>
        <p:txBody>
          <a:bodyPr/>
          <a:lstStyle/>
          <a:p>
            <a:endParaRPr lang="en-US"/>
          </a:p>
        </p:txBody>
      </p:sp>
      <p:sp>
        <p:nvSpPr>
          <p:cNvPr id="2" name="Title 1">
            <a:extLst>
              <a:ext uri="{FF2B5EF4-FFF2-40B4-BE49-F238E27FC236}">
                <a16:creationId xmlns:a16="http://schemas.microsoft.com/office/drawing/2014/main" id="{B3182A1A-44CE-4145-B1F4-D157D5E04D7E}"/>
              </a:ext>
            </a:extLst>
          </p:cNvPr>
          <p:cNvSpPr>
            <a:spLocks noGrp="1"/>
          </p:cNvSpPr>
          <p:nvPr>
            <p:ph type="title"/>
          </p:nvPr>
        </p:nvSpPr>
        <p:spPr>
          <a:xfrm>
            <a:off x="765051" y="382385"/>
            <a:ext cx="6015897" cy="1492132"/>
          </a:xfrm>
        </p:spPr>
        <p:txBody>
          <a:bodyPr>
            <a:normAutofit/>
          </a:bodyPr>
          <a:lstStyle/>
          <a:p>
            <a:r>
              <a:rPr lang="en-PK" cap="none"/>
              <a:t>Fibonacci Sequence</a:t>
            </a:r>
            <a:endParaRPr lang="en-PK" cap="none" dirty="0"/>
          </a:p>
        </p:txBody>
      </p:sp>
      <p:sp>
        <p:nvSpPr>
          <p:cNvPr id="75" name="Rectangle 74">
            <a:extLst>
              <a:ext uri="{FF2B5EF4-FFF2-40B4-BE49-F238E27FC236}">
                <a16:creationId xmlns:a16="http://schemas.microsoft.com/office/drawing/2014/main" id="{F50C5101-CD9E-4E96-A827-ACA768C31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321FCB33-7C68-A646-A449-582A3074B9BF}"/>
              </a:ext>
            </a:extLst>
          </p:cNvPr>
          <p:cNvSpPr>
            <a:spLocks noGrp="1"/>
          </p:cNvSpPr>
          <p:nvPr>
            <p:ph idx="1"/>
          </p:nvPr>
        </p:nvSpPr>
        <p:spPr>
          <a:xfrm>
            <a:off x="765051" y="1371600"/>
            <a:ext cx="6015897" cy="5486399"/>
          </a:xfrm>
        </p:spPr>
        <p:txBody>
          <a:bodyPr>
            <a:normAutofit/>
          </a:bodyPr>
          <a:lstStyle/>
          <a:p>
            <a:pPr>
              <a:lnSpc>
                <a:spcPct val="100000"/>
              </a:lnSpc>
            </a:pPr>
            <a:r>
              <a:rPr lang="en-GB" sz="2400" dirty="0">
                <a:solidFill>
                  <a:schemeClr val="tx1">
                    <a:lumMod val="85000"/>
                    <a:lumOff val="15000"/>
                  </a:schemeClr>
                </a:solidFill>
              </a:rPr>
              <a:t>A sequence of numbers in which each number is the sum of the preceding two. </a:t>
            </a:r>
            <a:br>
              <a:rPr lang="en-GB" sz="2400" dirty="0">
                <a:solidFill>
                  <a:schemeClr val="tx1">
                    <a:lumMod val="85000"/>
                    <a:lumOff val="15000"/>
                  </a:schemeClr>
                </a:solidFill>
              </a:rPr>
            </a:br>
            <a:r>
              <a:rPr lang="en-GB" sz="2400" dirty="0">
                <a:solidFill>
                  <a:schemeClr val="tx1">
                    <a:lumMod val="85000"/>
                    <a:lumOff val="15000"/>
                  </a:schemeClr>
                </a:solidFill>
              </a:rPr>
              <a:t>1, 1, 2, 3, 5, 8, 13,...</a:t>
            </a:r>
          </a:p>
          <a:p>
            <a:pPr>
              <a:lnSpc>
                <a:spcPct val="100000"/>
              </a:lnSpc>
            </a:pPr>
            <a:r>
              <a:rPr lang="en-GB" sz="2400" dirty="0">
                <a:solidFill>
                  <a:schemeClr val="tx1">
                    <a:lumMod val="85000"/>
                    <a:lumOff val="15000"/>
                  </a:schemeClr>
                </a:solidFill>
              </a:rPr>
              <a:t>Patterns exhibiting the sequence are commonly found in natural forms, such as the petals of flowers, spirals of galaxies, and bones in the human hand.</a:t>
            </a:r>
          </a:p>
          <a:p>
            <a:pPr>
              <a:lnSpc>
                <a:spcPct val="100000"/>
              </a:lnSpc>
            </a:pPr>
            <a:r>
              <a:rPr lang="en-GB" sz="2400" dirty="0">
                <a:solidFill>
                  <a:schemeClr val="tx1">
                    <a:lumMod val="85000"/>
                    <a:lumOff val="15000"/>
                  </a:schemeClr>
                </a:solidFill>
              </a:rPr>
              <a:t>Fibonacci sequences are generally used in concert with the golden ratio, a principle to which it is closely related. For example, the division of any two adjacent numbers in a Fibonacci sequence yields an approximation of the golden ratio.</a:t>
            </a:r>
          </a:p>
          <a:p>
            <a:pPr>
              <a:lnSpc>
                <a:spcPct val="100000"/>
              </a:lnSpc>
            </a:pPr>
            <a:endParaRPr lang="en-GB" dirty="0">
              <a:solidFill>
                <a:schemeClr val="tx1">
                  <a:lumMod val="85000"/>
                  <a:lumOff val="15000"/>
                </a:schemeClr>
              </a:solidFill>
            </a:endParaRPr>
          </a:p>
          <a:p>
            <a:pPr>
              <a:lnSpc>
                <a:spcPct val="100000"/>
              </a:lnSpc>
            </a:pPr>
            <a:endParaRPr lang="en-GB" dirty="0">
              <a:solidFill>
                <a:schemeClr val="tx1">
                  <a:lumMod val="85000"/>
                  <a:lumOff val="15000"/>
                </a:schemeClr>
              </a:solidFill>
            </a:endParaRPr>
          </a:p>
          <a:p>
            <a:pPr>
              <a:lnSpc>
                <a:spcPct val="100000"/>
              </a:lnSpc>
            </a:pPr>
            <a:endParaRPr lang="en-GB" dirty="0">
              <a:solidFill>
                <a:schemeClr val="tx1">
                  <a:lumMod val="85000"/>
                  <a:lumOff val="15000"/>
                </a:schemeClr>
              </a:solidFill>
            </a:endParaRPr>
          </a:p>
          <a:p>
            <a:pPr>
              <a:lnSpc>
                <a:spcPct val="100000"/>
              </a:lnSpc>
            </a:pPr>
            <a:endParaRPr lang="en-GB" dirty="0">
              <a:solidFill>
                <a:schemeClr val="tx1">
                  <a:lumMod val="85000"/>
                  <a:lumOff val="15000"/>
                </a:schemeClr>
              </a:solidFill>
            </a:endParaRPr>
          </a:p>
          <a:p>
            <a:pPr>
              <a:lnSpc>
                <a:spcPct val="100000"/>
              </a:lnSpc>
            </a:pPr>
            <a:endParaRPr lang="en-GB" dirty="0">
              <a:solidFill>
                <a:schemeClr val="tx1">
                  <a:lumMod val="85000"/>
                  <a:lumOff val="15000"/>
                </a:schemeClr>
              </a:solidFill>
            </a:endParaRPr>
          </a:p>
          <a:p>
            <a:pPr>
              <a:lnSpc>
                <a:spcPct val="100000"/>
              </a:lnSpc>
            </a:pPr>
            <a:endParaRPr lang="en-PK" dirty="0">
              <a:solidFill>
                <a:schemeClr val="tx1">
                  <a:lumMod val="85000"/>
                  <a:lumOff val="15000"/>
                </a:schemeClr>
              </a:solidFill>
            </a:endParaRPr>
          </a:p>
        </p:txBody>
      </p:sp>
      <p:sp>
        <p:nvSpPr>
          <p:cNvPr id="77" name="Freeform 22">
            <a:extLst>
              <a:ext uri="{FF2B5EF4-FFF2-40B4-BE49-F238E27FC236}">
                <a16:creationId xmlns:a16="http://schemas.microsoft.com/office/drawing/2014/main" id="{462DAB16-FC2D-400E-BB5D-1F4F137BB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flipH="1">
            <a:off x="6909478" y="0"/>
            <a:ext cx="5282519" cy="6858000"/>
          </a:xfrm>
          <a:custGeom>
            <a:avLst/>
            <a:gdLst>
              <a:gd name="connsiteX0" fmla="*/ 0 w 4992864"/>
              <a:gd name="connsiteY0" fmla="*/ 0 h 6858000"/>
              <a:gd name="connsiteX1" fmla="*/ 4813476 w 4992864"/>
              <a:gd name="connsiteY1" fmla="*/ 0 h 6858000"/>
              <a:gd name="connsiteX2" fmla="*/ 4818239 w 4992864"/>
              <a:gd name="connsiteY2" fmla="*/ 66675 h 6858000"/>
              <a:gd name="connsiteX3" fmla="*/ 4826176 w 4992864"/>
              <a:gd name="connsiteY3" fmla="*/ 122237 h 6858000"/>
              <a:gd name="connsiteX4" fmla="*/ 4835701 w 4992864"/>
              <a:gd name="connsiteY4" fmla="*/ 174625 h 6858000"/>
              <a:gd name="connsiteX5" fmla="*/ 4851576 w 4992864"/>
              <a:gd name="connsiteY5" fmla="*/ 217487 h 6858000"/>
              <a:gd name="connsiteX6" fmla="*/ 4867451 w 4992864"/>
              <a:gd name="connsiteY6" fmla="*/ 260350 h 6858000"/>
              <a:gd name="connsiteX7" fmla="*/ 4886501 w 4992864"/>
              <a:gd name="connsiteY7" fmla="*/ 296862 h 6858000"/>
              <a:gd name="connsiteX8" fmla="*/ 4905551 w 4992864"/>
              <a:gd name="connsiteY8" fmla="*/ 334962 h 6858000"/>
              <a:gd name="connsiteX9" fmla="*/ 4923014 w 4992864"/>
              <a:gd name="connsiteY9" fmla="*/ 369887 h 6858000"/>
              <a:gd name="connsiteX10" fmla="*/ 4940476 w 4992864"/>
              <a:gd name="connsiteY10" fmla="*/ 409575 h 6858000"/>
              <a:gd name="connsiteX11" fmla="*/ 4956351 w 4992864"/>
              <a:gd name="connsiteY11" fmla="*/ 450850 h 6858000"/>
              <a:gd name="connsiteX12" fmla="*/ 4970639 w 4992864"/>
              <a:gd name="connsiteY12" fmla="*/ 496887 h 6858000"/>
              <a:gd name="connsiteX13" fmla="*/ 4981751 w 4992864"/>
              <a:gd name="connsiteY13" fmla="*/ 546100 h 6858000"/>
              <a:gd name="connsiteX14" fmla="*/ 4989689 w 4992864"/>
              <a:gd name="connsiteY14" fmla="*/ 606425 h 6858000"/>
              <a:gd name="connsiteX15" fmla="*/ 4992864 w 4992864"/>
              <a:gd name="connsiteY15" fmla="*/ 673100 h 6858000"/>
              <a:gd name="connsiteX16" fmla="*/ 4989689 w 4992864"/>
              <a:gd name="connsiteY16" fmla="*/ 744537 h 6858000"/>
              <a:gd name="connsiteX17" fmla="*/ 4981751 w 4992864"/>
              <a:gd name="connsiteY17" fmla="*/ 801687 h 6858000"/>
              <a:gd name="connsiteX18" fmla="*/ 4970639 w 4992864"/>
              <a:gd name="connsiteY18" fmla="*/ 854075 h 6858000"/>
              <a:gd name="connsiteX19" fmla="*/ 4956351 w 4992864"/>
              <a:gd name="connsiteY19" fmla="*/ 901700 h 6858000"/>
              <a:gd name="connsiteX20" fmla="*/ 4940476 w 4992864"/>
              <a:gd name="connsiteY20" fmla="*/ 942975 h 6858000"/>
              <a:gd name="connsiteX21" fmla="*/ 4921426 w 4992864"/>
              <a:gd name="connsiteY21" fmla="*/ 981075 h 6858000"/>
              <a:gd name="connsiteX22" fmla="*/ 4902376 w 4992864"/>
              <a:gd name="connsiteY22" fmla="*/ 1017587 h 6858000"/>
              <a:gd name="connsiteX23" fmla="*/ 4883326 w 4992864"/>
              <a:gd name="connsiteY23" fmla="*/ 1055687 h 6858000"/>
              <a:gd name="connsiteX24" fmla="*/ 4865864 w 4992864"/>
              <a:gd name="connsiteY24" fmla="*/ 1095375 h 6858000"/>
              <a:gd name="connsiteX25" fmla="*/ 4848401 w 4992864"/>
              <a:gd name="connsiteY25" fmla="*/ 1136650 h 6858000"/>
              <a:gd name="connsiteX26" fmla="*/ 4834114 w 4992864"/>
              <a:gd name="connsiteY26" fmla="*/ 1182687 h 6858000"/>
              <a:gd name="connsiteX27" fmla="*/ 4824589 w 4992864"/>
              <a:gd name="connsiteY27" fmla="*/ 1235075 h 6858000"/>
              <a:gd name="connsiteX28" fmla="*/ 4815064 w 4992864"/>
              <a:gd name="connsiteY28" fmla="*/ 1295400 h 6858000"/>
              <a:gd name="connsiteX29" fmla="*/ 4813476 w 4992864"/>
              <a:gd name="connsiteY29" fmla="*/ 1363662 h 6858000"/>
              <a:gd name="connsiteX30" fmla="*/ 4815064 w 4992864"/>
              <a:gd name="connsiteY30" fmla="*/ 1431925 h 6858000"/>
              <a:gd name="connsiteX31" fmla="*/ 4824589 w 4992864"/>
              <a:gd name="connsiteY31" fmla="*/ 1492250 h 6858000"/>
              <a:gd name="connsiteX32" fmla="*/ 4834114 w 4992864"/>
              <a:gd name="connsiteY32" fmla="*/ 1544637 h 6858000"/>
              <a:gd name="connsiteX33" fmla="*/ 4848401 w 4992864"/>
              <a:gd name="connsiteY33" fmla="*/ 1589087 h 6858000"/>
              <a:gd name="connsiteX34" fmla="*/ 4865864 w 4992864"/>
              <a:gd name="connsiteY34" fmla="*/ 1631950 h 6858000"/>
              <a:gd name="connsiteX35" fmla="*/ 4883326 w 4992864"/>
              <a:gd name="connsiteY35" fmla="*/ 1671637 h 6858000"/>
              <a:gd name="connsiteX36" fmla="*/ 4902376 w 4992864"/>
              <a:gd name="connsiteY36" fmla="*/ 1708150 h 6858000"/>
              <a:gd name="connsiteX37" fmla="*/ 4921426 w 4992864"/>
              <a:gd name="connsiteY37" fmla="*/ 1743075 h 6858000"/>
              <a:gd name="connsiteX38" fmla="*/ 4940476 w 4992864"/>
              <a:gd name="connsiteY38" fmla="*/ 1782762 h 6858000"/>
              <a:gd name="connsiteX39" fmla="*/ 4956351 w 4992864"/>
              <a:gd name="connsiteY39" fmla="*/ 1824037 h 6858000"/>
              <a:gd name="connsiteX40" fmla="*/ 4970639 w 4992864"/>
              <a:gd name="connsiteY40" fmla="*/ 1870075 h 6858000"/>
              <a:gd name="connsiteX41" fmla="*/ 4981751 w 4992864"/>
              <a:gd name="connsiteY41" fmla="*/ 1922462 h 6858000"/>
              <a:gd name="connsiteX42" fmla="*/ 4989689 w 4992864"/>
              <a:gd name="connsiteY42" fmla="*/ 1982787 h 6858000"/>
              <a:gd name="connsiteX43" fmla="*/ 4992864 w 4992864"/>
              <a:gd name="connsiteY43" fmla="*/ 2051050 h 6858000"/>
              <a:gd name="connsiteX44" fmla="*/ 4989689 w 4992864"/>
              <a:gd name="connsiteY44" fmla="*/ 2119312 h 6858000"/>
              <a:gd name="connsiteX45" fmla="*/ 4981751 w 4992864"/>
              <a:gd name="connsiteY45" fmla="*/ 2179637 h 6858000"/>
              <a:gd name="connsiteX46" fmla="*/ 4970639 w 4992864"/>
              <a:gd name="connsiteY46" fmla="*/ 2232025 h 6858000"/>
              <a:gd name="connsiteX47" fmla="*/ 4956351 w 4992864"/>
              <a:gd name="connsiteY47" fmla="*/ 2278062 h 6858000"/>
              <a:gd name="connsiteX48" fmla="*/ 4940476 w 4992864"/>
              <a:gd name="connsiteY48" fmla="*/ 2319337 h 6858000"/>
              <a:gd name="connsiteX49" fmla="*/ 4921426 w 4992864"/>
              <a:gd name="connsiteY49" fmla="*/ 2359025 h 6858000"/>
              <a:gd name="connsiteX50" fmla="*/ 4902376 w 4992864"/>
              <a:gd name="connsiteY50" fmla="*/ 2395537 h 6858000"/>
              <a:gd name="connsiteX51" fmla="*/ 4883326 w 4992864"/>
              <a:gd name="connsiteY51" fmla="*/ 2433637 h 6858000"/>
              <a:gd name="connsiteX52" fmla="*/ 4865864 w 4992864"/>
              <a:gd name="connsiteY52" fmla="*/ 2471737 h 6858000"/>
              <a:gd name="connsiteX53" fmla="*/ 4848401 w 4992864"/>
              <a:gd name="connsiteY53" fmla="*/ 2513012 h 6858000"/>
              <a:gd name="connsiteX54" fmla="*/ 4834114 w 4992864"/>
              <a:gd name="connsiteY54" fmla="*/ 2560637 h 6858000"/>
              <a:gd name="connsiteX55" fmla="*/ 4824589 w 4992864"/>
              <a:gd name="connsiteY55" fmla="*/ 2613025 h 6858000"/>
              <a:gd name="connsiteX56" fmla="*/ 4815064 w 4992864"/>
              <a:gd name="connsiteY56" fmla="*/ 2671762 h 6858000"/>
              <a:gd name="connsiteX57" fmla="*/ 4813476 w 4992864"/>
              <a:gd name="connsiteY57" fmla="*/ 2741612 h 6858000"/>
              <a:gd name="connsiteX58" fmla="*/ 4815064 w 4992864"/>
              <a:gd name="connsiteY58" fmla="*/ 2809875 h 6858000"/>
              <a:gd name="connsiteX59" fmla="*/ 4824589 w 4992864"/>
              <a:gd name="connsiteY59" fmla="*/ 2868612 h 6858000"/>
              <a:gd name="connsiteX60" fmla="*/ 4834114 w 4992864"/>
              <a:gd name="connsiteY60" fmla="*/ 2922587 h 6858000"/>
              <a:gd name="connsiteX61" fmla="*/ 4848401 w 4992864"/>
              <a:gd name="connsiteY61" fmla="*/ 2967037 h 6858000"/>
              <a:gd name="connsiteX62" fmla="*/ 4865864 w 4992864"/>
              <a:gd name="connsiteY62" fmla="*/ 3009900 h 6858000"/>
              <a:gd name="connsiteX63" fmla="*/ 4883326 w 4992864"/>
              <a:gd name="connsiteY63" fmla="*/ 3046412 h 6858000"/>
              <a:gd name="connsiteX64" fmla="*/ 4902376 w 4992864"/>
              <a:gd name="connsiteY64" fmla="*/ 3084512 h 6858000"/>
              <a:gd name="connsiteX65" fmla="*/ 4921426 w 4992864"/>
              <a:gd name="connsiteY65" fmla="*/ 3121025 h 6858000"/>
              <a:gd name="connsiteX66" fmla="*/ 4940476 w 4992864"/>
              <a:gd name="connsiteY66" fmla="*/ 3160712 h 6858000"/>
              <a:gd name="connsiteX67" fmla="*/ 4956351 w 4992864"/>
              <a:gd name="connsiteY67" fmla="*/ 3201987 h 6858000"/>
              <a:gd name="connsiteX68" fmla="*/ 4970639 w 4992864"/>
              <a:gd name="connsiteY68" fmla="*/ 3248025 h 6858000"/>
              <a:gd name="connsiteX69" fmla="*/ 4981751 w 4992864"/>
              <a:gd name="connsiteY69" fmla="*/ 3300412 h 6858000"/>
              <a:gd name="connsiteX70" fmla="*/ 4989689 w 4992864"/>
              <a:gd name="connsiteY70" fmla="*/ 3360737 h 6858000"/>
              <a:gd name="connsiteX71" fmla="*/ 4992864 w 4992864"/>
              <a:gd name="connsiteY71" fmla="*/ 3427412 h 6858000"/>
              <a:gd name="connsiteX72" fmla="*/ 4989689 w 4992864"/>
              <a:gd name="connsiteY72" fmla="*/ 3497262 h 6858000"/>
              <a:gd name="connsiteX73" fmla="*/ 4981751 w 4992864"/>
              <a:gd name="connsiteY73" fmla="*/ 3557587 h 6858000"/>
              <a:gd name="connsiteX74" fmla="*/ 4970639 w 4992864"/>
              <a:gd name="connsiteY74" fmla="*/ 3609975 h 6858000"/>
              <a:gd name="connsiteX75" fmla="*/ 4956351 w 4992864"/>
              <a:gd name="connsiteY75" fmla="*/ 3656012 h 6858000"/>
              <a:gd name="connsiteX76" fmla="*/ 4940476 w 4992864"/>
              <a:gd name="connsiteY76" fmla="*/ 3697287 h 6858000"/>
              <a:gd name="connsiteX77" fmla="*/ 4921426 w 4992864"/>
              <a:gd name="connsiteY77" fmla="*/ 3736975 h 6858000"/>
              <a:gd name="connsiteX78" fmla="*/ 4883326 w 4992864"/>
              <a:gd name="connsiteY78" fmla="*/ 3811587 h 6858000"/>
              <a:gd name="connsiteX79" fmla="*/ 4865864 w 4992864"/>
              <a:gd name="connsiteY79" fmla="*/ 3848100 h 6858000"/>
              <a:gd name="connsiteX80" fmla="*/ 4848401 w 4992864"/>
              <a:gd name="connsiteY80" fmla="*/ 3890962 h 6858000"/>
              <a:gd name="connsiteX81" fmla="*/ 4834114 w 4992864"/>
              <a:gd name="connsiteY81" fmla="*/ 3935412 h 6858000"/>
              <a:gd name="connsiteX82" fmla="*/ 4824589 w 4992864"/>
              <a:gd name="connsiteY82" fmla="*/ 3987800 h 6858000"/>
              <a:gd name="connsiteX83" fmla="*/ 4815064 w 4992864"/>
              <a:gd name="connsiteY83" fmla="*/ 4048125 h 6858000"/>
              <a:gd name="connsiteX84" fmla="*/ 4813476 w 4992864"/>
              <a:gd name="connsiteY84" fmla="*/ 4116387 h 6858000"/>
              <a:gd name="connsiteX85" fmla="*/ 4815064 w 4992864"/>
              <a:gd name="connsiteY85" fmla="*/ 4186237 h 6858000"/>
              <a:gd name="connsiteX86" fmla="*/ 4824589 w 4992864"/>
              <a:gd name="connsiteY86" fmla="*/ 4244975 h 6858000"/>
              <a:gd name="connsiteX87" fmla="*/ 4834114 w 4992864"/>
              <a:gd name="connsiteY87" fmla="*/ 4297362 h 6858000"/>
              <a:gd name="connsiteX88" fmla="*/ 4848401 w 4992864"/>
              <a:gd name="connsiteY88" fmla="*/ 4343400 h 6858000"/>
              <a:gd name="connsiteX89" fmla="*/ 4865864 w 4992864"/>
              <a:gd name="connsiteY89" fmla="*/ 4386262 h 6858000"/>
              <a:gd name="connsiteX90" fmla="*/ 4883326 w 4992864"/>
              <a:gd name="connsiteY90" fmla="*/ 4424362 h 6858000"/>
              <a:gd name="connsiteX91" fmla="*/ 4921426 w 4992864"/>
              <a:gd name="connsiteY91" fmla="*/ 4498975 h 6858000"/>
              <a:gd name="connsiteX92" fmla="*/ 4940476 w 4992864"/>
              <a:gd name="connsiteY92" fmla="*/ 4537075 h 6858000"/>
              <a:gd name="connsiteX93" fmla="*/ 4956351 w 4992864"/>
              <a:gd name="connsiteY93" fmla="*/ 4579937 h 6858000"/>
              <a:gd name="connsiteX94" fmla="*/ 4970639 w 4992864"/>
              <a:gd name="connsiteY94" fmla="*/ 4625975 h 6858000"/>
              <a:gd name="connsiteX95" fmla="*/ 4981751 w 4992864"/>
              <a:gd name="connsiteY95" fmla="*/ 4678362 h 6858000"/>
              <a:gd name="connsiteX96" fmla="*/ 4989689 w 4992864"/>
              <a:gd name="connsiteY96" fmla="*/ 4738687 h 6858000"/>
              <a:gd name="connsiteX97" fmla="*/ 4992864 w 4992864"/>
              <a:gd name="connsiteY97" fmla="*/ 4806950 h 6858000"/>
              <a:gd name="connsiteX98" fmla="*/ 4989689 w 4992864"/>
              <a:gd name="connsiteY98" fmla="*/ 4875212 h 6858000"/>
              <a:gd name="connsiteX99" fmla="*/ 4981751 w 4992864"/>
              <a:gd name="connsiteY99" fmla="*/ 4935537 h 6858000"/>
              <a:gd name="connsiteX100" fmla="*/ 4970639 w 4992864"/>
              <a:gd name="connsiteY100" fmla="*/ 4987925 h 6858000"/>
              <a:gd name="connsiteX101" fmla="*/ 4956351 w 4992864"/>
              <a:gd name="connsiteY101" fmla="*/ 5033962 h 6858000"/>
              <a:gd name="connsiteX102" fmla="*/ 4940476 w 4992864"/>
              <a:gd name="connsiteY102" fmla="*/ 5075237 h 6858000"/>
              <a:gd name="connsiteX103" fmla="*/ 4921426 w 4992864"/>
              <a:gd name="connsiteY103" fmla="*/ 5114925 h 6858000"/>
              <a:gd name="connsiteX104" fmla="*/ 4902376 w 4992864"/>
              <a:gd name="connsiteY104" fmla="*/ 5149850 h 6858000"/>
              <a:gd name="connsiteX105" fmla="*/ 4883326 w 4992864"/>
              <a:gd name="connsiteY105" fmla="*/ 5186362 h 6858000"/>
              <a:gd name="connsiteX106" fmla="*/ 4865864 w 4992864"/>
              <a:gd name="connsiteY106" fmla="*/ 5226050 h 6858000"/>
              <a:gd name="connsiteX107" fmla="*/ 4848401 w 4992864"/>
              <a:gd name="connsiteY107" fmla="*/ 5268912 h 6858000"/>
              <a:gd name="connsiteX108" fmla="*/ 4834114 w 4992864"/>
              <a:gd name="connsiteY108" fmla="*/ 5313362 h 6858000"/>
              <a:gd name="connsiteX109" fmla="*/ 4824589 w 4992864"/>
              <a:gd name="connsiteY109" fmla="*/ 5365750 h 6858000"/>
              <a:gd name="connsiteX110" fmla="*/ 4815064 w 4992864"/>
              <a:gd name="connsiteY110" fmla="*/ 5426075 h 6858000"/>
              <a:gd name="connsiteX111" fmla="*/ 4813476 w 4992864"/>
              <a:gd name="connsiteY111" fmla="*/ 5494337 h 6858000"/>
              <a:gd name="connsiteX112" fmla="*/ 4815064 w 4992864"/>
              <a:gd name="connsiteY112" fmla="*/ 5562600 h 6858000"/>
              <a:gd name="connsiteX113" fmla="*/ 4824589 w 4992864"/>
              <a:gd name="connsiteY113" fmla="*/ 5622925 h 6858000"/>
              <a:gd name="connsiteX114" fmla="*/ 4834114 w 4992864"/>
              <a:gd name="connsiteY114" fmla="*/ 5675312 h 6858000"/>
              <a:gd name="connsiteX115" fmla="*/ 4848401 w 4992864"/>
              <a:gd name="connsiteY115" fmla="*/ 5721350 h 6858000"/>
              <a:gd name="connsiteX116" fmla="*/ 4865864 w 4992864"/>
              <a:gd name="connsiteY116" fmla="*/ 5762625 h 6858000"/>
              <a:gd name="connsiteX117" fmla="*/ 4883326 w 4992864"/>
              <a:gd name="connsiteY117" fmla="*/ 5802312 h 6858000"/>
              <a:gd name="connsiteX118" fmla="*/ 4902376 w 4992864"/>
              <a:gd name="connsiteY118" fmla="*/ 5840412 h 6858000"/>
              <a:gd name="connsiteX119" fmla="*/ 4921426 w 4992864"/>
              <a:gd name="connsiteY119" fmla="*/ 5876925 h 6858000"/>
              <a:gd name="connsiteX120" fmla="*/ 4940476 w 4992864"/>
              <a:gd name="connsiteY120" fmla="*/ 5915025 h 6858000"/>
              <a:gd name="connsiteX121" fmla="*/ 4956351 w 4992864"/>
              <a:gd name="connsiteY121" fmla="*/ 5956300 h 6858000"/>
              <a:gd name="connsiteX122" fmla="*/ 4970639 w 4992864"/>
              <a:gd name="connsiteY122" fmla="*/ 6003925 h 6858000"/>
              <a:gd name="connsiteX123" fmla="*/ 4981751 w 4992864"/>
              <a:gd name="connsiteY123" fmla="*/ 6056312 h 6858000"/>
              <a:gd name="connsiteX124" fmla="*/ 4989689 w 4992864"/>
              <a:gd name="connsiteY124" fmla="*/ 6113462 h 6858000"/>
              <a:gd name="connsiteX125" fmla="*/ 4992864 w 4992864"/>
              <a:gd name="connsiteY125" fmla="*/ 6183312 h 6858000"/>
              <a:gd name="connsiteX126" fmla="*/ 4989689 w 4992864"/>
              <a:gd name="connsiteY126" fmla="*/ 6251575 h 6858000"/>
              <a:gd name="connsiteX127" fmla="*/ 4981751 w 4992864"/>
              <a:gd name="connsiteY127" fmla="*/ 6311900 h 6858000"/>
              <a:gd name="connsiteX128" fmla="*/ 4970639 w 4992864"/>
              <a:gd name="connsiteY128" fmla="*/ 6361112 h 6858000"/>
              <a:gd name="connsiteX129" fmla="*/ 4956351 w 4992864"/>
              <a:gd name="connsiteY129" fmla="*/ 6407150 h 6858000"/>
              <a:gd name="connsiteX130" fmla="*/ 4940476 w 4992864"/>
              <a:gd name="connsiteY130" fmla="*/ 6448425 h 6858000"/>
              <a:gd name="connsiteX131" fmla="*/ 4923014 w 4992864"/>
              <a:gd name="connsiteY131" fmla="*/ 6488112 h 6858000"/>
              <a:gd name="connsiteX132" fmla="*/ 4905551 w 4992864"/>
              <a:gd name="connsiteY132" fmla="*/ 6523037 h 6858000"/>
              <a:gd name="connsiteX133" fmla="*/ 4886501 w 4992864"/>
              <a:gd name="connsiteY133" fmla="*/ 6561137 h 6858000"/>
              <a:gd name="connsiteX134" fmla="*/ 4867451 w 4992864"/>
              <a:gd name="connsiteY134" fmla="*/ 6597650 h 6858000"/>
              <a:gd name="connsiteX135" fmla="*/ 4851576 w 4992864"/>
              <a:gd name="connsiteY135" fmla="*/ 6640512 h 6858000"/>
              <a:gd name="connsiteX136" fmla="*/ 4835701 w 4992864"/>
              <a:gd name="connsiteY136" fmla="*/ 6683375 h 6858000"/>
              <a:gd name="connsiteX137" fmla="*/ 4826176 w 4992864"/>
              <a:gd name="connsiteY137" fmla="*/ 6735762 h 6858000"/>
              <a:gd name="connsiteX138" fmla="*/ 4818239 w 4992864"/>
              <a:gd name="connsiteY138" fmla="*/ 6791325 h 6858000"/>
              <a:gd name="connsiteX139" fmla="*/ 4813476 w 4992864"/>
              <a:gd name="connsiteY139" fmla="*/ 6858000 h 6858000"/>
              <a:gd name="connsiteX140" fmla="*/ 0 w 4992864"/>
              <a:gd name="connsiteY14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4992864" h="6858000">
                <a:moveTo>
                  <a:pt x="0" y="0"/>
                </a:moveTo>
                <a:lnTo>
                  <a:pt x="4813476" y="0"/>
                </a:lnTo>
                <a:lnTo>
                  <a:pt x="4818239" y="66675"/>
                </a:lnTo>
                <a:lnTo>
                  <a:pt x="4826176" y="122237"/>
                </a:lnTo>
                <a:lnTo>
                  <a:pt x="4835701" y="174625"/>
                </a:lnTo>
                <a:lnTo>
                  <a:pt x="4851576" y="217487"/>
                </a:lnTo>
                <a:lnTo>
                  <a:pt x="4867451" y="260350"/>
                </a:lnTo>
                <a:lnTo>
                  <a:pt x="4886501" y="296862"/>
                </a:lnTo>
                <a:lnTo>
                  <a:pt x="4905551" y="334962"/>
                </a:lnTo>
                <a:lnTo>
                  <a:pt x="4923014" y="369887"/>
                </a:lnTo>
                <a:lnTo>
                  <a:pt x="4940476" y="409575"/>
                </a:lnTo>
                <a:lnTo>
                  <a:pt x="4956351" y="450850"/>
                </a:lnTo>
                <a:lnTo>
                  <a:pt x="4970639" y="496887"/>
                </a:lnTo>
                <a:lnTo>
                  <a:pt x="4981751" y="546100"/>
                </a:lnTo>
                <a:lnTo>
                  <a:pt x="4989689" y="606425"/>
                </a:lnTo>
                <a:lnTo>
                  <a:pt x="4992864" y="673100"/>
                </a:lnTo>
                <a:lnTo>
                  <a:pt x="4989689" y="744537"/>
                </a:lnTo>
                <a:lnTo>
                  <a:pt x="4981751" y="801687"/>
                </a:lnTo>
                <a:lnTo>
                  <a:pt x="4970639" y="854075"/>
                </a:lnTo>
                <a:lnTo>
                  <a:pt x="4956351" y="901700"/>
                </a:lnTo>
                <a:lnTo>
                  <a:pt x="4940476" y="942975"/>
                </a:lnTo>
                <a:lnTo>
                  <a:pt x="4921426" y="981075"/>
                </a:lnTo>
                <a:lnTo>
                  <a:pt x="4902376" y="1017587"/>
                </a:lnTo>
                <a:lnTo>
                  <a:pt x="4883326" y="1055687"/>
                </a:lnTo>
                <a:lnTo>
                  <a:pt x="4865864" y="1095375"/>
                </a:lnTo>
                <a:lnTo>
                  <a:pt x="4848401" y="1136650"/>
                </a:lnTo>
                <a:lnTo>
                  <a:pt x="4834114" y="1182687"/>
                </a:lnTo>
                <a:lnTo>
                  <a:pt x="4824589" y="1235075"/>
                </a:lnTo>
                <a:lnTo>
                  <a:pt x="4815064" y="1295400"/>
                </a:lnTo>
                <a:lnTo>
                  <a:pt x="4813476" y="1363662"/>
                </a:lnTo>
                <a:lnTo>
                  <a:pt x="4815064" y="1431925"/>
                </a:lnTo>
                <a:lnTo>
                  <a:pt x="4824589" y="1492250"/>
                </a:lnTo>
                <a:lnTo>
                  <a:pt x="4834114" y="1544637"/>
                </a:lnTo>
                <a:lnTo>
                  <a:pt x="4848401" y="1589087"/>
                </a:lnTo>
                <a:lnTo>
                  <a:pt x="4865864" y="1631950"/>
                </a:lnTo>
                <a:lnTo>
                  <a:pt x="4883326" y="1671637"/>
                </a:lnTo>
                <a:lnTo>
                  <a:pt x="4902376" y="1708150"/>
                </a:lnTo>
                <a:lnTo>
                  <a:pt x="4921426" y="1743075"/>
                </a:lnTo>
                <a:lnTo>
                  <a:pt x="4940476" y="1782762"/>
                </a:lnTo>
                <a:lnTo>
                  <a:pt x="4956351" y="1824037"/>
                </a:lnTo>
                <a:lnTo>
                  <a:pt x="4970639" y="1870075"/>
                </a:lnTo>
                <a:lnTo>
                  <a:pt x="4981751" y="1922462"/>
                </a:lnTo>
                <a:lnTo>
                  <a:pt x="4989689" y="1982787"/>
                </a:lnTo>
                <a:lnTo>
                  <a:pt x="4992864" y="2051050"/>
                </a:lnTo>
                <a:lnTo>
                  <a:pt x="4989689" y="2119312"/>
                </a:lnTo>
                <a:lnTo>
                  <a:pt x="4981751" y="2179637"/>
                </a:lnTo>
                <a:lnTo>
                  <a:pt x="4970639" y="2232025"/>
                </a:lnTo>
                <a:lnTo>
                  <a:pt x="4956351" y="2278062"/>
                </a:lnTo>
                <a:lnTo>
                  <a:pt x="4940476" y="2319337"/>
                </a:lnTo>
                <a:lnTo>
                  <a:pt x="4921426" y="2359025"/>
                </a:lnTo>
                <a:lnTo>
                  <a:pt x="4902376" y="2395537"/>
                </a:lnTo>
                <a:lnTo>
                  <a:pt x="4883326" y="2433637"/>
                </a:lnTo>
                <a:lnTo>
                  <a:pt x="4865864" y="2471737"/>
                </a:lnTo>
                <a:lnTo>
                  <a:pt x="4848401" y="2513012"/>
                </a:lnTo>
                <a:lnTo>
                  <a:pt x="4834114" y="2560637"/>
                </a:lnTo>
                <a:lnTo>
                  <a:pt x="4824589" y="2613025"/>
                </a:lnTo>
                <a:lnTo>
                  <a:pt x="4815064" y="2671762"/>
                </a:lnTo>
                <a:lnTo>
                  <a:pt x="4813476" y="2741612"/>
                </a:lnTo>
                <a:lnTo>
                  <a:pt x="4815064" y="2809875"/>
                </a:lnTo>
                <a:lnTo>
                  <a:pt x="4824589" y="2868612"/>
                </a:lnTo>
                <a:lnTo>
                  <a:pt x="4834114" y="2922587"/>
                </a:lnTo>
                <a:lnTo>
                  <a:pt x="4848401" y="2967037"/>
                </a:lnTo>
                <a:lnTo>
                  <a:pt x="4865864" y="3009900"/>
                </a:lnTo>
                <a:lnTo>
                  <a:pt x="4883326" y="3046412"/>
                </a:lnTo>
                <a:lnTo>
                  <a:pt x="4902376" y="3084512"/>
                </a:lnTo>
                <a:lnTo>
                  <a:pt x="4921426" y="3121025"/>
                </a:lnTo>
                <a:lnTo>
                  <a:pt x="4940476" y="3160712"/>
                </a:lnTo>
                <a:lnTo>
                  <a:pt x="4956351" y="3201987"/>
                </a:lnTo>
                <a:lnTo>
                  <a:pt x="4970639" y="3248025"/>
                </a:lnTo>
                <a:lnTo>
                  <a:pt x="4981751" y="3300412"/>
                </a:lnTo>
                <a:lnTo>
                  <a:pt x="4989689" y="3360737"/>
                </a:lnTo>
                <a:lnTo>
                  <a:pt x="4992864" y="3427412"/>
                </a:lnTo>
                <a:lnTo>
                  <a:pt x="4989689" y="3497262"/>
                </a:lnTo>
                <a:lnTo>
                  <a:pt x="4981751" y="3557587"/>
                </a:lnTo>
                <a:lnTo>
                  <a:pt x="4970639" y="3609975"/>
                </a:lnTo>
                <a:lnTo>
                  <a:pt x="4956351" y="3656012"/>
                </a:lnTo>
                <a:lnTo>
                  <a:pt x="4940476" y="3697287"/>
                </a:lnTo>
                <a:lnTo>
                  <a:pt x="4921426" y="3736975"/>
                </a:lnTo>
                <a:lnTo>
                  <a:pt x="4883326" y="3811587"/>
                </a:lnTo>
                <a:lnTo>
                  <a:pt x="4865864" y="3848100"/>
                </a:lnTo>
                <a:lnTo>
                  <a:pt x="4848401" y="3890962"/>
                </a:lnTo>
                <a:lnTo>
                  <a:pt x="4834114" y="3935412"/>
                </a:lnTo>
                <a:lnTo>
                  <a:pt x="4824589" y="3987800"/>
                </a:lnTo>
                <a:lnTo>
                  <a:pt x="4815064" y="4048125"/>
                </a:lnTo>
                <a:lnTo>
                  <a:pt x="4813476" y="4116387"/>
                </a:lnTo>
                <a:lnTo>
                  <a:pt x="4815064" y="4186237"/>
                </a:lnTo>
                <a:lnTo>
                  <a:pt x="4824589" y="4244975"/>
                </a:lnTo>
                <a:lnTo>
                  <a:pt x="4834114" y="4297362"/>
                </a:lnTo>
                <a:lnTo>
                  <a:pt x="4848401" y="4343400"/>
                </a:lnTo>
                <a:lnTo>
                  <a:pt x="4865864" y="4386262"/>
                </a:lnTo>
                <a:lnTo>
                  <a:pt x="4883326" y="4424362"/>
                </a:lnTo>
                <a:lnTo>
                  <a:pt x="4921426" y="4498975"/>
                </a:lnTo>
                <a:lnTo>
                  <a:pt x="4940476" y="4537075"/>
                </a:lnTo>
                <a:lnTo>
                  <a:pt x="4956351" y="4579937"/>
                </a:lnTo>
                <a:lnTo>
                  <a:pt x="4970639" y="4625975"/>
                </a:lnTo>
                <a:lnTo>
                  <a:pt x="4981751" y="4678362"/>
                </a:lnTo>
                <a:lnTo>
                  <a:pt x="4989689" y="4738687"/>
                </a:lnTo>
                <a:lnTo>
                  <a:pt x="4992864" y="4806950"/>
                </a:lnTo>
                <a:lnTo>
                  <a:pt x="4989689" y="4875212"/>
                </a:lnTo>
                <a:lnTo>
                  <a:pt x="4981751" y="4935537"/>
                </a:lnTo>
                <a:lnTo>
                  <a:pt x="4970639" y="4987925"/>
                </a:lnTo>
                <a:lnTo>
                  <a:pt x="4956351" y="5033962"/>
                </a:lnTo>
                <a:lnTo>
                  <a:pt x="4940476" y="5075237"/>
                </a:lnTo>
                <a:lnTo>
                  <a:pt x="4921426" y="5114925"/>
                </a:lnTo>
                <a:lnTo>
                  <a:pt x="4902376" y="5149850"/>
                </a:lnTo>
                <a:lnTo>
                  <a:pt x="4883326" y="5186362"/>
                </a:lnTo>
                <a:lnTo>
                  <a:pt x="4865864" y="5226050"/>
                </a:lnTo>
                <a:lnTo>
                  <a:pt x="4848401" y="5268912"/>
                </a:lnTo>
                <a:lnTo>
                  <a:pt x="4834114" y="5313362"/>
                </a:lnTo>
                <a:lnTo>
                  <a:pt x="4824589" y="5365750"/>
                </a:lnTo>
                <a:lnTo>
                  <a:pt x="4815064" y="5426075"/>
                </a:lnTo>
                <a:lnTo>
                  <a:pt x="4813476" y="5494337"/>
                </a:lnTo>
                <a:lnTo>
                  <a:pt x="4815064" y="5562600"/>
                </a:lnTo>
                <a:lnTo>
                  <a:pt x="4824589" y="5622925"/>
                </a:lnTo>
                <a:lnTo>
                  <a:pt x="4834114" y="5675312"/>
                </a:lnTo>
                <a:lnTo>
                  <a:pt x="4848401" y="5721350"/>
                </a:lnTo>
                <a:lnTo>
                  <a:pt x="4865864" y="5762625"/>
                </a:lnTo>
                <a:lnTo>
                  <a:pt x="4883326" y="5802312"/>
                </a:lnTo>
                <a:lnTo>
                  <a:pt x="4902376" y="5840412"/>
                </a:lnTo>
                <a:lnTo>
                  <a:pt x="4921426" y="5876925"/>
                </a:lnTo>
                <a:lnTo>
                  <a:pt x="4940476" y="5915025"/>
                </a:lnTo>
                <a:lnTo>
                  <a:pt x="4956351" y="5956300"/>
                </a:lnTo>
                <a:lnTo>
                  <a:pt x="4970639" y="6003925"/>
                </a:lnTo>
                <a:lnTo>
                  <a:pt x="4981751" y="6056312"/>
                </a:lnTo>
                <a:lnTo>
                  <a:pt x="4989689" y="6113462"/>
                </a:lnTo>
                <a:lnTo>
                  <a:pt x="4992864" y="6183312"/>
                </a:lnTo>
                <a:lnTo>
                  <a:pt x="4989689" y="6251575"/>
                </a:lnTo>
                <a:lnTo>
                  <a:pt x="4981751" y="6311900"/>
                </a:lnTo>
                <a:lnTo>
                  <a:pt x="4970639" y="6361112"/>
                </a:lnTo>
                <a:lnTo>
                  <a:pt x="4956351" y="6407150"/>
                </a:lnTo>
                <a:lnTo>
                  <a:pt x="4940476" y="6448425"/>
                </a:lnTo>
                <a:lnTo>
                  <a:pt x="4923014" y="6488112"/>
                </a:lnTo>
                <a:lnTo>
                  <a:pt x="4905551" y="6523037"/>
                </a:lnTo>
                <a:lnTo>
                  <a:pt x="4886501" y="6561137"/>
                </a:lnTo>
                <a:lnTo>
                  <a:pt x="4867451" y="6597650"/>
                </a:lnTo>
                <a:lnTo>
                  <a:pt x="4851576" y="6640512"/>
                </a:lnTo>
                <a:lnTo>
                  <a:pt x="4835701" y="6683375"/>
                </a:lnTo>
                <a:lnTo>
                  <a:pt x="4826176" y="6735762"/>
                </a:lnTo>
                <a:lnTo>
                  <a:pt x="4818239" y="6791325"/>
                </a:lnTo>
                <a:lnTo>
                  <a:pt x="4813476" y="6858000"/>
                </a:lnTo>
                <a:lnTo>
                  <a:pt x="0" y="6858000"/>
                </a:lnTo>
                <a:close/>
              </a:path>
            </a:pathLst>
          </a:custGeom>
          <a:solidFill>
            <a:schemeClr val="bg1"/>
          </a:solidFill>
          <a:ln w="0">
            <a:noFill/>
            <a:prstDash val="solid"/>
            <a:round/>
            <a:headEnd/>
            <a:tailEnd/>
          </a:ln>
        </p:spPr>
        <p:txBody>
          <a:bodyPr/>
          <a:lstStyle/>
          <a:p>
            <a:endParaRPr lang="en-US"/>
          </a:p>
        </p:txBody>
      </p:sp>
      <p:pic>
        <p:nvPicPr>
          <p:cNvPr id="4098" name="Picture 2" descr="golden ratio">
            <a:extLst>
              <a:ext uri="{FF2B5EF4-FFF2-40B4-BE49-F238E27FC236}">
                <a16:creationId xmlns:a16="http://schemas.microsoft.com/office/drawing/2014/main" id="{5F2AA4E3-B353-5C42-8DF3-91DD5D84C17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973" r="-3" b="4933"/>
          <a:stretch/>
        </p:blipFill>
        <p:spPr bwMode="auto">
          <a:xfrm>
            <a:off x="7046365" y="2"/>
            <a:ext cx="5149751" cy="3402351"/>
          </a:xfrm>
          <a:custGeom>
            <a:avLst/>
            <a:gdLst/>
            <a:ahLst/>
            <a:cxnLst/>
            <a:rect l="l" t="t" r="r" b="b"/>
            <a:pathLst>
              <a:path w="5149751" h="3402351">
                <a:moveTo>
                  <a:pt x="189795" y="0"/>
                </a:moveTo>
                <a:lnTo>
                  <a:pt x="5149751" y="0"/>
                </a:lnTo>
                <a:lnTo>
                  <a:pt x="5149751" y="3402351"/>
                </a:lnTo>
                <a:lnTo>
                  <a:pt x="1262" y="3402351"/>
                </a:lnTo>
                <a:lnTo>
                  <a:pt x="3359" y="3360737"/>
                </a:lnTo>
                <a:lnTo>
                  <a:pt x="11757" y="3300412"/>
                </a:lnTo>
                <a:lnTo>
                  <a:pt x="23514" y="3248025"/>
                </a:lnTo>
                <a:lnTo>
                  <a:pt x="38631" y="3201987"/>
                </a:lnTo>
                <a:lnTo>
                  <a:pt x="55427" y="3160712"/>
                </a:lnTo>
                <a:lnTo>
                  <a:pt x="75582" y="3121025"/>
                </a:lnTo>
                <a:lnTo>
                  <a:pt x="95737" y="3084512"/>
                </a:lnTo>
                <a:lnTo>
                  <a:pt x="115892" y="3046412"/>
                </a:lnTo>
                <a:lnTo>
                  <a:pt x="134368" y="3009900"/>
                </a:lnTo>
                <a:lnTo>
                  <a:pt x="152844" y="2967037"/>
                </a:lnTo>
                <a:lnTo>
                  <a:pt x="167959" y="2922587"/>
                </a:lnTo>
                <a:lnTo>
                  <a:pt x="178037" y="2868612"/>
                </a:lnTo>
                <a:lnTo>
                  <a:pt x="188115" y="2809875"/>
                </a:lnTo>
                <a:lnTo>
                  <a:pt x="189795" y="2741612"/>
                </a:lnTo>
                <a:lnTo>
                  <a:pt x="188115" y="2671762"/>
                </a:lnTo>
                <a:lnTo>
                  <a:pt x="178037" y="2613025"/>
                </a:lnTo>
                <a:lnTo>
                  <a:pt x="167959" y="2560637"/>
                </a:lnTo>
                <a:lnTo>
                  <a:pt x="152844" y="2513012"/>
                </a:lnTo>
                <a:lnTo>
                  <a:pt x="134368" y="2471737"/>
                </a:lnTo>
                <a:lnTo>
                  <a:pt x="115892" y="2433637"/>
                </a:lnTo>
                <a:lnTo>
                  <a:pt x="95737" y="2395537"/>
                </a:lnTo>
                <a:lnTo>
                  <a:pt x="75582" y="2359025"/>
                </a:lnTo>
                <a:lnTo>
                  <a:pt x="55427" y="2319337"/>
                </a:lnTo>
                <a:lnTo>
                  <a:pt x="38631" y="2278062"/>
                </a:lnTo>
                <a:lnTo>
                  <a:pt x="23514" y="2232025"/>
                </a:lnTo>
                <a:lnTo>
                  <a:pt x="11757" y="2179637"/>
                </a:lnTo>
                <a:lnTo>
                  <a:pt x="3359" y="2119312"/>
                </a:lnTo>
                <a:lnTo>
                  <a:pt x="0" y="2051050"/>
                </a:lnTo>
                <a:lnTo>
                  <a:pt x="3359" y="1982787"/>
                </a:lnTo>
                <a:lnTo>
                  <a:pt x="11757" y="1922462"/>
                </a:lnTo>
                <a:lnTo>
                  <a:pt x="23514" y="1870075"/>
                </a:lnTo>
                <a:lnTo>
                  <a:pt x="38631" y="1824037"/>
                </a:lnTo>
                <a:lnTo>
                  <a:pt x="55427" y="1782762"/>
                </a:lnTo>
                <a:lnTo>
                  <a:pt x="75582" y="1743075"/>
                </a:lnTo>
                <a:lnTo>
                  <a:pt x="95737" y="1708150"/>
                </a:lnTo>
                <a:lnTo>
                  <a:pt x="115892" y="1671637"/>
                </a:lnTo>
                <a:lnTo>
                  <a:pt x="134368" y="1631950"/>
                </a:lnTo>
                <a:lnTo>
                  <a:pt x="152844" y="1589087"/>
                </a:lnTo>
                <a:lnTo>
                  <a:pt x="167959" y="1544637"/>
                </a:lnTo>
                <a:lnTo>
                  <a:pt x="178037" y="1492250"/>
                </a:lnTo>
                <a:lnTo>
                  <a:pt x="188115" y="1431925"/>
                </a:lnTo>
                <a:lnTo>
                  <a:pt x="189795" y="1363662"/>
                </a:lnTo>
                <a:lnTo>
                  <a:pt x="188115" y="1295400"/>
                </a:lnTo>
                <a:lnTo>
                  <a:pt x="178037" y="1235075"/>
                </a:lnTo>
                <a:lnTo>
                  <a:pt x="167959" y="1182687"/>
                </a:lnTo>
                <a:lnTo>
                  <a:pt x="152844" y="1136650"/>
                </a:lnTo>
                <a:lnTo>
                  <a:pt x="134368" y="1095375"/>
                </a:lnTo>
                <a:lnTo>
                  <a:pt x="115892" y="1055687"/>
                </a:lnTo>
                <a:lnTo>
                  <a:pt x="95737" y="1017587"/>
                </a:lnTo>
                <a:lnTo>
                  <a:pt x="75582" y="981075"/>
                </a:lnTo>
                <a:lnTo>
                  <a:pt x="55427" y="942975"/>
                </a:lnTo>
                <a:lnTo>
                  <a:pt x="38631" y="901700"/>
                </a:lnTo>
                <a:lnTo>
                  <a:pt x="23514" y="854075"/>
                </a:lnTo>
                <a:lnTo>
                  <a:pt x="11757" y="801687"/>
                </a:lnTo>
                <a:lnTo>
                  <a:pt x="3359" y="744537"/>
                </a:lnTo>
                <a:lnTo>
                  <a:pt x="0" y="673100"/>
                </a:lnTo>
                <a:lnTo>
                  <a:pt x="3359" y="606425"/>
                </a:lnTo>
                <a:lnTo>
                  <a:pt x="11757" y="546100"/>
                </a:lnTo>
                <a:lnTo>
                  <a:pt x="23514" y="496887"/>
                </a:lnTo>
                <a:lnTo>
                  <a:pt x="38631" y="450850"/>
                </a:lnTo>
                <a:lnTo>
                  <a:pt x="55427" y="409575"/>
                </a:lnTo>
                <a:lnTo>
                  <a:pt x="73902" y="369887"/>
                </a:lnTo>
                <a:lnTo>
                  <a:pt x="92378" y="334962"/>
                </a:lnTo>
                <a:lnTo>
                  <a:pt x="112533" y="296862"/>
                </a:lnTo>
                <a:lnTo>
                  <a:pt x="132688" y="260350"/>
                </a:lnTo>
                <a:lnTo>
                  <a:pt x="149484" y="217487"/>
                </a:lnTo>
                <a:lnTo>
                  <a:pt x="166280" y="174625"/>
                </a:lnTo>
                <a:lnTo>
                  <a:pt x="176358" y="122237"/>
                </a:lnTo>
                <a:lnTo>
                  <a:pt x="184755" y="66675"/>
                </a:lnTo>
                <a:close/>
              </a:path>
            </a:pathLst>
          </a:custGeom>
          <a:noFill/>
          <a:extLst>
            <a:ext uri="{909E8E84-426E-40DD-AFC4-6F175D3DCCD1}">
              <a14:hiddenFill xmlns:a14="http://schemas.microsoft.com/office/drawing/2010/main">
                <a:solidFill>
                  <a:srgbClr val="FFFFFF"/>
                </a:solidFill>
              </a14:hiddenFill>
            </a:ext>
          </a:extLst>
        </p:spPr>
      </p:pic>
      <p:pic>
        <p:nvPicPr>
          <p:cNvPr id="4100" name="Picture 4" descr="golden ratio">
            <a:extLst>
              <a:ext uri="{FF2B5EF4-FFF2-40B4-BE49-F238E27FC236}">
                <a16:creationId xmlns:a16="http://schemas.microsoft.com/office/drawing/2014/main" id="{FD3F81A3-1576-4F46-90E2-DAB9053310A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800" r="-3" b="5561"/>
          <a:stretch/>
        </p:blipFill>
        <p:spPr bwMode="auto">
          <a:xfrm>
            <a:off x="7046364" y="3511830"/>
            <a:ext cx="5149751" cy="3346171"/>
          </a:xfrm>
          <a:custGeom>
            <a:avLst/>
            <a:gdLst/>
            <a:ahLst/>
            <a:cxnLst/>
            <a:rect l="l" t="t" r="r" b="b"/>
            <a:pathLst>
              <a:path w="5149751" h="3346171">
                <a:moveTo>
                  <a:pt x="5387" y="0"/>
                </a:moveTo>
                <a:lnTo>
                  <a:pt x="5149751" y="0"/>
                </a:lnTo>
                <a:lnTo>
                  <a:pt x="5149751" y="3346171"/>
                </a:lnTo>
                <a:lnTo>
                  <a:pt x="189795" y="3346171"/>
                </a:lnTo>
                <a:lnTo>
                  <a:pt x="184755" y="3279496"/>
                </a:lnTo>
                <a:lnTo>
                  <a:pt x="176358" y="3223933"/>
                </a:lnTo>
                <a:lnTo>
                  <a:pt x="166280" y="3171546"/>
                </a:lnTo>
                <a:lnTo>
                  <a:pt x="149484" y="3128683"/>
                </a:lnTo>
                <a:lnTo>
                  <a:pt x="132688" y="3085821"/>
                </a:lnTo>
                <a:lnTo>
                  <a:pt x="112533" y="3049308"/>
                </a:lnTo>
                <a:lnTo>
                  <a:pt x="92378" y="3011208"/>
                </a:lnTo>
                <a:lnTo>
                  <a:pt x="73902" y="2976283"/>
                </a:lnTo>
                <a:lnTo>
                  <a:pt x="55427" y="2936596"/>
                </a:lnTo>
                <a:lnTo>
                  <a:pt x="38631" y="2895321"/>
                </a:lnTo>
                <a:lnTo>
                  <a:pt x="23514" y="2849283"/>
                </a:lnTo>
                <a:lnTo>
                  <a:pt x="11757" y="2800071"/>
                </a:lnTo>
                <a:lnTo>
                  <a:pt x="3359" y="2739746"/>
                </a:lnTo>
                <a:lnTo>
                  <a:pt x="0" y="2671483"/>
                </a:lnTo>
                <a:lnTo>
                  <a:pt x="3359" y="2601633"/>
                </a:lnTo>
                <a:lnTo>
                  <a:pt x="11757" y="2544483"/>
                </a:lnTo>
                <a:lnTo>
                  <a:pt x="23514" y="2492096"/>
                </a:lnTo>
                <a:lnTo>
                  <a:pt x="38631" y="2444471"/>
                </a:lnTo>
                <a:lnTo>
                  <a:pt x="55427" y="2403196"/>
                </a:lnTo>
                <a:lnTo>
                  <a:pt x="75582" y="2365096"/>
                </a:lnTo>
                <a:lnTo>
                  <a:pt x="95737" y="2328583"/>
                </a:lnTo>
                <a:lnTo>
                  <a:pt x="115892" y="2290483"/>
                </a:lnTo>
                <a:lnTo>
                  <a:pt x="134368" y="2250796"/>
                </a:lnTo>
                <a:lnTo>
                  <a:pt x="152844" y="2209521"/>
                </a:lnTo>
                <a:lnTo>
                  <a:pt x="167959" y="2163483"/>
                </a:lnTo>
                <a:lnTo>
                  <a:pt x="178037" y="2111096"/>
                </a:lnTo>
                <a:lnTo>
                  <a:pt x="188115" y="2050771"/>
                </a:lnTo>
                <a:lnTo>
                  <a:pt x="189795" y="1982508"/>
                </a:lnTo>
                <a:lnTo>
                  <a:pt x="188115" y="1914246"/>
                </a:lnTo>
                <a:lnTo>
                  <a:pt x="178037" y="1853921"/>
                </a:lnTo>
                <a:lnTo>
                  <a:pt x="167959" y="1801533"/>
                </a:lnTo>
                <a:lnTo>
                  <a:pt x="152844" y="1757083"/>
                </a:lnTo>
                <a:lnTo>
                  <a:pt x="134368" y="1714221"/>
                </a:lnTo>
                <a:lnTo>
                  <a:pt x="115892" y="1674533"/>
                </a:lnTo>
                <a:lnTo>
                  <a:pt x="95737" y="1638021"/>
                </a:lnTo>
                <a:lnTo>
                  <a:pt x="75582" y="1603096"/>
                </a:lnTo>
                <a:lnTo>
                  <a:pt x="55427" y="1563408"/>
                </a:lnTo>
                <a:lnTo>
                  <a:pt x="38631" y="1522133"/>
                </a:lnTo>
                <a:lnTo>
                  <a:pt x="23514" y="1476096"/>
                </a:lnTo>
                <a:lnTo>
                  <a:pt x="11757" y="1423708"/>
                </a:lnTo>
                <a:lnTo>
                  <a:pt x="3359" y="1363383"/>
                </a:lnTo>
                <a:lnTo>
                  <a:pt x="0" y="1295121"/>
                </a:lnTo>
                <a:lnTo>
                  <a:pt x="3359" y="1226858"/>
                </a:lnTo>
                <a:lnTo>
                  <a:pt x="11757" y="1166533"/>
                </a:lnTo>
                <a:lnTo>
                  <a:pt x="23514" y="1114146"/>
                </a:lnTo>
                <a:lnTo>
                  <a:pt x="38631" y="1068108"/>
                </a:lnTo>
                <a:lnTo>
                  <a:pt x="55427" y="1025246"/>
                </a:lnTo>
                <a:lnTo>
                  <a:pt x="75582" y="987146"/>
                </a:lnTo>
                <a:lnTo>
                  <a:pt x="115892" y="912533"/>
                </a:lnTo>
                <a:lnTo>
                  <a:pt x="134368" y="874433"/>
                </a:lnTo>
                <a:lnTo>
                  <a:pt x="152844" y="831571"/>
                </a:lnTo>
                <a:lnTo>
                  <a:pt x="167959" y="785533"/>
                </a:lnTo>
                <a:lnTo>
                  <a:pt x="178037" y="733146"/>
                </a:lnTo>
                <a:lnTo>
                  <a:pt x="188115" y="674408"/>
                </a:lnTo>
                <a:lnTo>
                  <a:pt x="189795" y="604558"/>
                </a:lnTo>
                <a:lnTo>
                  <a:pt x="188115" y="536296"/>
                </a:lnTo>
                <a:lnTo>
                  <a:pt x="178037" y="475971"/>
                </a:lnTo>
                <a:lnTo>
                  <a:pt x="167959" y="423583"/>
                </a:lnTo>
                <a:lnTo>
                  <a:pt x="152844" y="379133"/>
                </a:lnTo>
                <a:lnTo>
                  <a:pt x="134368" y="336271"/>
                </a:lnTo>
                <a:lnTo>
                  <a:pt x="115892" y="299758"/>
                </a:lnTo>
                <a:lnTo>
                  <a:pt x="75582" y="225146"/>
                </a:lnTo>
                <a:lnTo>
                  <a:pt x="55427" y="185458"/>
                </a:lnTo>
                <a:lnTo>
                  <a:pt x="38631" y="144183"/>
                </a:lnTo>
                <a:lnTo>
                  <a:pt x="23514" y="98146"/>
                </a:lnTo>
                <a:lnTo>
                  <a:pt x="11757" y="4575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00253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Freeform 6">
            <a:extLst>
              <a:ext uri="{FF2B5EF4-FFF2-40B4-BE49-F238E27FC236}">
                <a16:creationId xmlns:a16="http://schemas.microsoft.com/office/drawing/2014/main" id="{9FBC1FA0-1C3A-4F90-B7AE-0DD17DE71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US"/>
          </a:p>
        </p:txBody>
      </p:sp>
      <p:sp>
        <p:nvSpPr>
          <p:cNvPr id="75" name="Rectangle 74">
            <a:extLst>
              <a:ext uri="{FF2B5EF4-FFF2-40B4-BE49-F238E27FC236}">
                <a16:creationId xmlns:a16="http://schemas.microsoft.com/office/drawing/2014/main" id="{B0FF02D1-83B9-404A-94F8-41B0747E1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7" name="Rectangle 76">
            <a:extLst>
              <a:ext uri="{FF2B5EF4-FFF2-40B4-BE49-F238E27FC236}">
                <a16:creationId xmlns:a16="http://schemas.microsoft.com/office/drawing/2014/main" id="{0017B588-5D4D-4FAD-89EB-7E9C9480D9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2" name="Picture 2" descr="golden ratio">
            <a:extLst>
              <a:ext uri="{FF2B5EF4-FFF2-40B4-BE49-F238E27FC236}">
                <a16:creationId xmlns:a16="http://schemas.microsoft.com/office/drawing/2014/main" id="{A8FC7BA3-B2EB-2F40-8389-A360D82A730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3467" y="1122890"/>
            <a:ext cx="5291666" cy="3968749"/>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golden ratio">
            <a:extLst>
              <a:ext uri="{FF2B5EF4-FFF2-40B4-BE49-F238E27FC236}">
                <a16:creationId xmlns:a16="http://schemas.microsoft.com/office/drawing/2014/main" id="{544D03DF-DAB6-2048-A38B-40353DCDA2E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256866" y="1122890"/>
            <a:ext cx="5291666" cy="3968749"/>
          </a:xfrm>
          <a:prstGeom prst="rect">
            <a:avLst/>
          </a:prstGeom>
          <a:noFill/>
          <a:extLst>
            <a:ext uri="{909E8E84-426E-40DD-AFC4-6F175D3DCCD1}">
              <a14:hiddenFill xmlns:a14="http://schemas.microsoft.com/office/drawing/2010/main">
                <a:solidFill>
                  <a:srgbClr val="FFFFFF"/>
                </a:solidFill>
              </a14:hiddenFill>
            </a:ext>
          </a:extLst>
        </p:spPr>
      </p:pic>
      <p:sp>
        <p:nvSpPr>
          <p:cNvPr id="79" name="Freeform: Shape 78">
            <a:extLst>
              <a:ext uri="{FF2B5EF4-FFF2-40B4-BE49-F238E27FC236}">
                <a16:creationId xmlns:a16="http://schemas.microsoft.com/office/drawing/2014/main" id="{8B2C70A5-DF47-4EDA-A3EE-9E644A2D54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5653089" y="319086"/>
            <a:ext cx="885825" cy="12192000"/>
          </a:xfrm>
          <a:custGeom>
            <a:avLst/>
            <a:gdLst>
              <a:gd name="connsiteX0" fmla="*/ 885825 w 885825"/>
              <a:gd name="connsiteY0" fmla="*/ 6098626 h 12192000"/>
              <a:gd name="connsiteX1" fmla="*/ 882650 w 885825"/>
              <a:gd name="connsiteY1" fmla="*/ 6166889 h 12192000"/>
              <a:gd name="connsiteX2" fmla="*/ 876300 w 885825"/>
              <a:gd name="connsiteY2" fmla="*/ 6227214 h 12192000"/>
              <a:gd name="connsiteX3" fmla="*/ 865188 w 885825"/>
              <a:gd name="connsiteY3" fmla="*/ 6279601 h 12192000"/>
              <a:gd name="connsiteX4" fmla="*/ 849313 w 885825"/>
              <a:gd name="connsiteY4" fmla="*/ 6325639 h 12192000"/>
              <a:gd name="connsiteX5" fmla="*/ 833438 w 885825"/>
              <a:gd name="connsiteY5" fmla="*/ 6366914 h 12192000"/>
              <a:gd name="connsiteX6" fmla="*/ 817563 w 885825"/>
              <a:gd name="connsiteY6" fmla="*/ 6403426 h 12192000"/>
              <a:gd name="connsiteX7" fmla="*/ 798513 w 885825"/>
              <a:gd name="connsiteY7" fmla="*/ 6441526 h 12192000"/>
              <a:gd name="connsiteX8" fmla="*/ 779463 w 885825"/>
              <a:gd name="connsiteY8" fmla="*/ 6479626 h 12192000"/>
              <a:gd name="connsiteX9" fmla="*/ 760413 w 885825"/>
              <a:gd name="connsiteY9" fmla="*/ 6516139 h 12192000"/>
              <a:gd name="connsiteX10" fmla="*/ 744538 w 885825"/>
              <a:gd name="connsiteY10" fmla="*/ 6557414 h 12192000"/>
              <a:gd name="connsiteX11" fmla="*/ 730250 w 885825"/>
              <a:gd name="connsiteY11" fmla="*/ 6603451 h 12192000"/>
              <a:gd name="connsiteX12" fmla="*/ 719138 w 885825"/>
              <a:gd name="connsiteY12" fmla="*/ 6655839 h 12192000"/>
              <a:gd name="connsiteX13" fmla="*/ 711200 w 885825"/>
              <a:gd name="connsiteY13" fmla="*/ 6716164 h 12192000"/>
              <a:gd name="connsiteX14" fmla="*/ 709613 w 885825"/>
              <a:gd name="connsiteY14" fmla="*/ 6784426 h 12192000"/>
              <a:gd name="connsiteX15" fmla="*/ 711200 w 885825"/>
              <a:gd name="connsiteY15" fmla="*/ 6852689 h 12192000"/>
              <a:gd name="connsiteX16" fmla="*/ 719138 w 885825"/>
              <a:gd name="connsiteY16" fmla="*/ 6913014 h 12192000"/>
              <a:gd name="connsiteX17" fmla="*/ 730250 w 885825"/>
              <a:gd name="connsiteY17" fmla="*/ 6965401 h 12192000"/>
              <a:gd name="connsiteX18" fmla="*/ 744538 w 885825"/>
              <a:gd name="connsiteY18" fmla="*/ 7011439 h 12192000"/>
              <a:gd name="connsiteX19" fmla="*/ 760413 w 885825"/>
              <a:gd name="connsiteY19" fmla="*/ 7052714 h 12192000"/>
              <a:gd name="connsiteX20" fmla="*/ 779463 w 885825"/>
              <a:gd name="connsiteY20" fmla="*/ 7089226 h 12192000"/>
              <a:gd name="connsiteX21" fmla="*/ 798513 w 885825"/>
              <a:gd name="connsiteY21" fmla="*/ 7127326 h 12192000"/>
              <a:gd name="connsiteX22" fmla="*/ 817563 w 885825"/>
              <a:gd name="connsiteY22" fmla="*/ 7165426 h 12192000"/>
              <a:gd name="connsiteX23" fmla="*/ 833438 w 885825"/>
              <a:gd name="connsiteY23" fmla="*/ 7201939 h 12192000"/>
              <a:gd name="connsiteX24" fmla="*/ 849313 w 885825"/>
              <a:gd name="connsiteY24" fmla="*/ 7243214 h 12192000"/>
              <a:gd name="connsiteX25" fmla="*/ 865188 w 885825"/>
              <a:gd name="connsiteY25" fmla="*/ 7289251 h 12192000"/>
              <a:gd name="connsiteX26" fmla="*/ 876300 w 885825"/>
              <a:gd name="connsiteY26" fmla="*/ 7341639 h 12192000"/>
              <a:gd name="connsiteX27" fmla="*/ 882650 w 885825"/>
              <a:gd name="connsiteY27" fmla="*/ 7401964 h 12192000"/>
              <a:gd name="connsiteX28" fmla="*/ 885825 w 885825"/>
              <a:gd name="connsiteY28" fmla="*/ 7470226 h 12192000"/>
              <a:gd name="connsiteX29" fmla="*/ 882650 w 885825"/>
              <a:gd name="connsiteY29" fmla="*/ 7538489 h 12192000"/>
              <a:gd name="connsiteX30" fmla="*/ 876300 w 885825"/>
              <a:gd name="connsiteY30" fmla="*/ 7598814 h 12192000"/>
              <a:gd name="connsiteX31" fmla="*/ 865188 w 885825"/>
              <a:gd name="connsiteY31" fmla="*/ 7651201 h 12192000"/>
              <a:gd name="connsiteX32" fmla="*/ 849313 w 885825"/>
              <a:gd name="connsiteY32" fmla="*/ 7697239 h 12192000"/>
              <a:gd name="connsiteX33" fmla="*/ 833438 w 885825"/>
              <a:gd name="connsiteY33" fmla="*/ 7738514 h 12192000"/>
              <a:gd name="connsiteX34" fmla="*/ 817563 w 885825"/>
              <a:gd name="connsiteY34" fmla="*/ 7775026 h 12192000"/>
              <a:gd name="connsiteX35" fmla="*/ 798513 w 885825"/>
              <a:gd name="connsiteY35" fmla="*/ 7813126 h 12192000"/>
              <a:gd name="connsiteX36" fmla="*/ 779463 w 885825"/>
              <a:gd name="connsiteY36" fmla="*/ 7851226 h 12192000"/>
              <a:gd name="connsiteX37" fmla="*/ 760413 w 885825"/>
              <a:gd name="connsiteY37" fmla="*/ 7887739 h 12192000"/>
              <a:gd name="connsiteX38" fmla="*/ 744538 w 885825"/>
              <a:gd name="connsiteY38" fmla="*/ 7929014 h 12192000"/>
              <a:gd name="connsiteX39" fmla="*/ 730250 w 885825"/>
              <a:gd name="connsiteY39" fmla="*/ 7975051 h 12192000"/>
              <a:gd name="connsiteX40" fmla="*/ 719138 w 885825"/>
              <a:gd name="connsiteY40" fmla="*/ 8027439 h 12192000"/>
              <a:gd name="connsiteX41" fmla="*/ 711200 w 885825"/>
              <a:gd name="connsiteY41" fmla="*/ 8087764 h 12192000"/>
              <a:gd name="connsiteX42" fmla="*/ 709613 w 885825"/>
              <a:gd name="connsiteY42" fmla="*/ 8156026 h 12192000"/>
              <a:gd name="connsiteX43" fmla="*/ 711200 w 885825"/>
              <a:gd name="connsiteY43" fmla="*/ 8224289 h 12192000"/>
              <a:gd name="connsiteX44" fmla="*/ 719138 w 885825"/>
              <a:gd name="connsiteY44" fmla="*/ 8284614 h 12192000"/>
              <a:gd name="connsiteX45" fmla="*/ 730250 w 885825"/>
              <a:gd name="connsiteY45" fmla="*/ 8337001 h 12192000"/>
              <a:gd name="connsiteX46" fmla="*/ 744538 w 885825"/>
              <a:gd name="connsiteY46" fmla="*/ 8383039 h 12192000"/>
              <a:gd name="connsiteX47" fmla="*/ 760413 w 885825"/>
              <a:gd name="connsiteY47" fmla="*/ 8424314 h 12192000"/>
              <a:gd name="connsiteX48" fmla="*/ 779463 w 885825"/>
              <a:gd name="connsiteY48" fmla="*/ 8460826 h 12192000"/>
              <a:gd name="connsiteX49" fmla="*/ 798513 w 885825"/>
              <a:gd name="connsiteY49" fmla="*/ 8498926 h 12192000"/>
              <a:gd name="connsiteX50" fmla="*/ 817563 w 885825"/>
              <a:gd name="connsiteY50" fmla="*/ 8537026 h 12192000"/>
              <a:gd name="connsiteX51" fmla="*/ 833438 w 885825"/>
              <a:gd name="connsiteY51" fmla="*/ 8573540 h 12192000"/>
              <a:gd name="connsiteX52" fmla="*/ 849313 w 885825"/>
              <a:gd name="connsiteY52" fmla="*/ 8614814 h 12192000"/>
              <a:gd name="connsiteX53" fmla="*/ 865188 w 885825"/>
              <a:gd name="connsiteY53" fmla="*/ 8660852 h 12192000"/>
              <a:gd name="connsiteX54" fmla="*/ 876300 w 885825"/>
              <a:gd name="connsiteY54" fmla="*/ 8713240 h 12192000"/>
              <a:gd name="connsiteX55" fmla="*/ 882650 w 885825"/>
              <a:gd name="connsiteY55" fmla="*/ 8773564 h 12192000"/>
              <a:gd name="connsiteX56" fmla="*/ 885825 w 885825"/>
              <a:gd name="connsiteY56" fmla="*/ 8840240 h 12192000"/>
              <a:gd name="connsiteX57" fmla="*/ 882650 w 885825"/>
              <a:gd name="connsiteY57" fmla="*/ 8910090 h 12192000"/>
              <a:gd name="connsiteX58" fmla="*/ 876300 w 885825"/>
              <a:gd name="connsiteY58" fmla="*/ 8970414 h 12192000"/>
              <a:gd name="connsiteX59" fmla="*/ 865188 w 885825"/>
              <a:gd name="connsiteY59" fmla="*/ 9022802 h 12192000"/>
              <a:gd name="connsiteX60" fmla="*/ 849313 w 885825"/>
              <a:gd name="connsiteY60" fmla="*/ 9068840 h 12192000"/>
              <a:gd name="connsiteX61" fmla="*/ 833438 w 885825"/>
              <a:gd name="connsiteY61" fmla="*/ 9110114 h 12192000"/>
              <a:gd name="connsiteX62" fmla="*/ 817563 w 885825"/>
              <a:gd name="connsiteY62" fmla="*/ 9146628 h 12192000"/>
              <a:gd name="connsiteX63" fmla="*/ 798513 w 885825"/>
              <a:gd name="connsiteY63" fmla="*/ 9184728 h 12192000"/>
              <a:gd name="connsiteX64" fmla="*/ 779463 w 885825"/>
              <a:gd name="connsiteY64" fmla="*/ 9222828 h 12192000"/>
              <a:gd name="connsiteX65" fmla="*/ 760413 w 885825"/>
              <a:gd name="connsiteY65" fmla="*/ 9259340 h 12192000"/>
              <a:gd name="connsiteX66" fmla="*/ 744538 w 885825"/>
              <a:gd name="connsiteY66" fmla="*/ 9300614 h 12192000"/>
              <a:gd name="connsiteX67" fmla="*/ 730250 w 885825"/>
              <a:gd name="connsiteY67" fmla="*/ 9346652 h 12192000"/>
              <a:gd name="connsiteX68" fmla="*/ 719138 w 885825"/>
              <a:gd name="connsiteY68" fmla="*/ 9399040 h 12192000"/>
              <a:gd name="connsiteX69" fmla="*/ 711200 w 885825"/>
              <a:gd name="connsiteY69" fmla="*/ 9459364 h 12192000"/>
              <a:gd name="connsiteX70" fmla="*/ 709613 w 885825"/>
              <a:gd name="connsiteY70" fmla="*/ 9527628 h 12192000"/>
              <a:gd name="connsiteX71" fmla="*/ 711200 w 885825"/>
              <a:gd name="connsiteY71" fmla="*/ 9595890 h 12192000"/>
              <a:gd name="connsiteX72" fmla="*/ 719138 w 885825"/>
              <a:gd name="connsiteY72" fmla="*/ 9656214 h 12192000"/>
              <a:gd name="connsiteX73" fmla="*/ 730250 w 885825"/>
              <a:gd name="connsiteY73" fmla="*/ 9708602 h 12192000"/>
              <a:gd name="connsiteX74" fmla="*/ 744538 w 885825"/>
              <a:gd name="connsiteY74" fmla="*/ 9754640 h 12192000"/>
              <a:gd name="connsiteX75" fmla="*/ 760413 w 885825"/>
              <a:gd name="connsiteY75" fmla="*/ 9795914 h 12192000"/>
              <a:gd name="connsiteX76" fmla="*/ 779463 w 885825"/>
              <a:gd name="connsiteY76" fmla="*/ 9832428 h 12192000"/>
              <a:gd name="connsiteX77" fmla="*/ 817563 w 885825"/>
              <a:gd name="connsiteY77" fmla="*/ 9908628 h 12192000"/>
              <a:gd name="connsiteX78" fmla="*/ 833438 w 885825"/>
              <a:gd name="connsiteY78" fmla="*/ 9945140 h 12192000"/>
              <a:gd name="connsiteX79" fmla="*/ 849313 w 885825"/>
              <a:gd name="connsiteY79" fmla="*/ 9986414 h 12192000"/>
              <a:gd name="connsiteX80" fmla="*/ 865188 w 885825"/>
              <a:gd name="connsiteY80" fmla="*/ 10032452 h 12192000"/>
              <a:gd name="connsiteX81" fmla="*/ 876300 w 885825"/>
              <a:gd name="connsiteY81" fmla="*/ 10084840 h 12192000"/>
              <a:gd name="connsiteX82" fmla="*/ 882650 w 885825"/>
              <a:gd name="connsiteY82" fmla="*/ 10145164 h 12192000"/>
              <a:gd name="connsiteX83" fmla="*/ 885825 w 885825"/>
              <a:gd name="connsiteY83" fmla="*/ 10213428 h 12192000"/>
              <a:gd name="connsiteX84" fmla="*/ 882650 w 885825"/>
              <a:gd name="connsiteY84" fmla="*/ 10281690 h 12192000"/>
              <a:gd name="connsiteX85" fmla="*/ 876300 w 885825"/>
              <a:gd name="connsiteY85" fmla="*/ 10342014 h 12192000"/>
              <a:gd name="connsiteX86" fmla="*/ 865188 w 885825"/>
              <a:gd name="connsiteY86" fmla="*/ 10394402 h 12192000"/>
              <a:gd name="connsiteX87" fmla="*/ 849313 w 885825"/>
              <a:gd name="connsiteY87" fmla="*/ 10440440 h 12192000"/>
              <a:gd name="connsiteX88" fmla="*/ 833438 w 885825"/>
              <a:gd name="connsiteY88" fmla="*/ 10481714 h 12192000"/>
              <a:gd name="connsiteX89" fmla="*/ 817563 w 885825"/>
              <a:gd name="connsiteY89" fmla="*/ 10518228 h 12192000"/>
              <a:gd name="connsiteX90" fmla="*/ 798513 w 885825"/>
              <a:gd name="connsiteY90" fmla="*/ 10556328 h 12192000"/>
              <a:gd name="connsiteX91" fmla="*/ 779463 w 885825"/>
              <a:gd name="connsiteY91" fmla="*/ 10594428 h 12192000"/>
              <a:gd name="connsiteX92" fmla="*/ 760413 w 885825"/>
              <a:gd name="connsiteY92" fmla="*/ 10630940 h 12192000"/>
              <a:gd name="connsiteX93" fmla="*/ 744538 w 885825"/>
              <a:gd name="connsiteY93" fmla="*/ 10672214 h 12192000"/>
              <a:gd name="connsiteX94" fmla="*/ 730250 w 885825"/>
              <a:gd name="connsiteY94" fmla="*/ 10718252 h 12192000"/>
              <a:gd name="connsiteX95" fmla="*/ 719138 w 885825"/>
              <a:gd name="connsiteY95" fmla="*/ 10770640 h 12192000"/>
              <a:gd name="connsiteX96" fmla="*/ 711200 w 885825"/>
              <a:gd name="connsiteY96" fmla="*/ 10830964 h 12192000"/>
              <a:gd name="connsiteX97" fmla="*/ 709613 w 885825"/>
              <a:gd name="connsiteY97" fmla="*/ 10899228 h 12192000"/>
              <a:gd name="connsiteX98" fmla="*/ 711200 w 885825"/>
              <a:gd name="connsiteY98" fmla="*/ 10967490 h 12192000"/>
              <a:gd name="connsiteX99" fmla="*/ 719138 w 885825"/>
              <a:gd name="connsiteY99" fmla="*/ 11027814 h 12192000"/>
              <a:gd name="connsiteX100" fmla="*/ 730250 w 885825"/>
              <a:gd name="connsiteY100" fmla="*/ 11080202 h 12192000"/>
              <a:gd name="connsiteX101" fmla="*/ 744538 w 885825"/>
              <a:gd name="connsiteY101" fmla="*/ 11126240 h 12192000"/>
              <a:gd name="connsiteX102" fmla="*/ 760413 w 885825"/>
              <a:gd name="connsiteY102" fmla="*/ 11167514 h 12192000"/>
              <a:gd name="connsiteX103" fmla="*/ 779463 w 885825"/>
              <a:gd name="connsiteY103" fmla="*/ 11204028 h 12192000"/>
              <a:gd name="connsiteX104" fmla="*/ 798513 w 885825"/>
              <a:gd name="connsiteY104" fmla="*/ 11242128 h 12192000"/>
              <a:gd name="connsiteX105" fmla="*/ 817563 w 885825"/>
              <a:gd name="connsiteY105" fmla="*/ 11280228 h 12192000"/>
              <a:gd name="connsiteX106" fmla="*/ 833438 w 885825"/>
              <a:gd name="connsiteY106" fmla="*/ 11316740 h 12192000"/>
              <a:gd name="connsiteX107" fmla="*/ 849313 w 885825"/>
              <a:gd name="connsiteY107" fmla="*/ 11358014 h 12192000"/>
              <a:gd name="connsiteX108" fmla="*/ 865188 w 885825"/>
              <a:gd name="connsiteY108" fmla="*/ 11404052 h 12192000"/>
              <a:gd name="connsiteX109" fmla="*/ 876300 w 885825"/>
              <a:gd name="connsiteY109" fmla="*/ 11456440 h 12192000"/>
              <a:gd name="connsiteX110" fmla="*/ 882650 w 885825"/>
              <a:gd name="connsiteY110" fmla="*/ 11516764 h 12192000"/>
              <a:gd name="connsiteX111" fmla="*/ 885825 w 885825"/>
              <a:gd name="connsiteY111" fmla="*/ 11585028 h 12192000"/>
              <a:gd name="connsiteX112" fmla="*/ 882650 w 885825"/>
              <a:gd name="connsiteY112" fmla="*/ 11653290 h 12192000"/>
              <a:gd name="connsiteX113" fmla="*/ 876300 w 885825"/>
              <a:gd name="connsiteY113" fmla="*/ 11713614 h 12192000"/>
              <a:gd name="connsiteX114" fmla="*/ 865188 w 885825"/>
              <a:gd name="connsiteY114" fmla="*/ 11766002 h 12192000"/>
              <a:gd name="connsiteX115" fmla="*/ 849313 w 885825"/>
              <a:gd name="connsiteY115" fmla="*/ 11812040 h 12192000"/>
              <a:gd name="connsiteX116" fmla="*/ 833438 w 885825"/>
              <a:gd name="connsiteY116" fmla="*/ 11853314 h 12192000"/>
              <a:gd name="connsiteX117" fmla="*/ 817563 w 885825"/>
              <a:gd name="connsiteY117" fmla="*/ 11889828 h 12192000"/>
              <a:gd name="connsiteX118" fmla="*/ 798513 w 885825"/>
              <a:gd name="connsiteY118" fmla="*/ 11927928 h 12192000"/>
              <a:gd name="connsiteX119" fmla="*/ 779463 w 885825"/>
              <a:gd name="connsiteY119" fmla="*/ 11966028 h 12192000"/>
              <a:gd name="connsiteX120" fmla="*/ 760413 w 885825"/>
              <a:gd name="connsiteY120" fmla="*/ 12002540 h 12192000"/>
              <a:gd name="connsiteX121" fmla="*/ 744538 w 885825"/>
              <a:gd name="connsiteY121" fmla="*/ 12043814 h 12192000"/>
              <a:gd name="connsiteX122" fmla="*/ 730250 w 885825"/>
              <a:gd name="connsiteY122" fmla="*/ 12089852 h 12192000"/>
              <a:gd name="connsiteX123" fmla="*/ 719138 w 885825"/>
              <a:gd name="connsiteY123" fmla="*/ 12142240 h 12192000"/>
              <a:gd name="connsiteX124" fmla="*/ 712590 w 885825"/>
              <a:gd name="connsiteY124" fmla="*/ 12192000 h 12192000"/>
              <a:gd name="connsiteX125" fmla="*/ 0 w 885825"/>
              <a:gd name="connsiteY125" fmla="*/ 12192000 h 12192000"/>
              <a:gd name="connsiteX126" fmla="*/ 0 w 885825"/>
              <a:gd name="connsiteY126" fmla="*/ 6779170 h 12192000"/>
              <a:gd name="connsiteX127" fmla="*/ 0 w 885825"/>
              <a:gd name="connsiteY127" fmla="*/ 6779170 h 12192000"/>
              <a:gd name="connsiteX128" fmla="*/ 0 w 885825"/>
              <a:gd name="connsiteY128" fmla="*/ 0 h 12192000"/>
              <a:gd name="connsiteX129" fmla="*/ 712590 w 885825"/>
              <a:gd name="connsiteY129" fmla="*/ 0 h 12192000"/>
              <a:gd name="connsiteX130" fmla="*/ 719137 w 885825"/>
              <a:gd name="connsiteY130" fmla="*/ 49758 h 12192000"/>
              <a:gd name="connsiteX131" fmla="*/ 730249 w 885825"/>
              <a:gd name="connsiteY131" fmla="*/ 102145 h 12192000"/>
              <a:gd name="connsiteX132" fmla="*/ 744537 w 885825"/>
              <a:gd name="connsiteY132" fmla="*/ 148183 h 12192000"/>
              <a:gd name="connsiteX133" fmla="*/ 760412 w 885825"/>
              <a:gd name="connsiteY133" fmla="*/ 189458 h 12192000"/>
              <a:gd name="connsiteX134" fmla="*/ 779462 w 885825"/>
              <a:gd name="connsiteY134" fmla="*/ 225970 h 12192000"/>
              <a:gd name="connsiteX135" fmla="*/ 798512 w 885825"/>
              <a:gd name="connsiteY135" fmla="*/ 264070 h 12192000"/>
              <a:gd name="connsiteX136" fmla="*/ 817562 w 885825"/>
              <a:gd name="connsiteY136" fmla="*/ 302170 h 12192000"/>
              <a:gd name="connsiteX137" fmla="*/ 833437 w 885825"/>
              <a:gd name="connsiteY137" fmla="*/ 338683 h 12192000"/>
              <a:gd name="connsiteX138" fmla="*/ 849312 w 885825"/>
              <a:gd name="connsiteY138" fmla="*/ 379958 h 12192000"/>
              <a:gd name="connsiteX139" fmla="*/ 865187 w 885825"/>
              <a:gd name="connsiteY139" fmla="*/ 425995 h 12192000"/>
              <a:gd name="connsiteX140" fmla="*/ 876299 w 885825"/>
              <a:gd name="connsiteY140" fmla="*/ 478383 h 12192000"/>
              <a:gd name="connsiteX141" fmla="*/ 882649 w 885825"/>
              <a:gd name="connsiteY141" fmla="*/ 538708 h 12192000"/>
              <a:gd name="connsiteX142" fmla="*/ 885824 w 885825"/>
              <a:gd name="connsiteY142" fmla="*/ 606970 h 12192000"/>
              <a:gd name="connsiteX143" fmla="*/ 882649 w 885825"/>
              <a:gd name="connsiteY143" fmla="*/ 675233 h 12192000"/>
              <a:gd name="connsiteX144" fmla="*/ 876299 w 885825"/>
              <a:gd name="connsiteY144" fmla="*/ 735558 h 12192000"/>
              <a:gd name="connsiteX145" fmla="*/ 865187 w 885825"/>
              <a:gd name="connsiteY145" fmla="*/ 787945 h 12192000"/>
              <a:gd name="connsiteX146" fmla="*/ 849312 w 885825"/>
              <a:gd name="connsiteY146" fmla="*/ 833983 h 12192000"/>
              <a:gd name="connsiteX147" fmla="*/ 833437 w 885825"/>
              <a:gd name="connsiteY147" fmla="*/ 875258 h 12192000"/>
              <a:gd name="connsiteX148" fmla="*/ 817562 w 885825"/>
              <a:gd name="connsiteY148" fmla="*/ 911770 h 12192000"/>
              <a:gd name="connsiteX149" fmla="*/ 798512 w 885825"/>
              <a:gd name="connsiteY149" fmla="*/ 949870 h 12192000"/>
              <a:gd name="connsiteX150" fmla="*/ 779462 w 885825"/>
              <a:gd name="connsiteY150" fmla="*/ 987970 h 12192000"/>
              <a:gd name="connsiteX151" fmla="*/ 760412 w 885825"/>
              <a:gd name="connsiteY151" fmla="*/ 1024483 h 12192000"/>
              <a:gd name="connsiteX152" fmla="*/ 744537 w 885825"/>
              <a:gd name="connsiteY152" fmla="*/ 1065758 h 12192000"/>
              <a:gd name="connsiteX153" fmla="*/ 730249 w 885825"/>
              <a:gd name="connsiteY153" fmla="*/ 1111795 h 12192000"/>
              <a:gd name="connsiteX154" fmla="*/ 719137 w 885825"/>
              <a:gd name="connsiteY154" fmla="*/ 1164183 h 12192000"/>
              <a:gd name="connsiteX155" fmla="*/ 711199 w 885825"/>
              <a:gd name="connsiteY155" fmla="*/ 1224508 h 12192000"/>
              <a:gd name="connsiteX156" fmla="*/ 709612 w 885825"/>
              <a:gd name="connsiteY156" fmla="*/ 1292770 h 12192000"/>
              <a:gd name="connsiteX157" fmla="*/ 711199 w 885825"/>
              <a:gd name="connsiteY157" fmla="*/ 1361033 h 12192000"/>
              <a:gd name="connsiteX158" fmla="*/ 719137 w 885825"/>
              <a:gd name="connsiteY158" fmla="*/ 1421358 h 12192000"/>
              <a:gd name="connsiteX159" fmla="*/ 730249 w 885825"/>
              <a:gd name="connsiteY159" fmla="*/ 1473745 h 12192000"/>
              <a:gd name="connsiteX160" fmla="*/ 744537 w 885825"/>
              <a:gd name="connsiteY160" fmla="*/ 1519783 h 12192000"/>
              <a:gd name="connsiteX161" fmla="*/ 760412 w 885825"/>
              <a:gd name="connsiteY161" fmla="*/ 1561058 h 12192000"/>
              <a:gd name="connsiteX162" fmla="*/ 779462 w 885825"/>
              <a:gd name="connsiteY162" fmla="*/ 1597570 h 12192000"/>
              <a:gd name="connsiteX163" fmla="*/ 798512 w 885825"/>
              <a:gd name="connsiteY163" fmla="*/ 1635670 h 12192000"/>
              <a:gd name="connsiteX164" fmla="*/ 817562 w 885825"/>
              <a:gd name="connsiteY164" fmla="*/ 1673770 h 12192000"/>
              <a:gd name="connsiteX165" fmla="*/ 833437 w 885825"/>
              <a:gd name="connsiteY165" fmla="*/ 1710283 h 12192000"/>
              <a:gd name="connsiteX166" fmla="*/ 849312 w 885825"/>
              <a:gd name="connsiteY166" fmla="*/ 1751558 h 12192000"/>
              <a:gd name="connsiteX167" fmla="*/ 865187 w 885825"/>
              <a:gd name="connsiteY167" fmla="*/ 1797595 h 12192000"/>
              <a:gd name="connsiteX168" fmla="*/ 876299 w 885825"/>
              <a:gd name="connsiteY168" fmla="*/ 1849983 h 12192000"/>
              <a:gd name="connsiteX169" fmla="*/ 882649 w 885825"/>
              <a:gd name="connsiteY169" fmla="*/ 1910308 h 12192000"/>
              <a:gd name="connsiteX170" fmla="*/ 885824 w 885825"/>
              <a:gd name="connsiteY170" fmla="*/ 1978570 h 12192000"/>
              <a:gd name="connsiteX171" fmla="*/ 882649 w 885825"/>
              <a:gd name="connsiteY171" fmla="*/ 2046833 h 12192000"/>
              <a:gd name="connsiteX172" fmla="*/ 876299 w 885825"/>
              <a:gd name="connsiteY172" fmla="*/ 2107158 h 12192000"/>
              <a:gd name="connsiteX173" fmla="*/ 865187 w 885825"/>
              <a:gd name="connsiteY173" fmla="*/ 2159545 h 12192000"/>
              <a:gd name="connsiteX174" fmla="*/ 849312 w 885825"/>
              <a:gd name="connsiteY174" fmla="*/ 2205583 h 12192000"/>
              <a:gd name="connsiteX175" fmla="*/ 833437 w 885825"/>
              <a:gd name="connsiteY175" fmla="*/ 2246858 h 12192000"/>
              <a:gd name="connsiteX176" fmla="*/ 817562 w 885825"/>
              <a:gd name="connsiteY176" fmla="*/ 2283370 h 12192000"/>
              <a:gd name="connsiteX177" fmla="*/ 798512 w 885825"/>
              <a:gd name="connsiteY177" fmla="*/ 2321470 h 12192000"/>
              <a:gd name="connsiteX178" fmla="*/ 779462 w 885825"/>
              <a:gd name="connsiteY178" fmla="*/ 2359570 h 12192000"/>
              <a:gd name="connsiteX179" fmla="*/ 760412 w 885825"/>
              <a:gd name="connsiteY179" fmla="*/ 2396083 h 12192000"/>
              <a:gd name="connsiteX180" fmla="*/ 744537 w 885825"/>
              <a:gd name="connsiteY180" fmla="*/ 2437358 h 12192000"/>
              <a:gd name="connsiteX181" fmla="*/ 730249 w 885825"/>
              <a:gd name="connsiteY181" fmla="*/ 2483395 h 12192000"/>
              <a:gd name="connsiteX182" fmla="*/ 719137 w 885825"/>
              <a:gd name="connsiteY182" fmla="*/ 2535782 h 12192000"/>
              <a:gd name="connsiteX183" fmla="*/ 711199 w 885825"/>
              <a:gd name="connsiteY183" fmla="*/ 2596108 h 12192000"/>
              <a:gd name="connsiteX184" fmla="*/ 709612 w 885825"/>
              <a:gd name="connsiteY184" fmla="*/ 2664370 h 12192000"/>
              <a:gd name="connsiteX185" fmla="*/ 711199 w 885825"/>
              <a:gd name="connsiteY185" fmla="*/ 2732633 h 12192000"/>
              <a:gd name="connsiteX186" fmla="*/ 719137 w 885825"/>
              <a:gd name="connsiteY186" fmla="*/ 2792958 h 12192000"/>
              <a:gd name="connsiteX187" fmla="*/ 730249 w 885825"/>
              <a:gd name="connsiteY187" fmla="*/ 2845345 h 12192000"/>
              <a:gd name="connsiteX188" fmla="*/ 744537 w 885825"/>
              <a:gd name="connsiteY188" fmla="*/ 2891383 h 12192000"/>
              <a:gd name="connsiteX189" fmla="*/ 760412 w 885825"/>
              <a:gd name="connsiteY189" fmla="*/ 2932658 h 12192000"/>
              <a:gd name="connsiteX190" fmla="*/ 779462 w 885825"/>
              <a:gd name="connsiteY190" fmla="*/ 2969170 h 12192000"/>
              <a:gd name="connsiteX191" fmla="*/ 798512 w 885825"/>
              <a:gd name="connsiteY191" fmla="*/ 3007270 h 12192000"/>
              <a:gd name="connsiteX192" fmla="*/ 817562 w 885825"/>
              <a:gd name="connsiteY192" fmla="*/ 3045370 h 12192000"/>
              <a:gd name="connsiteX193" fmla="*/ 833437 w 885825"/>
              <a:gd name="connsiteY193" fmla="*/ 3081883 h 12192000"/>
              <a:gd name="connsiteX194" fmla="*/ 849312 w 885825"/>
              <a:gd name="connsiteY194" fmla="*/ 3123158 h 12192000"/>
              <a:gd name="connsiteX195" fmla="*/ 865187 w 885825"/>
              <a:gd name="connsiteY195" fmla="*/ 3169195 h 12192000"/>
              <a:gd name="connsiteX196" fmla="*/ 876299 w 885825"/>
              <a:gd name="connsiteY196" fmla="*/ 3221583 h 12192000"/>
              <a:gd name="connsiteX197" fmla="*/ 882649 w 885825"/>
              <a:gd name="connsiteY197" fmla="*/ 3281908 h 12192000"/>
              <a:gd name="connsiteX198" fmla="*/ 885824 w 885825"/>
              <a:gd name="connsiteY198" fmla="*/ 3348582 h 12192000"/>
              <a:gd name="connsiteX199" fmla="*/ 882649 w 885825"/>
              <a:gd name="connsiteY199" fmla="*/ 3418433 h 12192000"/>
              <a:gd name="connsiteX200" fmla="*/ 876299 w 885825"/>
              <a:gd name="connsiteY200" fmla="*/ 3478758 h 12192000"/>
              <a:gd name="connsiteX201" fmla="*/ 865187 w 885825"/>
              <a:gd name="connsiteY201" fmla="*/ 3531145 h 12192000"/>
              <a:gd name="connsiteX202" fmla="*/ 849312 w 885825"/>
              <a:gd name="connsiteY202" fmla="*/ 3577183 h 12192000"/>
              <a:gd name="connsiteX203" fmla="*/ 833437 w 885825"/>
              <a:gd name="connsiteY203" fmla="*/ 3618458 h 12192000"/>
              <a:gd name="connsiteX204" fmla="*/ 817562 w 885825"/>
              <a:gd name="connsiteY204" fmla="*/ 3654970 h 12192000"/>
              <a:gd name="connsiteX205" fmla="*/ 798512 w 885825"/>
              <a:gd name="connsiteY205" fmla="*/ 3693070 h 12192000"/>
              <a:gd name="connsiteX206" fmla="*/ 779462 w 885825"/>
              <a:gd name="connsiteY206" fmla="*/ 3731170 h 12192000"/>
              <a:gd name="connsiteX207" fmla="*/ 760412 w 885825"/>
              <a:gd name="connsiteY207" fmla="*/ 3767683 h 12192000"/>
              <a:gd name="connsiteX208" fmla="*/ 744537 w 885825"/>
              <a:gd name="connsiteY208" fmla="*/ 3808958 h 12192000"/>
              <a:gd name="connsiteX209" fmla="*/ 730249 w 885825"/>
              <a:gd name="connsiteY209" fmla="*/ 3854995 h 12192000"/>
              <a:gd name="connsiteX210" fmla="*/ 719137 w 885825"/>
              <a:gd name="connsiteY210" fmla="*/ 3907383 h 12192000"/>
              <a:gd name="connsiteX211" fmla="*/ 711199 w 885825"/>
              <a:gd name="connsiteY211" fmla="*/ 3967708 h 12192000"/>
              <a:gd name="connsiteX212" fmla="*/ 709612 w 885825"/>
              <a:gd name="connsiteY212" fmla="*/ 4035970 h 12192000"/>
              <a:gd name="connsiteX213" fmla="*/ 711199 w 885825"/>
              <a:gd name="connsiteY213" fmla="*/ 4104233 h 12192000"/>
              <a:gd name="connsiteX214" fmla="*/ 719137 w 885825"/>
              <a:gd name="connsiteY214" fmla="*/ 4164557 h 12192000"/>
              <a:gd name="connsiteX215" fmla="*/ 730249 w 885825"/>
              <a:gd name="connsiteY215" fmla="*/ 4216946 h 12192000"/>
              <a:gd name="connsiteX216" fmla="*/ 744537 w 885825"/>
              <a:gd name="connsiteY216" fmla="*/ 4262982 h 12192000"/>
              <a:gd name="connsiteX217" fmla="*/ 760412 w 885825"/>
              <a:gd name="connsiteY217" fmla="*/ 4304258 h 12192000"/>
              <a:gd name="connsiteX218" fmla="*/ 779462 w 885825"/>
              <a:gd name="connsiteY218" fmla="*/ 4340770 h 12192000"/>
              <a:gd name="connsiteX219" fmla="*/ 817562 w 885825"/>
              <a:gd name="connsiteY219" fmla="*/ 4416970 h 12192000"/>
              <a:gd name="connsiteX220" fmla="*/ 833437 w 885825"/>
              <a:gd name="connsiteY220" fmla="*/ 4453483 h 12192000"/>
              <a:gd name="connsiteX221" fmla="*/ 849312 w 885825"/>
              <a:gd name="connsiteY221" fmla="*/ 4494758 h 12192000"/>
              <a:gd name="connsiteX222" fmla="*/ 865187 w 885825"/>
              <a:gd name="connsiteY222" fmla="*/ 4540795 h 12192000"/>
              <a:gd name="connsiteX223" fmla="*/ 876299 w 885825"/>
              <a:gd name="connsiteY223" fmla="*/ 4593183 h 12192000"/>
              <a:gd name="connsiteX224" fmla="*/ 882649 w 885825"/>
              <a:gd name="connsiteY224" fmla="*/ 4653508 h 12192000"/>
              <a:gd name="connsiteX225" fmla="*/ 885824 w 885825"/>
              <a:gd name="connsiteY225" fmla="*/ 4721770 h 12192000"/>
              <a:gd name="connsiteX226" fmla="*/ 882649 w 885825"/>
              <a:gd name="connsiteY226" fmla="*/ 4790033 h 12192000"/>
              <a:gd name="connsiteX227" fmla="*/ 876299 w 885825"/>
              <a:gd name="connsiteY227" fmla="*/ 4850357 h 12192000"/>
              <a:gd name="connsiteX228" fmla="*/ 865187 w 885825"/>
              <a:gd name="connsiteY228" fmla="*/ 4902746 h 12192000"/>
              <a:gd name="connsiteX229" fmla="*/ 849312 w 885825"/>
              <a:gd name="connsiteY229" fmla="*/ 4948782 h 12192000"/>
              <a:gd name="connsiteX230" fmla="*/ 833437 w 885825"/>
              <a:gd name="connsiteY230" fmla="*/ 4990057 h 12192000"/>
              <a:gd name="connsiteX231" fmla="*/ 817562 w 885825"/>
              <a:gd name="connsiteY231" fmla="*/ 5026570 h 12192000"/>
              <a:gd name="connsiteX232" fmla="*/ 798512 w 885825"/>
              <a:gd name="connsiteY232" fmla="*/ 5064670 h 12192000"/>
              <a:gd name="connsiteX233" fmla="*/ 779462 w 885825"/>
              <a:gd name="connsiteY233" fmla="*/ 5102770 h 12192000"/>
              <a:gd name="connsiteX234" fmla="*/ 760412 w 885825"/>
              <a:gd name="connsiteY234" fmla="*/ 5139283 h 12192000"/>
              <a:gd name="connsiteX235" fmla="*/ 744537 w 885825"/>
              <a:gd name="connsiteY235" fmla="*/ 5180558 h 12192000"/>
              <a:gd name="connsiteX236" fmla="*/ 730249 w 885825"/>
              <a:gd name="connsiteY236" fmla="*/ 5226595 h 12192000"/>
              <a:gd name="connsiteX237" fmla="*/ 719137 w 885825"/>
              <a:gd name="connsiteY237" fmla="*/ 5278983 h 12192000"/>
              <a:gd name="connsiteX238" fmla="*/ 711199 w 885825"/>
              <a:gd name="connsiteY238" fmla="*/ 5339307 h 12192000"/>
              <a:gd name="connsiteX239" fmla="*/ 709612 w 885825"/>
              <a:gd name="connsiteY239" fmla="*/ 5407570 h 12192000"/>
              <a:gd name="connsiteX240" fmla="*/ 711199 w 885825"/>
              <a:gd name="connsiteY240" fmla="*/ 5475833 h 12192000"/>
              <a:gd name="connsiteX241" fmla="*/ 719137 w 885825"/>
              <a:gd name="connsiteY241" fmla="*/ 5536158 h 12192000"/>
              <a:gd name="connsiteX242" fmla="*/ 730249 w 885825"/>
              <a:gd name="connsiteY242" fmla="*/ 5588545 h 12192000"/>
              <a:gd name="connsiteX243" fmla="*/ 744537 w 885825"/>
              <a:gd name="connsiteY243" fmla="*/ 5634583 h 12192000"/>
              <a:gd name="connsiteX244" fmla="*/ 760412 w 885825"/>
              <a:gd name="connsiteY244" fmla="*/ 5675858 h 12192000"/>
              <a:gd name="connsiteX245" fmla="*/ 779462 w 885825"/>
              <a:gd name="connsiteY245" fmla="*/ 5712371 h 12192000"/>
              <a:gd name="connsiteX246" fmla="*/ 798512 w 885825"/>
              <a:gd name="connsiteY246" fmla="*/ 5750471 h 12192000"/>
              <a:gd name="connsiteX247" fmla="*/ 817562 w 885825"/>
              <a:gd name="connsiteY247" fmla="*/ 5788571 h 12192000"/>
              <a:gd name="connsiteX248" fmla="*/ 833437 w 885825"/>
              <a:gd name="connsiteY248" fmla="*/ 5825083 h 12192000"/>
              <a:gd name="connsiteX249" fmla="*/ 849312 w 885825"/>
              <a:gd name="connsiteY249" fmla="*/ 5866358 h 12192000"/>
              <a:gd name="connsiteX250" fmla="*/ 865187 w 885825"/>
              <a:gd name="connsiteY250" fmla="*/ 5912395 h 12192000"/>
              <a:gd name="connsiteX251" fmla="*/ 876299 w 885825"/>
              <a:gd name="connsiteY251" fmla="*/ 5964783 h 12192000"/>
              <a:gd name="connsiteX252" fmla="*/ 882649 w 885825"/>
              <a:gd name="connsiteY252" fmla="*/ 6025108 h 12192000"/>
              <a:gd name="connsiteX253" fmla="*/ 885824 w 885825"/>
              <a:gd name="connsiteY253" fmla="*/ 6093370 h 12192000"/>
              <a:gd name="connsiteX254" fmla="*/ 885703 w 885825"/>
              <a:gd name="connsiteY254" fmla="*/ 6095988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Lst>
            <a:rect l="l" t="t" r="r" b="b"/>
            <a:pathLst>
              <a:path w="885825" h="12192000">
                <a:moveTo>
                  <a:pt x="885825" y="6098626"/>
                </a:moveTo>
                <a:lnTo>
                  <a:pt x="882650" y="6166889"/>
                </a:lnTo>
                <a:lnTo>
                  <a:pt x="876300" y="6227214"/>
                </a:lnTo>
                <a:lnTo>
                  <a:pt x="865188" y="6279601"/>
                </a:lnTo>
                <a:lnTo>
                  <a:pt x="849313" y="6325639"/>
                </a:lnTo>
                <a:lnTo>
                  <a:pt x="833438" y="6366914"/>
                </a:lnTo>
                <a:lnTo>
                  <a:pt x="817563" y="6403426"/>
                </a:lnTo>
                <a:lnTo>
                  <a:pt x="798513" y="6441526"/>
                </a:lnTo>
                <a:lnTo>
                  <a:pt x="779463" y="6479626"/>
                </a:lnTo>
                <a:lnTo>
                  <a:pt x="760413" y="6516139"/>
                </a:lnTo>
                <a:lnTo>
                  <a:pt x="744538" y="6557414"/>
                </a:lnTo>
                <a:lnTo>
                  <a:pt x="730250" y="6603451"/>
                </a:lnTo>
                <a:lnTo>
                  <a:pt x="719138" y="6655839"/>
                </a:lnTo>
                <a:lnTo>
                  <a:pt x="711200" y="6716164"/>
                </a:lnTo>
                <a:lnTo>
                  <a:pt x="709613" y="6784426"/>
                </a:lnTo>
                <a:lnTo>
                  <a:pt x="711200" y="6852689"/>
                </a:lnTo>
                <a:lnTo>
                  <a:pt x="719138" y="6913014"/>
                </a:lnTo>
                <a:lnTo>
                  <a:pt x="730250" y="6965401"/>
                </a:lnTo>
                <a:lnTo>
                  <a:pt x="744538" y="7011439"/>
                </a:lnTo>
                <a:lnTo>
                  <a:pt x="760413" y="7052714"/>
                </a:lnTo>
                <a:lnTo>
                  <a:pt x="779463" y="7089226"/>
                </a:lnTo>
                <a:lnTo>
                  <a:pt x="798513" y="7127326"/>
                </a:lnTo>
                <a:lnTo>
                  <a:pt x="817563" y="7165426"/>
                </a:lnTo>
                <a:lnTo>
                  <a:pt x="833438" y="7201939"/>
                </a:lnTo>
                <a:lnTo>
                  <a:pt x="849313" y="7243214"/>
                </a:lnTo>
                <a:lnTo>
                  <a:pt x="865188" y="7289251"/>
                </a:lnTo>
                <a:lnTo>
                  <a:pt x="876300" y="7341639"/>
                </a:lnTo>
                <a:lnTo>
                  <a:pt x="882650" y="7401964"/>
                </a:lnTo>
                <a:lnTo>
                  <a:pt x="885825" y="7470226"/>
                </a:lnTo>
                <a:lnTo>
                  <a:pt x="882650" y="7538489"/>
                </a:lnTo>
                <a:lnTo>
                  <a:pt x="876300" y="7598814"/>
                </a:lnTo>
                <a:lnTo>
                  <a:pt x="865188" y="7651201"/>
                </a:lnTo>
                <a:lnTo>
                  <a:pt x="849313" y="7697239"/>
                </a:lnTo>
                <a:lnTo>
                  <a:pt x="833438" y="7738514"/>
                </a:lnTo>
                <a:lnTo>
                  <a:pt x="817563" y="7775026"/>
                </a:lnTo>
                <a:lnTo>
                  <a:pt x="798513" y="7813126"/>
                </a:lnTo>
                <a:lnTo>
                  <a:pt x="779463" y="7851226"/>
                </a:lnTo>
                <a:lnTo>
                  <a:pt x="760413" y="7887739"/>
                </a:lnTo>
                <a:lnTo>
                  <a:pt x="744538" y="7929014"/>
                </a:lnTo>
                <a:lnTo>
                  <a:pt x="730250" y="7975051"/>
                </a:lnTo>
                <a:lnTo>
                  <a:pt x="719138" y="8027439"/>
                </a:lnTo>
                <a:lnTo>
                  <a:pt x="711200" y="8087764"/>
                </a:lnTo>
                <a:lnTo>
                  <a:pt x="709613" y="8156026"/>
                </a:lnTo>
                <a:lnTo>
                  <a:pt x="711200" y="8224289"/>
                </a:lnTo>
                <a:lnTo>
                  <a:pt x="719138" y="8284614"/>
                </a:lnTo>
                <a:lnTo>
                  <a:pt x="730250" y="8337001"/>
                </a:lnTo>
                <a:lnTo>
                  <a:pt x="744538" y="8383039"/>
                </a:lnTo>
                <a:lnTo>
                  <a:pt x="760413" y="8424314"/>
                </a:lnTo>
                <a:lnTo>
                  <a:pt x="779463" y="8460826"/>
                </a:lnTo>
                <a:lnTo>
                  <a:pt x="798513" y="8498926"/>
                </a:lnTo>
                <a:lnTo>
                  <a:pt x="817563" y="8537026"/>
                </a:lnTo>
                <a:lnTo>
                  <a:pt x="833438" y="8573540"/>
                </a:lnTo>
                <a:lnTo>
                  <a:pt x="849313" y="8614814"/>
                </a:lnTo>
                <a:lnTo>
                  <a:pt x="865188" y="8660852"/>
                </a:lnTo>
                <a:lnTo>
                  <a:pt x="876300" y="8713240"/>
                </a:lnTo>
                <a:lnTo>
                  <a:pt x="882650" y="8773564"/>
                </a:lnTo>
                <a:lnTo>
                  <a:pt x="885825" y="8840240"/>
                </a:lnTo>
                <a:lnTo>
                  <a:pt x="882650" y="8910090"/>
                </a:lnTo>
                <a:lnTo>
                  <a:pt x="876300" y="8970414"/>
                </a:lnTo>
                <a:lnTo>
                  <a:pt x="865188" y="9022802"/>
                </a:lnTo>
                <a:lnTo>
                  <a:pt x="849313" y="9068840"/>
                </a:lnTo>
                <a:lnTo>
                  <a:pt x="833438" y="9110114"/>
                </a:lnTo>
                <a:lnTo>
                  <a:pt x="817563" y="9146628"/>
                </a:lnTo>
                <a:lnTo>
                  <a:pt x="798513" y="9184728"/>
                </a:lnTo>
                <a:lnTo>
                  <a:pt x="779463" y="9222828"/>
                </a:lnTo>
                <a:lnTo>
                  <a:pt x="760413" y="9259340"/>
                </a:lnTo>
                <a:lnTo>
                  <a:pt x="744538" y="9300614"/>
                </a:lnTo>
                <a:lnTo>
                  <a:pt x="730250" y="9346652"/>
                </a:lnTo>
                <a:lnTo>
                  <a:pt x="719138" y="9399040"/>
                </a:lnTo>
                <a:lnTo>
                  <a:pt x="711200" y="9459364"/>
                </a:lnTo>
                <a:lnTo>
                  <a:pt x="709613" y="9527628"/>
                </a:lnTo>
                <a:lnTo>
                  <a:pt x="711200" y="9595890"/>
                </a:lnTo>
                <a:lnTo>
                  <a:pt x="719138" y="9656214"/>
                </a:lnTo>
                <a:lnTo>
                  <a:pt x="730250" y="9708602"/>
                </a:lnTo>
                <a:lnTo>
                  <a:pt x="744538" y="9754640"/>
                </a:lnTo>
                <a:lnTo>
                  <a:pt x="760413" y="9795914"/>
                </a:lnTo>
                <a:lnTo>
                  <a:pt x="779463" y="9832428"/>
                </a:lnTo>
                <a:lnTo>
                  <a:pt x="817563" y="9908628"/>
                </a:lnTo>
                <a:lnTo>
                  <a:pt x="833438" y="9945140"/>
                </a:lnTo>
                <a:lnTo>
                  <a:pt x="849313" y="9986414"/>
                </a:lnTo>
                <a:lnTo>
                  <a:pt x="865188" y="10032452"/>
                </a:lnTo>
                <a:lnTo>
                  <a:pt x="876300" y="10084840"/>
                </a:lnTo>
                <a:lnTo>
                  <a:pt x="882650" y="10145164"/>
                </a:lnTo>
                <a:lnTo>
                  <a:pt x="885825" y="10213428"/>
                </a:lnTo>
                <a:lnTo>
                  <a:pt x="882650" y="10281690"/>
                </a:lnTo>
                <a:lnTo>
                  <a:pt x="876300" y="10342014"/>
                </a:lnTo>
                <a:lnTo>
                  <a:pt x="865188" y="10394402"/>
                </a:lnTo>
                <a:lnTo>
                  <a:pt x="849313" y="10440440"/>
                </a:lnTo>
                <a:lnTo>
                  <a:pt x="833438" y="10481714"/>
                </a:lnTo>
                <a:lnTo>
                  <a:pt x="817563" y="10518228"/>
                </a:lnTo>
                <a:lnTo>
                  <a:pt x="798513" y="10556328"/>
                </a:lnTo>
                <a:lnTo>
                  <a:pt x="779463" y="10594428"/>
                </a:lnTo>
                <a:lnTo>
                  <a:pt x="760413" y="10630940"/>
                </a:lnTo>
                <a:lnTo>
                  <a:pt x="744538" y="10672214"/>
                </a:lnTo>
                <a:lnTo>
                  <a:pt x="730250" y="10718252"/>
                </a:lnTo>
                <a:lnTo>
                  <a:pt x="719138" y="10770640"/>
                </a:lnTo>
                <a:lnTo>
                  <a:pt x="711200" y="10830964"/>
                </a:lnTo>
                <a:lnTo>
                  <a:pt x="709613" y="10899228"/>
                </a:lnTo>
                <a:lnTo>
                  <a:pt x="711200" y="10967490"/>
                </a:lnTo>
                <a:lnTo>
                  <a:pt x="719138" y="11027814"/>
                </a:lnTo>
                <a:lnTo>
                  <a:pt x="730250" y="11080202"/>
                </a:lnTo>
                <a:lnTo>
                  <a:pt x="744538" y="11126240"/>
                </a:lnTo>
                <a:lnTo>
                  <a:pt x="760413" y="11167514"/>
                </a:lnTo>
                <a:lnTo>
                  <a:pt x="779463" y="11204028"/>
                </a:lnTo>
                <a:lnTo>
                  <a:pt x="798513" y="11242128"/>
                </a:lnTo>
                <a:lnTo>
                  <a:pt x="817563" y="11280228"/>
                </a:lnTo>
                <a:lnTo>
                  <a:pt x="833438" y="11316740"/>
                </a:lnTo>
                <a:lnTo>
                  <a:pt x="849313" y="11358014"/>
                </a:lnTo>
                <a:lnTo>
                  <a:pt x="865188" y="11404052"/>
                </a:lnTo>
                <a:lnTo>
                  <a:pt x="876300" y="11456440"/>
                </a:lnTo>
                <a:lnTo>
                  <a:pt x="882650" y="11516764"/>
                </a:lnTo>
                <a:lnTo>
                  <a:pt x="885825" y="11585028"/>
                </a:lnTo>
                <a:lnTo>
                  <a:pt x="882650" y="11653290"/>
                </a:lnTo>
                <a:lnTo>
                  <a:pt x="876300" y="11713614"/>
                </a:lnTo>
                <a:lnTo>
                  <a:pt x="865188" y="11766002"/>
                </a:lnTo>
                <a:lnTo>
                  <a:pt x="849313" y="11812040"/>
                </a:lnTo>
                <a:lnTo>
                  <a:pt x="833438" y="11853314"/>
                </a:lnTo>
                <a:lnTo>
                  <a:pt x="817563" y="11889828"/>
                </a:lnTo>
                <a:lnTo>
                  <a:pt x="798513" y="11927928"/>
                </a:lnTo>
                <a:lnTo>
                  <a:pt x="779463" y="11966028"/>
                </a:lnTo>
                <a:lnTo>
                  <a:pt x="760413" y="12002540"/>
                </a:lnTo>
                <a:lnTo>
                  <a:pt x="744538" y="12043814"/>
                </a:lnTo>
                <a:lnTo>
                  <a:pt x="730250" y="12089852"/>
                </a:lnTo>
                <a:lnTo>
                  <a:pt x="719138" y="12142240"/>
                </a:lnTo>
                <a:lnTo>
                  <a:pt x="712590" y="12192000"/>
                </a:lnTo>
                <a:lnTo>
                  <a:pt x="0" y="12192000"/>
                </a:lnTo>
                <a:lnTo>
                  <a:pt x="0" y="6779170"/>
                </a:lnTo>
                <a:lnTo>
                  <a:pt x="0" y="6779170"/>
                </a:lnTo>
                <a:lnTo>
                  <a:pt x="0" y="0"/>
                </a:lnTo>
                <a:lnTo>
                  <a:pt x="712590" y="0"/>
                </a:lnTo>
                <a:lnTo>
                  <a:pt x="719137" y="49758"/>
                </a:lnTo>
                <a:lnTo>
                  <a:pt x="730249" y="102145"/>
                </a:lnTo>
                <a:lnTo>
                  <a:pt x="744537" y="148183"/>
                </a:lnTo>
                <a:lnTo>
                  <a:pt x="760412" y="189458"/>
                </a:lnTo>
                <a:lnTo>
                  <a:pt x="779462" y="225970"/>
                </a:lnTo>
                <a:lnTo>
                  <a:pt x="798512" y="264070"/>
                </a:lnTo>
                <a:lnTo>
                  <a:pt x="817562" y="302170"/>
                </a:lnTo>
                <a:lnTo>
                  <a:pt x="833437" y="338683"/>
                </a:lnTo>
                <a:lnTo>
                  <a:pt x="849312" y="379958"/>
                </a:lnTo>
                <a:lnTo>
                  <a:pt x="865187" y="425995"/>
                </a:lnTo>
                <a:lnTo>
                  <a:pt x="876299" y="478383"/>
                </a:lnTo>
                <a:lnTo>
                  <a:pt x="882649" y="538708"/>
                </a:lnTo>
                <a:lnTo>
                  <a:pt x="885824" y="606970"/>
                </a:lnTo>
                <a:lnTo>
                  <a:pt x="882649" y="675233"/>
                </a:lnTo>
                <a:lnTo>
                  <a:pt x="876299" y="735558"/>
                </a:lnTo>
                <a:lnTo>
                  <a:pt x="865187" y="787945"/>
                </a:lnTo>
                <a:lnTo>
                  <a:pt x="849312" y="833983"/>
                </a:lnTo>
                <a:lnTo>
                  <a:pt x="833437" y="875258"/>
                </a:lnTo>
                <a:lnTo>
                  <a:pt x="817562" y="911770"/>
                </a:lnTo>
                <a:lnTo>
                  <a:pt x="798512" y="949870"/>
                </a:lnTo>
                <a:lnTo>
                  <a:pt x="779462" y="987970"/>
                </a:lnTo>
                <a:lnTo>
                  <a:pt x="760412" y="1024483"/>
                </a:lnTo>
                <a:lnTo>
                  <a:pt x="744537" y="1065758"/>
                </a:lnTo>
                <a:lnTo>
                  <a:pt x="730249" y="1111795"/>
                </a:lnTo>
                <a:lnTo>
                  <a:pt x="719137" y="1164183"/>
                </a:lnTo>
                <a:lnTo>
                  <a:pt x="711199" y="1224508"/>
                </a:lnTo>
                <a:lnTo>
                  <a:pt x="709612" y="1292770"/>
                </a:lnTo>
                <a:lnTo>
                  <a:pt x="711199" y="1361033"/>
                </a:lnTo>
                <a:lnTo>
                  <a:pt x="719137" y="1421358"/>
                </a:lnTo>
                <a:lnTo>
                  <a:pt x="730249" y="1473745"/>
                </a:lnTo>
                <a:lnTo>
                  <a:pt x="744537" y="1519783"/>
                </a:lnTo>
                <a:lnTo>
                  <a:pt x="760412" y="1561058"/>
                </a:lnTo>
                <a:lnTo>
                  <a:pt x="779462" y="1597570"/>
                </a:lnTo>
                <a:lnTo>
                  <a:pt x="798512" y="1635670"/>
                </a:lnTo>
                <a:lnTo>
                  <a:pt x="817562" y="1673770"/>
                </a:lnTo>
                <a:lnTo>
                  <a:pt x="833437" y="1710283"/>
                </a:lnTo>
                <a:lnTo>
                  <a:pt x="849312" y="1751558"/>
                </a:lnTo>
                <a:lnTo>
                  <a:pt x="865187" y="1797595"/>
                </a:lnTo>
                <a:lnTo>
                  <a:pt x="876299" y="1849983"/>
                </a:lnTo>
                <a:lnTo>
                  <a:pt x="882649" y="1910308"/>
                </a:lnTo>
                <a:lnTo>
                  <a:pt x="885824" y="1978570"/>
                </a:lnTo>
                <a:lnTo>
                  <a:pt x="882649" y="2046833"/>
                </a:lnTo>
                <a:lnTo>
                  <a:pt x="876299" y="2107158"/>
                </a:lnTo>
                <a:lnTo>
                  <a:pt x="865187" y="2159545"/>
                </a:lnTo>
                <a:lnTo>
                  <a:pt x="849312" y="2205583"/>
                </a:lnTo>
                <a:lnTo>
                  <a:pt x="833437" y="2246858"/>
                </a:lnTo>
                <a:lnTo>
                  <a:pt x="817562" y="2283370"/>
                </a:lnTo>
                <a:lnTo>
                  <a:pt x="798512" y="2321470"/>
                </a:lnTo>
                <a:lnTo>
                  <a:pt x="779462" y="2359570"/>
                </a:lnTo>
                <a:lnTo>
                  <a:pt x="760412" y="2396083"/>
                </a:lnTo>
                <a:lnTo>
                  <a:pt x="744537" y="2437358"/>
                </a:lnTo>
                <a:lnTo>
                  <a:pt x="730249" y="2483395"/>
                </a:lnTo>
                <a:lnTo>
                  <a:pt x="719137" y="2535782"/>
                </a:lnTo>
                <a:lnTo>
                  <a:pt x="711199" y="2596108"/>
                </a:lnTo>
                <a:lnTo>
                  <a:pt x="709612" y="2664370"/>
                </a:lnTo>
                <a:lnTo>
                  <a:pt x="711199" y="2732633"/>
                </a:lnTo>
                <a:lnTo>
                  <a:pt x="719137" y="2792958"/>
                </a:lnTo>
                <a:lnTo>
                  <a:pt x="730249" y="2845345"/>
                </a:lnTo>
                <a:lnTo>
                  <a:pt x="744537" y="2891383"/>
                </a:lnTo>
                <a:lnTo>
                  <a:pt x="760412" y="2932658"/>
                </a:lnTo>
                <a:lnTo>
                  <a:pt x="779462" y="2969170"/>
                </a:lnTo>
                <a:lnTo>
                  <a:pt x="798512" y="3007270"/>
                </a:lnTo>
                <a:lnTo>
                  <a:pt x="817562" y="3045370"/>
                </a:lnTo>
                <a:lnTo>
                  <a:pt x="833437" y="3081883"/>
                </a:lnTo>
                <a:lnTo>
                  <a:pt x="849312" y="3123158"/>
                </a:lnTo>
                <a:lnTo>
                  <a:pt x="865187" y="3169195"/>
                </a:lnTo>
                <a:lnTo>
                  <a:pt x="876299" y="3221583"/>
                </a:lnTo>
                <a:lnTo>
                  <a:pt x="882649" y="3281908"/>
                </a:lnTo>
                <a:lnTo>
                  <a:pt x="885824" y="3348582"/>
                </a:lnTo>
                <a:lnTo>
                  <a:pt x="882649" y="3418433"/>
                </a:lnTo>
                <a:lnTo>
                  <a:pt x="876299" y="3478758"/>
                </a:lnTo>
                <a:lnTo>
                  <a:pt x="865187" y="3531145"/>
                </a:lnTo>
                <a:lnTo>
                  <a:pt x="849312" y="3577183"/>
                </a:lnTo>
                <a:lnTo>
                  <a:pt x="833437" y="3618458"/>
                </a:lnTo>
                <a:lnTo>
                  <a:pt x="817562" y="3654970"/>
                </a:lnTo>
                <a:lnTo>
                  <a:pt x="798512" y="3693070"/>
                </a:lnTo>
                <a:lnTo>
                  <a:pt x="779462" y="3731170"/>
                </a:lnTo>
                <a:lnTo>
                  <a:pt x="760412" y="3767683"/>
                </a:lnTo>
                <a:lnTo>
                  <a:pt x="744537" y="3808958"/>
                </a:lnTo>
                <a:lnTo>
                  <a:pt x="730249" y="3854995"/>
                </a:lnTo>
                <a:lnTo>
                  <a:pt x="719137" y="3907383"/>
                </a:lnTo>
                <a:lnTo>
                  <a:pt x="711199" y="3967708"/>
                </a:lnTo>
                <a:lnTo>
                  <a:pt x="709612" y="4035970"/>
                </a:lnTo>
                <a:lnTo>
                  <a:pt x="711199" y="4104233"/>
                </a:lnTo>
                <a:lnTo>
                  <a:pt x="719137" y="4164557"/>
                </a:lnTo>
                <a:lnTo>
                  <a:pt x="730249" y="4216946"/>
                </a:lnTo>
                <a:lnTo>
                  <a:pt x="744537" y="4262982"/>
                </a:lnTo>
                <a:lnTo>
                  <a:pt x="760412" y="4304258"/>
                </a:lnTo>
                <a:lnTo>
                  <a:pt x="779462" y="4340770"/>
                </a:lnTo>
                <a:lnTo>
                  <a:pt x="817562" y="4416970"/>
                </a:lnTo>
                <a:lnTo>
                  <a:pt x="833437" y="4453483"/>
                </a:lnTo>
                <a:lnTo>
                  <a:pt x="849312" y="4494758"/>
                </a:lnTo>
                <a:lnTo>
                  <a:pt x="865187" y="4540795"/>
                </a:lnTo>
                <a:lnTo>
                  <a:pt x="876299" y="4593183"/>
                </a:lnTo>
                <a:lnTo>
                  <a:pt x="882649" y="4653508"/>
                </a:lnTo>
                <a:lnTo>
                  <a:pt x="885824" y="4721770"/>
                </a:lnTo>
                <a:lnTo>
                  <a:pt x="882649" y="4790033"/>
                </a:lnTo>
                <a:lnTo>
                  <a:pt x="876299" y="4850357"/>
                </a:lnTo>
                <a:lnTo>
                  <a:pt x="865187" y="4902746"/>
                </a:lnTo>
                <a:lnTo>
                  <a:pt x="849312" y="4948782"/>
                </a:lnTo>
                <a:lnTo>
                  <a:pt x="833437" y="4990057"/>
                </a:lnTo>
                <a:lnTo>
                  <a:pt x="817562" y="5026570"/>
                </a:lnTo>
                <a:lnTo>
                  <a:pt x="798512" y="5064670"/>
                </a:lnTo>
                <a:lnTo>
                  <a:pt x="779462" y="5102770"/>
                </a:lnTo>
                <a:lnTo>
                  <a:pt x="760412" y="5139283"/>
                </a:lnTo>
                <a:lnTo>
                  <a:pt x="744537" y="5180558"/>
                </a:lnTo>
                <a:lnTo>
                  <a:pt x="730249" y="5226595"/>
                </a:lnTo>
                <a:lnTo>
                  <a:pt x="719137" y="5278983"/>
                </a:lnTo>
                <a:lnTo>
                  <a:pt x="711199" y="5339307"/>
                </a:lnTo>
                <a:lnTo>
                  <a:pt x="709612" y="5407570"/>
                </a:lnTo>
                <a:lnTo>
                  <a:pt x="711199" y="5475833"/>
                </a:lnTo>
                <a:lnTo>
                  <a:pt x="719137" y="5536158"/>
                </a:lnTo>
                <a:lnTo>
                  <a:pt x="730249" y="5588545"/>
                </a:lnTo>
                <a:lnTo>
                  <a:pt x="744537" y="5634583"/>
                </a:lnTo>
                <a:lnTo>
                  <a:pt x="760412" y="5675858"/>
                </a:lnTo>
                <a:lnTo>
                  <a:pt x="779462" y="5712371"/>
                </a:lnTo>
                <a:lnTo>
                  <a:pt x="798512" y="5750471"/>
                </a:lnTo>
                <a:lnTo>
                  <a:pt x="817562" y="5788571"/>
                </a:lnTo>
                <a:lnTo>
                  <a:pt x="833437" y="5825083"/>
                </a:lnTo>
                <a:lnTo>
                  <a:pt x="849312" y="5866358"/>
                </a:lnTo>
                <a:lnTo>
                  <a:pt x="865187" y="5912395"/>
                </a:lnTo>
                <a:lnTo>
                  <a:pt x="876299" y="5964783"/>
                </a:lnTo>
                <a:lnTo>
                  <a:pt x="882649" y="6025108"/>
                </a:lnTo>
                <a:lnTo>
                  <a:pt x="885824" y="6093370"/>
                </a:lnTo>
                <a:lnTo>
                  <a:pt x="885703" y="6095988"/>
                </a:lnTo>
                <a:close/>
              </a:path>
            </a:pathLst>
          </a:custGeom>
          <a:solidFill>
            <a:srgbClr val="2A1A00"/>
          </a:solidFill>
          <a:ln w="0">
            <a:noFill/>
            <a:prstDash val="solid"/>
            <a:round/>
            <a:headEnd/>
            <a:tailEnd/>
          </a:ln>
        </p:spPr>
        <p:txBody>
          <a:bodyPr/>
          <a:lstStyle/>
          <a:p>
            <a:endParaRPr lang="en-US"/>
          </a:p>
        </p:txBody>
      </p:sp>
    </p:spTree>
    <p:extLst>
      <p:ext uri="{BB962C8B-B14F-4D97-AF65-F5344CB8AC3E}">
        <p14:creationId xmlns:p14="http://schemas.microsoft.com/office/powerpoint/2010/main" val="22010756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Freeform 6">
            <a:extLst>
              <a:ext uri="{FF2B5EF4-FFF2-40B4-BE49-F238E27FC236}">
                <a16:creationId xmlns:a16="http://schemas.microsoft.com/office/drawing/2014/main" id="{9FBC1FA0-1C3A-4F90-B7AE-0DD17DE71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US"/>
          </a:p>
        </p:txBody>
      </p:sp>
      <p:sp>
        <p:nvSpPr>
          <p:cNvPr id="75" name="Rectangle 74">
            <a:extLst>
              <a:ext uri="{FF2B5EF4-FFF2-40B4-BE49-F238E27FC236}">
                <a16:creationId xmlns:a16="http://schemas.microsoft.com/office/drawing/2014/main" id="{B0FF02D1-83B9-404A-94F8-41B0747E1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7" name="Rectangle 76">
            <a:extLst>
              <a:ext uri="{FF2B5EF4-FFF2-40B4-BE49-F238E27FC236}">
                <a16:creationId xmlns:a16="http://schemas.microsoft.com/office/drawing/2014/main" id="{0017B588-5D4D-4FAD-89EB-7E9C9480D9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8" name="Picture 4">
            <a:extLst>
              <a:ext uri="{FF2B5EF4-FFF2-40B4-BE49-F238E27FC236}">
                <a16:creationId xmlns:a16="http://schemas.microsoft.com/office/drawing/2014/main" id="{4E97B348-821F-5843-AD6E-7783668BCD2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3467" y="1030286"/>
            <a:ext cx="5291666" cy="4153956"/>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descr="golden ratio">
            <a:extLst>
              <a:ext uri="{FF2B5EF4-FFF2-40B4-BE49-F238E27FC236}">
                <a16:creationId xmlns:a16="http://schemas.microsoft.com/office/drawing/2014/main" id="{37A4119E-CD9C-684B-9E74-ED9FDAF43C6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256866" y="1122890"/>
            <a:ext cx="5291666" cy="3968749"/>
          </a:xfrm>
          <a:prstGeom prst="rect">
            <a:avLst/>
          </a:prstGeom>
          <a:noFill/>
          <a:extLst>
            <a:ext uri="{909E8E84-426E-40DD-AFC4-6F175D3DCCD1}">
              <a14:hiddenFill xmlns:a14="http://schemas.microsoft.com/office/drawing/2010/main">
                <a:solidFill>
                  <a:srgbClr val="FFFFFF"/>
                </a:solidFill>
              </a14:hiddenFill>
            </a:ext>
          </a:extLst>
        </p:spPr>
      </p:pic>
      <p:sp>
        <p:nvSpPr>
          <p:cNvPr id="79" name="Freeform: Shape 78">
            <a:extLst>
              <a:ext uri="{FF2B5EF4-FFF2-40B4-BE49-F238E27FC236}">
                <a16:creationId xmlns:a16="http://schemas.microsoft.com/office/drawing/2014/main" id="{8B2C70A5-DF47-4EDA-A3EE-9E644A2D54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5653089" y="319086"/>
            <a:ext cx="885825" cy="12192000"/>
          </a:xfrm>
          <a:custGeom>
            <a:avLst/>
            <a:gdLst>
              <a:gd name="connsiteX0" fmla="*/ 885825 w 885825"/>
              <a:gd name="connsiteY0" fmla="*/ 6098626 h 12192000"/>
              <a:gd name="connsiteX1" fmla="*/ 882650 w 885825"/>
              <a:gd name="connsiteY1" fmla="*/ 6166889 h 12192000"/>
              <a:gd name="connsiteX2" fmla="*/ 876300 w 885825"/>
              <a:gd name="connsiteY2" fmla="*/ 6227214 h 12192000"/>
              <a:gd name="connsiteX3" fmla="*/ 865188 w 885825"/>
              <a:gd name="connsiteY3" fmla="*/ 6279601 h 12192000"/>
              <a:gd name="connsiteX4" fmla="*/ 849313 w 885825"/>
              <a:gd name="connsiteY4" fmla="*/ 6325639 h 12192000"/>
              <a:gd name="connsiteX5" fmla="*/ 833438 w 885825"/>
              <a:gd name="connsiteY5" fmla="*/ 6366914 h 12192000"/>
              <a:gd name="connsiteX6" fmla="*/ 817563 w 885825"/>
              <a:gd name="connsiteY6" fmla="*/ 6403426 h 12192000"/>
              <a:gd name="connsiteX7" fmla="*/ 798513 w 885825"/>
              <a:gd name="connsiteY7" fmla="*/ 6441526 h 12192000"/>
              <a:gd name="connsiteX8" fmla="*/ 779463 w 885825"/>
              <a:gd name="connsiteY8" fmla="*/ 6479626 h 12192000"/>
              <a:gd name="connsiteX9" fmla="*/ 760413 w 885825"/>
              <a:gd name="connsiteY9" fmla="*/ 6516139 h 12192000"/>
              <a:gd name="connsiteX10" fmla="*/ 744538 w 885825"/>
              <a:gd name="connsiteY10" fmla="*/ 6557414 h 12192000"/>
              <a:gd name="connsiteX11" fmla="*/ 730250 w 885825"/>
              <a:gd name="connsiteY11" fmla="*/ 6603451 h 12192000"/>
              <a:gd name="connsiteX12" fmla="*/ 719138 w 885825"/>
              <a:gd name="connsiteY12" fmla="*/ 6655839 h 12192000"/>
              <a:gd name="connsiteX13" fmla="*/ 711200 w 885825"/>
              <a:gd name="connsiteY13" fmla="*/ 6716164 h 12192000"/>
              <a:gd name="connsiteX14" fmla="*/ 709613 w 885825"/>
              <a:gd name="connsiteY14" fmla="*/ 6784426 h 12192000"/>
              <a:gd name="connsiteX15" fmla="*/ 711200 w 885825"/>
              <a:gd name="connsiteY15" fmla="*/ 6852689 h 12192000"/>
              <a:gd name="connsiteX16" fmla="*/ 719138 w 885825"/>
              <a:gd name="connsiteY16" fmla="*/ 6913014 h 12192000"/>
              <a:gd name="connsiteX17" fmla="*/ 730250 w 885825"/>
              <a:gd name="connsiteY17" fmla="*/ 6965401 h 12192000"/>
              <a:gd name="connsiteX18" fmla="*/ 744538 w 885825"/>
              <a:gd name="connsiteY18" fmla="*/ 7011439 h 12192000"/>
              <a:gd name="connsiteX19" fmla="*/ 760413 w 885825"/>
              <a:gd name="connsiteY19" fmla="*/ 7052714 h 12192000"/>
              <a:gd name="connsiteX20" fmla="*/ 779463 w 885825"/>
              <a:gd name="connsiteY20" fmla="*/ 7089226 h 12192000"/>
              <a:gd name="connsiteX21" fmla="*/ 798513 w 885825"/>
              <a:gd name="connsiteY21" fmla="*/ 7127326 h 12192000"/>
              <a:gd name="connsiteX22" fmla="*/ 817563 w 885825"/>
              <a:gd name="connsiteY22" fmla="*/ 7165426 h 12192000"/>
              <a:gd name="connsiteX23" fmla="*/ 833438 w 885825"/>
              <a:gd name="connsiteY23" fmla="*/ 7201939 h 12192000"/>
              <a:gd name="connsiteX24" fmla="*/ 849313 w 885825"/>
              <a:gd name="connsiteY24" fmla="*/ 7243214 h 12192000"/>
              <a:gd name="connsiteX25" fmla="*/ 865188 w 885825"/>
              <a:gd name="connsiteY25" fmla="*/ 7289251 h 12192000"/>
              <a:gd name="connsiteX26" fmla="*/ 876300 w 885825"/>
              <a:gd name="connsiteY26" fmla="*/ 7341639 h 12192000"/>
              <a:gd name="connsiteX27" fmla="*/ 882650 w 885825"/>
              <a:gd name="connsiteY27" fmla="*/ 7401964 h 12192000"/>
              <a:gd name="connsiteX28" fmla="*/ 885825 w 885825"/>
              <a:gd name="connsiteY28" fmla="*/ 7470226 h 12192000"/>
              <a:gd name="connsiteX29" fmla="*/ 882650 w 885825"/>
              <a:gd name="connsiteY29" fmla="*/ 7538489 h 12192000"/>
              <a:gd name="connsiteX30" fmla="*/ 876300 w 885825"/>
              <a:gd name="connsiteY30" fmla="*/ 7598814 h 12192000"/>
              <a:gd name="connsiteX31" fmla="*/ 865188 w 885825"/>
              <a:gd name="connsiteY31" fmla="*/ 7651201 h 12192000"/>
              <a:gd name="connsiteX32" fmla="*/ 849313 w 885825"/>
              <a:gd name="connsiteY32" fmla="*/ 7697239 h 12192000"/>
              <a:gd name="connsiteX33" fmla="*/ 833438 w 885825"/>
              <a:gd name="connsiteY33" fmla="*/ 7738514 h 12192000"/>
              <a:gd name="connsiteX34" fmla="*/ 817563 w 885825"/>
              <a:gd name="connsiteY34" fmla="*/ 7775026 h 12192000"/>
              <a:gd name="connsiteX35" fmla="*/ 798513 w 885825"/>
              <a:gd name="connsiteY35" fmla="*/ 7813126 h 12192000"/>
              <a:gd name="connsiteX36" fmla="*/ 779463 w 885825"/>
              <a:gd name="connsiteY36" fmla="*/ 7851226 h 12192000"/>
              <a:gd name="connsiteX37" fmla="*/ 760413 w 885825"/>
              <a:gd name="connsiteY37" fmla="*/ 7887739 h 12192000"/>
              <a:gd name="connsiteX38" fmla="*/ 744538 w 885825"/>
              <a:gd name="connsiteY38" fmla="*/ 7929014 h 12192000"/>
              <a:gd name="connsiteX39" fmla="*/ 730250 w 885825"/>
              <a:gd name="connsiteY39" fmla="*/ 7975051 h 12192000"/>
              <a:gd name="connsiteX40" fmla="*/ 719138 w 885825"/>
              <a:gd name="connsiteY40" fmla="*/ 8027439 h 12192000"/>
              <a:gd name="connsiteX41" fmla="*/ 711200 w 885825"/>
              <a:gd name="connsiteY41" fmla="*/ 8087764 h 12192000"/>
              <a:gd name="connsiteX42" fmla="*/ 709613 w 885825"/>
              <a:gd name="connsiteY42" fmla="*/ 8156026 h 12192000"/>
              <a:gd name="connsiteX43" fmla="*/ 711200 w 885825"/>
              <a:gd name="connsiteY43" fmla="*/ 8224289 h 12192000"/>
              <a:gd name="connsiteX44" fmla="*/ 719138 w 885825"/>
              <a:gd name="connsiteY44" fmla="*/ 8284614 h 12192000"/>
              <a:gd name="connsiteX45" fmla="*/ 730250 w 885825"/>
              <a:gd name="connsiteY45" fmla="*/ 8337001 h 12192000"/>
              <a:gd name="connsiteX46" fmla="*/ 744538 w 885825"/>
              <a:gd name="connsiteY46" fmla="*/ 8383039 h 12192000"/>
              <a:gd name="connsiteX47" fmla="*/ 760413 w 885825"/>
              <a:gd name="connsiteY47" fmla="*/ 8424314 h 12192000"/>
              <a:gd name="connsiteX48" fmla="*/ 779463 w 885825"/>
              <a:gd name="connsiteY48" fmla="*/ 8460826 h 12192000"/>
              <a:gd name="connsiteX49" fmla="*/ 798513 w 885825"/>
              <a:gd name="connsiteY49" fmla="*/ 8498926 h 12192000"/>
              <a:gd name="connsiteX50" fmla="*/ 817563 w 885825"/>
              <a:gd name="connsiteY50" fmla="*/ 8537026 h 12192000"/>
              <a:gd name="connsiteX51" fmla="*/ 833438 w 885825"/>
              <a:gd name="connsiteY51" fmla="*/ 8573540 h 12192000"/>
              <a:gd name="connsiteX52" fmla="*/ 849313 w 885825"/>
              <a:gd name="connsiteY52" fmla="*/ 8614814 h 12192000"/>
              <a:gd name="connsiteX53" fmla="*/ 865188 w 885825"/>
              <a:gd name="connsiteY53" fmla="*/ 8660852 h 12192000"/>
              <a:gd name="connsiteX54" fmla="*/ 876300 w 885825"/>
              <a:gd name="connsiteY54" fmla="*/ 8713240 h 12192000"/>
              <a:gd name="connsiteX55" fmla="*/ 882650 w 885825"/>
              <a:gd name="connsiteY55" fmla="*/ 8773564 h 12192000"/>
              <a:gd name="connsiteX56" fmla="*/ 885825 w 885825"/>
              <a:gd name="connsiteY56" fmla="*/ 8840240 h 12192000"/>
              <a:gd name="connsiteX57" fmla="*/ 882650 w 885825"/>
              <a:gd name="connsiteY57" fmla="*/ 8910090 h 12192000"/>
              <a:gd name="connsiteX58" fmla="*/ 876300 w 885825"/>
              <a:gd name="connsiteY58" fmla="*/ 8970414 h 12192000"/>
              <a:gd name="connsiteX59" fmla="*/ 865188 w 885825"/>
              <a:gd name="connsiteY59" fmla="*/ 9022802 h 12192000"/>
              <a:gd name="connsiteX60" fmla="*/ 849313 w 885825"/>
              <a:gd name="connsiteY60" fmla="*/ 9068840 h 12192000"/>
              <a:gd name="connsiteX61" fmla="*/ 833438 w 885825"/>
              <a:gd name="connsiteY61" fmla="*/ 9110114 h 12192000"/>
              <a:gd name="connsiteX62" fmla="*/ 817563 w 885825"/>
              <a:gd name="connsiteY62" fmla="*/ 9146628 h 12192000"/>
              <a:gd name="connsiteX63" fmla="*/ 798513 w 885825"/>
              <a:gd name="connsiteY63" fmla="*/ 9184728 h 12192000"/>
              <a:gd name="connsiteX64" fmla="*/ 779463 w 885825"/>
              <a:gd name="connsiteY64" fmla="*/ 9222828 h 12192000"/>
              <a:gd name="connsiteX65" fmla="*/ 760413 w 885825"/>
              <a:gd name="connsiteY65" fmla="*/ 9259340 h 12192000"/>
              <a:gd name="connsiteX66" fmla="*/ 744538 w 885825"/>
              <a:gd name="connsiteY66" fmla="*/ 9300614 h 12192000"/>
              <a:gd name="connsiteX67" fmla="*/ 730250 w 885825"/>
              <a:gd name="connsiteY67" fmla="*/ 9346652 h 12192000"/>
              <a:gd name="connsiteX68" fmla="*/ 719138 w 885825"/>
              <a:gd name="connsiteY68" fmla="*/ 9399040 h 12192000"/>
              <a:gd name="connsiteX69" fmla="*/ 711200 w 885825"/>
              <a:gd name="connsiteY69" fmla="*/ 9459364 h 12192000"/>
              <a:gd name="connsiteX70" fmla="*/ 709613 w 885825"/>
              <a:gd name="connsiteY70" fmla="*/ 9527628 h 12192000"/>
              <a:gd name="connsiteX71" fmla="*/ 711200 w 885825"/>
              <a:gd name="connsiteY71" fmla="*/ 9595890 h 12192000"/>
              <a:gd name="connsiteX72" fmla="*/ 719138 w 885825"/>
              <a:gd name="connsiteY72" fmla="*/ 9656214 h 12192000"/>
              <a:gd name="connsiteX73" fmla="*/ 730250 w 885825"/>
              <a:gd name="connsiteY73" fmla="*/ 9708602 h 12192000"/>
              <a:gd name="connsiteX74" fmla="*/ 744538 w 885825"/>
              <a:gd name="connsiteY74" fmla="*/ 9754640 h 12192000"/>
              <a:gd name="connsiteX75" fmla="*/ 760413 w 885825"/>
              <a:gd name="connsiteY75" fmla="*/ 9795914 h 12192000"/>
              <a:gd name="connsiteX76" fmla="*/ 779463 w 885825"/>
              <a:gd name="connsiteY76" fmla="*/ 9832428 h 12192000"/>
              <a:gd name="connsiteX77" fmla="*/ 817563 w 885825"/>
              <a:gd name="connsiteY77" fmla="*/ 9908628 h 12192000"/>
              <a:gd name="connsiteX78" fmla="*/ 833438 w 885825"/>
              <a:gd name="connsiteY78" fmla="*/ 9945140 h 12192000"/>
              <a:gd name="connsiteX79" fmla="*/ 849313 w 885825"/>
              <a:gd name="connsiteY79" fmla="*/ 9986414 h 12192000"/>
              <a:gd name="connsiteX80" fmla="*/ 865188 w 885825"/>
              <a:gd name="connsiteY80" fmla="*/ 10032452 h 12192000"/>
              <a:gd name="connsiteX81" fmla="*/ 876300 w 885825"/>
              <a:gd name="connsiteY81" fmla="*/ 10084840 h 12192000"/>
              <a:gd name="connsiteX82" fmla="*/ 882650 w 885825"/>
              <a:gd name="connsiteY82" fmla="*/ 10145164 h 12192000"/>
              <a:gd name="connsiteX83" fmla="*/ 885825 w 885825"/>
              <a:gd name="connsiteY83" fmla="*/ 10213428 h 12192000"/>
              <a:gd name="connsiteX84" fmla="*/ 882650 w 885825"/>
              <a:gd name="connsiteY84" fmla="*/ 10281690 h 12192000"/>
              <a:gd name="connsiteX85" fmla="*/ 876300 w 885825"/>
              <a:gd name="connsiteY85" fmla="*/ 10342014 h 12192000"/>
              <a:gd name="connsiteX86" fmla="*/ 865188 w 885825"/>
              <a:gd name="connsiteY86" fmla="*/ 10394402 h 12192000"/>
              <a:gd name="connsiteX87" fmla="*/ 849313 w 885825"/>
              <a:gd name="connsiteY87" fmla="*/ 10440440 h 12192000"/>
              <a:gd name="connsiteX88" fmla="*/ 833438 w 885825"/>
              <a:gd name="connsiteY88" fmla="*/ 10481714 h 12192000"/>
              <a:gd name="connsiteX89" fmla="*/ 817563 w 885825"/>
              <a:gd name="connsiteY89" fmla="*/ 10518228 h 12192000"/>
              <a:gd name="connsiteX90" fmla="*/ 798513 w 885825"/>
              <a:gd name="connsiteY90" fmla="*/ 10556328 h 12192000"/>
              <a:gd name="connsiteX91" fmla="*/ 779463 w 885825"/>
              <a:gd name="connsiteY91" fmla="*/ 10594428 h 12192000"/>
              <a:gd name="connsiteX92" fmla="*/ 760413 w 885825"/>
              <a:gd name="connsiteY92" fmla="*/ 10630940 h 12192000"/>
              <a:gd name="connsiteX93" fmla="*/ 744538 w 885825"/>
              <a:gd name="connsiteY93" fmla="*/ 10672214 h 12192000"/>
              <a:gd name="connsiteX94" fmla="*/ 730250 w 885825"/>
              <a:gd name="connsiteY94" fmla="*/ 10718252 h 12192000"/>
              <a:gd name="connsiteX95" fmla="*/ 719138 w 885825"/>
              <a:gd name="connsiteY95" fmla="*/ 10770640 h 12192000"/>
              <a:gd name="connsiteX96" fmla="*/ 711200 w 885825"/>
              <a:gd name="connsiteY96" fmla="*/ 10830964 h 12192000"/>
              <a:gd name="connsiteX97" fmla="*/ 709613 w 885825"/>
              <a:gd name="connsiteY97" fmla="*/ 10899228 h 12192000"/>
              <a:gd name="connsiteX98" fmla="*/ 711200 w 885825"/>
              <a:gd name="connsiteY98" fmla="*/ 10967490 h 12192000"/>
              <a:gd name="connsiteX99" fmla="*/ 719138 w 885825"/>
              <a:gd name="connsiteY99" fmla="*/ 11027814 h 12192000"/>
              <a:gd name="connsiteX100" fmla="*/ 730250 w 885825"/>
              <a:gd name="connsiteY100" fmla="*/ 11080202 h 12192000"/>
              <a:gd name="connsiteX101" fmla="*/ 744538 w 885825"/>
              <a:gd name="connsiteY101" fmla="*/ 11126240 h 12192000"/>
              <a:gd name="connsiteX102" fmla="*/ 760413 w 885825"/>
              <a:gd name="connsiteY102" fmla="*/ 11167514 h 12192000"/>
              <a:gd name="connsiteX103" fmla="*/ 779463 w 885825"/>
              <a:gd name="connsiteY103" fmla="*/ 11204028 h 12192000"/>
              <a:gd name="connsiteX104" fmla="*/ 798513 w 885825"/>
              <a:gd name="connsiteY104" fmla="*/ 11242128 h 12192000"/>
              <a:gd name="connsiteX105" fmla="*/ 817563 w 885825"/>
              <a:gd name="connsiteY105" fmla="*/ 11280228 h 12192000"/>
              <a:gd name="connsiteX106" fmla="*/ 833438 w 885825"/>
              <a:gd name="connsiteY106" fmla="*/ 11316740 h 12192000"/>
              <a:gd name="connsiteX107" fmla="*/ 849313 w 885825"/>
              <a:gd name="connsiteY107" fmla="*/ 11358014 h 12192000"/>
              <a:gd name="connsiteX108" fmla="*/ 865188 w 885825"/>
              <a:gd name="connsiteY108" fmla="*/ 11404052 h 12192000"/>
              <a:gd name="connsiteX109" fmla="*/ 876300 w 885825"/>
              <a:gd name="connsiteY109" fmla="*/ 11456440 h 12192000"/>
              <a:gd name="connsiteX110" fmla="*/ 882650 w 885825"/>
              <a:gd name="connsiteY110" fmla="*/ 11516764 h 12192000"/>
              <a:gd name="connsiteX111" fmla="*/ 885825 w 885825"/>
              <a:gd name="connsiteY111" fmla="*/ 11585028 h 12192000"/>
              <a:gd name="connsiteX112" fmla="*/ 882650 w 885825"/>
              <a:gd name="connsiteY112" fmla="*/ 11653290 h 12192000"/>
              <a:gd name="connsiteX113" fmla="*/ 876300 w 885825"/>
              <a:gd name="connsiteY113" fmla="*/ 11713614 h 12192000"/>
              <a:gd name="connsiteX114" fmla="*/ 865188 w 885825"/>
              <a:gd name="connsiteY114" fmla="*/ 11766002 h 12192000"/>
              <a:gd name="connsiteX115" fmla="*/ 849313 w 885825"/>
              <a:gd name="connsiteY115" fmla="*/ 11812040 h 12192000"/>
              <a:gd name="connsiteX116" fmla="*/ 833438 w 885825"/>
              <a:gd name="connsiteY116" fmla="*/ 11853314 h 12192000"/>
              <a:gd name="connsiteX117" fmla="*/ 817563 w 885825"/>
              <a:gd name="connsiteY117" fmla="*/ 11889828 h 12192000"/>
              <a:gd name="connsiteX118" fmla="*/ 798513 w 885825"/>
              <a:gd name="connsiteY118" fmla="*/ 11927928 h 12192000"/>
              <a:gd name="connsiteX119" fmla="*/ 779463 w 885825"/>
              <a:gd name="connsiteY119" fmla="*/ 11966028 h 12192000"/>
              <a:gd name="connsiteX120" fmla="*/ 760413 w 885825"/>
              <a:gd name="connsiteY120" fmla="*/ 12002540 h 12192000"/>
              <a:gd name="connsiteX121" fmla="*/ 744538 w 885825"/>
              <a:gd name="connsiteY121" fmla="*/ 12043814 h 12192000"/>
              <a:gd name="connsiteX122" fmla="*/ 730250 w 885825"/>
              <a:gd name="connsiteY122" fmla="*/ 12089852 h 12192000"/>
              <a:gd name="connsiteX123" fmla="*/ 719138 w 885825"/>
              <a:gd name="connsiteY123" fmla="*/ 12142240 h 12192000"/>
              <a:gd name="connsiteX124" fmla="*/ 712590 w 885825"/>
              <a:gd name="connsiteY124" fmla="*/ 12192000 h 12192000"/>
              <a:gd name="connsiteX125" fmla="*/ 0 w 885825"/>
              <a:gd name="connsiteY125" fmla="*/ 12192000 h 12192000"/>
              <a:gd name="connsiteX126" fmla="*/ 0 w 885825"/>
              <a:gd name="connsiteY126" fmla="*/ 6779170 h 12192000"/>
              <a:gd name="connsiteX127" fmla="*/ 0 w 885825"/>
              <a:gd name="connsiteY127" fmla="*/ 6779170 h 12192000"/>
              <a:gd name="connsiteX128" fmla="*/ 0 w 885825"/>
              <a:gd name="connsiteY128" fmla="*/ 0 h 12192000"/>
              <a:gd name="connsiteX129" fmla="*/ 712590 w 885825"/>
              <a:gd name="connsiteY129" fmla="*/ 0 h 12192000"/>
              <a:gd name="connsiteX130" fmla="*/ 719137 w 885825"/>
              <a:gd name="connsiteY130" fmla="*/ 49758 h 12192000"/>
              <a:gd name="connsiteX131" fmla="*/ 730249 w 885825"/>
              <a:gd name="connsiteY131" fmla="*/ 102145 h 12192000"/>
              <a:gd name="connsiteX132" fmla="*/ 744537 w 885825"/>
              <a:gd name="connsiteY132" fmla="*/ 148183 h 12192000"/>
              <a:gd name="connsiteX133" fmla="*/ 760412 w 885825"/>
              <a:gd name="connsiteY133" fmla="*/ 189458 h 12192000"/>
              <a:gd name="connsiteX134" fmla="*/ 779462 w 885825"/>
              <a:gd name="connsiteY134" fmla="*/ 225970 h 12192000"/>
              <a:gd name="connsiteX135" fmla="*/ 798512 w 885825"/>
              <a:gd name="connsiteY135" fmla="*/ 264070 h 12192000"/>
              <a:gd name="connsiteX136" fmla="*/ 817562 w 885825"/>
              <a:gd name="connsiteY136" fmla="*/ 302170 h 12192000"/>
              <a:gd name="connsiteX137" fmla="*/ 833437 w 885825"/>
              <a:gd name="connsiteY137" fmla="*/ 338683 h 12192000"/>
              <a:gd name="connsiteX138" fmla="*/ 849312 w 885825"/>
              <a:gd name="connsiteY138" fmla="*/ 379958 h 12192000"/>
              <a:gd name="connsiteX139" fmla="*/ 865187 w 885825"/>
              <a:gd name="connsiteY139" fmla="*/ 425995 h 12192000"/>
              <a:gd name="connsiteX140" fmla="*/ 876299 w 885825"/>
              <a:gd name="connsiteY140" fmla="*/ 478383 h 12192000"/>
              <a:gd name="connsiteX141" fmla="*/ 882649 w 885825"/>
              <a:gd name="connsiteY141" fmla="*/ 538708 h 12192000"/>
              <a:gd name="connsiteX142" fmla="*/ 885824 w 885825"/>
              <a:gd name="connsiteY142" fmla="*/ 606970 h 12192000"/>
              <a:gd name="connsiteX143" fmla="*/ 882649 w 885825"/>
              <a:gd name="connsiteY143" fmla="*/ 675233 h 12192000"/>
              <a:gd name="connsiteX144" fmla="*/ 876299 w 885825"/>
              <a:gd name="connsiteY144" fmla="*/ 735558 h 12192000"/>
              <a:gd name="connsiteX145" fmla="*/ 865187 w 885825"/>
              <a:gd name="connsiteY145" fmla="*/ 787945 h 12192000"/>
              <a:gd name="connsiteX146" fmla="*/ 849312 w 885825"/>
              <a:gd name="connsiteY146" fmla="*/ 833983 h 12192000"/>
              <a:gd name="connsiteX147" fmla="*/ 833437 w 885825"/>
              <a:gd name="connsiteY147" fmla="*/ 875258 h 12192000"/>
              <a:gd name="connsiteX148" fmla="*/ 817562 w 885825"/>
              <a:gd name="connsiteY148" fmla="*/ 911770 h 12192000"/>
              <a:gd name="connsiteX149" fmla="*/ 798512 w 885825"/>
              <a:gd name="connsiteY149" fmla="*/ 949870 h 12192000"/>
              <a:gd name="connsiteX150" fmla="*/ 779462 w 885825"/>
              <a:gd name="connsiteY150" fmla="*/ 987970 h 12192000"/>
              <a:gd name="connsiteX151" fmla="*/ 760412 w 885825"/>
              <a:gd name="connsiteY151" fmla="*/ 1024483 h 12192000"/>
              <a:gd name="connsiteX152" fmla="*/ 744537 w 885825"/>
              <a:gd name="connsiteY152" fmla="*/ 1065758 h 12192000"/>
              <a:gd name="connsiteX153" fmla="*/ 730249 w 885825"/>
              <a:gd name="connsiteY153" fmla="*/ 1111795 h 12192000"/>
              <a:gd name="connsiteX154" fmla="*/ 719137 w 885825"/>
              <a:gd name="connsiteY154" fmla="*/ 1164183 h 12192000"/>
              <a:gd name="connsiteX155" fmla="*/ 711199 w 885825"/>
              <a:gd name="connsiteY155" fmla="*/ 1224508 h 12192000"/>
              <a:gd name="connsiteX156" fmla="*/ 709612 w 885825"/>
              <a:gd name="connsiteY156" fmla="*/ 1292770 h 12192000"/>
              <a:gd name="connsiteX157" fmla="*/ 711199 w 885825"/>
              <a:gd name="connsiteY157" fmla="*/ 1361033 h 12192000"/>
              <a:gd name="connsiteX158" fmla="*/ 719137 w 885825"/>
              <a:gd name="connsiteY158" fmla="*/ 1421358 h 12192000"/>
              <a:gd name="connsiteX159" fmla="*/ 730249 w 885825"/>
              <a:gd name="connsiteY159" fmla="*/ 1473745 h 12192000"/>
              <a:gd name="connsiteX160" fmla="*/ 744537 w 885825"/>
              <a:gd name="connsiteY160" fmla="*/ 1519783 h 12192000"/>
              <a:gd name="connsiteX161" fmla="*/ 760412 w 885825"/>
              <a:gd name="connsiteY161" fmla="*/ 1561058 h 12192000"/>
              <a:gd name="connsiteX162" fmla="*/ 779462 w 885825"/>
              <a:gd name="connsiteY162" fmla="*/ 1597570 h 12192000"/>
              <a:gd name="connsiteX163" fmla="*/ 798512 w 885825"/>
              <a:gd name="connsiteY163" fmla="*/ 1635670 h 12192000"/>
              <a:gd name="connsiteX164" fmla="*/ 817562 w 885825"/>
              <a:gd name="connsiteY164" fmla="*/ 1673770 h 12192000"/>
              <a:gd name="connsiteX165" fmla="*/ 833437 w 885825"/>
              <a:gd name="connsiteY165" fmla="*/ 1710283 h 12192000"/>
              <a:gd name="connsiteX166" fmla="*/ 849312 w 885825"/>
              <a:gd name="connsiteY166" fmla="*/ 1751558 h 12192000"/>
              <a:gd name="connsiteX167" fmla="*/ 865187 w 885825"/>
              <a:gd name="connsiteY167" fmla="*/ 1797595 h 12192000"/>
              <a:gd name="connsiteX168" fmla="*/ 876299 w 885825"/>
              <a:gd name="connsiteY168" fmla="*/ 1849983 h 12192000"/>
              <a:gd name="connsiteX169" fmla="*/ 882649 w 885825"/>
              <a:gd name="connsiteY169" fmla="*/ 1910308 h 12192000"/>
              <a:gd name="connsiteX170" fmla="*/ 885824 w 885825"/>
              <a:gd name="connsiteY170" fmla="*/ 1978570 h 12192000"/>
              <a:gd name="connsiteX171" fmla="*/ 882649 w 885825"/>
              <a:gd name="connsiteY171" fmla="*/ 2046833 h 12192000"/>
              <a:gd name="connsiteX172" fmla="*/ 876299 w 885825"/>
              <a:gd name="connsiteY172" fmla="*/ 2107158 h 12192000"/>
              <a:gd name="connsiteX173" fmla="*/ 865187 w 885825"/>
              <a:gd name="connsiteY173" fmla="*/ 2159545 h 12192000"/>
              <a:gd name="connsiteX174" fmla="*/ 849312 w 885825"/>
              <a:gd name="connsiteY174" fmla="*/ 2205583 h 12192000"/>
              <a:gd name="connsiteX175" fmla="*/ 833437 w 885825"/>
              <a:gd name="connsiteY175" fmla="*/ 2246858 h 12192000"/>
              <a:gd name="connsiteX176" fmla="*/ 817562 w 885825"/>
              <a:gd name="connsiteY176" fmla="*/ 2283370 h 12192000"/>
              <a:gd name="connsiteX177" fmla="*/ 798512 w 885825"/>
              <a:gd name="connsiteY177" fmla="*/ 2321470 h 12192000"/>
              <a:gd name="connsiteX178" fmla="*/ 779462 w 885825"/>
              <a:gd name="connsiteY178" fmla="*/ 2359570 h 12192000"/>
              <a:gd name="connsiteX179" fmla="*/ 760412 w 885825"/>
              <a:gd name="connsiteY179" fmla="*/ 2396083 h 12192000"/>
              <a:gd name="connsiteX180" fmla="*/ 744537 w 885825"/>
              <a:gd name="connsiteY180" fmla="*/ 2437358 h 12192000"/>
              <a:gd name="connsiteX181" fmla="*/ 730249 w 885825"/>
              <a:gd name="connsiteY181" fmla="*/ 2483395 h 12192000"/>
              <a:gd name="connsiteX182" fmla="*/ 719137 w 885825"/>
              <a:gd name="connsiteY182" fmla="*/ 2535782 h 12192000"/>
              <a:gd name="connsiteX183" fmla="*/ 711199 w 885825"/>
              <a:gd name="connsiteY183" fmla="*/ 2596108 h 12192000"/>
              <a:gd name="connsiteX184" fmla="*/ 709612 w 885825"/>
              <a:gd name="connsiteY184" fmla="*/ 2664370 h 12192000"/>
              <a:gd name="connsiteX185" fmla="*/ 711199 w 885825"/>
              <a:gd name="connsiteY185" fmla="*/ 2732633 h 12192000"/>
              <a:gd name="connsiteX186" fmla="*/ 719137 w 885825"/>
              <a:gd name="connsiteY186" fmla="*/ 2792958 h 12192000"/>
              <a:gd name="connsiteX187" fmla="*/ 730249 w 885825"/>
              <a:gd name="connsiteY187" fmla="*/ 2845345 h 12192000"/>
              <a:gd name="connsiteX188" fmla="*/ 744537 w 885825"/>
              <a:gd name="connsiteY188" fmla="*/ 2891383 h 12192000"/>
              <a:gd name="connsiteX189" fmla="*/ 760412 w 885825"/>
              <a:gd name="connsiteY189" fmla="*/ 2932658 h 12192000"/>
              <a:gd name="connsiteX190" fmla="*/ 779462 w 885825"/>
              <a:gd name="connsiteY190" fmla="*/ 2969170 h 12192000"/>
              <a:gd name="connsiteX191" fmla="*/ 798512 w 885825"/>
              <a:gd name="connsiteY191" fmla="*/ 3007270 h 12192000"/>
              <a:gd name="connsiteX192" fmla="*/ 817562 w 885825"/>
              <a:gd name="connsiteY192" fmla="*/ 3045370 h 12192000"/>
              <a:gd name="connsiteX193" fmla="*/ 833437 w 885825"/>
              <a:gd name="connsiteY193" fmla="*/ 3081883 h 12192000"/>
              <a:gd name="connsiteX194" fmla="*/ 849312 w 885825"/>
              <a:gd name="connsiteY194" fmla="*/ 3123158 h 12192000"/>
              <a:gd name="connsiteX195" fmla="*/ 865187 w 885825"/>
              <a:gd name="connsiteY195" fmla="*/ 3169195 h 12192000"/>
              <a:gd name="connsiteX196" fmla="*/ 876299 w 885825"/>
              <a:gd name="connsiteY196" fmla="*/ 3221583 h 12192000"/>
              <a:gd name="connsiteX197" fmla="*/ 882649 w 885825"/>
              <a:gd name="connsiteY197" fmla="*/ 3281908 h 12192000"/>
              <a:gd name="connsiteX198" fmla="*/ 885824 w 885825"/>
              <a:gd name="connsiteY198" fmla="*/ 3348582 h 12192000"/>
              <a:gd name="connsiteX199" fmla="*/ 882649 w 885825"/>
              <a:gd name="connsiteY199" fmla="*/ 3418433 h 12192000"/>
              <a:gd name="connsiteX200" fmla="*/ 876299 w 885825"/>
              <a:gd name="connsiteY200" fmla="*/ 3478758 h 12192000"/>
              <a:gd name="connsiteX201" fmla="*/ 865187 w 885825"/>
              <a:gd name="connsiteY201" fmla="*/ 3531145 h 12192000"/>
              <a:gd name="connsiteX202" fmla="*/ 849312 w 885825"/>
              <a:gd name="connsiteY202" fmla="*/ 3577183 h 12192000"/>
              <a:gd name="connsiteX203" fmla="*/ 833437 w 885825"/>
              <a:gd name="connsiteY203" fmla="*/ 3618458 h 12192000"/>
              <a:gd name="connsiteX204" fmla="*/ 817562 w 885825"/>
              <a:gd name="connsiteY204" fmla="*/ 3654970 h 12192000"/>
              <a:gd name="connsiteX205" fmla="*/ 798512 w 885825"/>
              <a:gd name="connsiteY205" fmla="*/ 3693070 h 12192000"/>
              <a:gd name="connsiteX206" fmla="*/ 779462 w 885825"/>
              <a:gd name="connsiteY206" fmla="*/ 3731170 h 12192000"/>
              <a:gd name="connsiteX207" fmla="*/ 760412 w 885825"/>
              <a:gd name="connsiteY207" fmla="*/ 3767683 h 12192000"/>
              <a:gd name="connsiteX208" fmla="*/ 744537 w 885825"/>
              <a:gd name="connsiteY208" fmla="*/ 3808958 h 12192000"/>
              <a:gd name="connsiteX209" fmla="*/ 730249 w 885825"/>
              <a:gd name="connsiteY209" fmla="*/ 3854995 h 12192000"/>
              <a:gd name="connsiteX210" fmla="*/ 719137 w 885825"/>
              <a:gd name="connsiteY210" fmla="*/ 3907383 h 12192000"/>
              <a:gd name="connsiteX211" fmla="*/ 711199 w 885825"/>
              <a:gd name="connsiteY211" fmla="*/ 3967708 h 12192000"/>
              <a:gd name="connsiteX212" fmla="*/ 709612 w 885825"/>
              <a:gd name="connsiteY212" fmla="*/ 4035970 h 12192000"/>
              <a:gd name="connsiteX213" fmla="*/ 711199 w 885825"/>
              <a:gd name="connsiteY213" fmla="*/ 4104233 h 12192000"/>
              <a:gd name="connsiteX214" fmla="*/ 719137 w 885825"/>
              <a:gd name="connsiteY214" fmla="*/ 4164557 h 12192000"/>
              <a:gd name="connsiteX215" fmla="*/ 730249 w 885825"/>
              <a:gd name="connsiteY215" fmla="*/ 4216946 h 12192000"/>
              <a:gd name="connsiteX216" fmla="*/ 744537 w 885825"/>
              <a:gd name="connsiteY216" fmla="*/ 4262982 h 12192000"/>
              <a:gd name="connsiteX217" fmla="*/ 760412 w 885825"/>
              <a:gd name="connsiteY217" fmla="*/ 4304258 h 12192000"/>
              <a:gd name="connsiteX218" fmla="*/ 779462 w 885825"/>
              <a:gd name="connsiteY218" fmla="*/ 4340770 h 12192000"/>
              <a:gd name="connsiteX219" fmla="*/ 817562 w 885825"/>
              <a:gd name="connsiteY219" fmla="*/ 4416970 h 12192000"/>
              <a:gd name="connsiteX220" fmla="*/ 833437 w 885825"/>
              <a:gd name="connsiteY220" fmla="*/ 4453483 h 12192000"/>
              <a:gd name="connsiteX221" fmla="*/ 849312 w 885825"/>
              <a:gd name="connsiteY221" fmla="*/ 4494758 h 12192000"/>
              <a:gd name="connsiteX222" fmla="*/ 865187 w 885825"/>
              <a:gd name="connsiteY222" fmla="*/ 4540795 h 12192000"/>
              <a:gd name="connsiteX223" fmla="*/ 876299 w 885825"/>
              <a:gd name="connsiteY223" fmla="*/ 4593183 h 12192000"/>
              <a:gd name="connsiteX224" fmla="*/ 882649 w 885825"/>
              <a:gd name="connsiteY224" fmla="*/ 4653508 h 12192000"/>
              <a:gd name="connsiteX225" fmla="*/ 885824 w 885825"/>
              <a:gd name="connsiteY225" fmla="*/ 4721770 h 12192000"/>
              <a:gd name="connsiteX226" fmla="*/ 882649 w 885825"/>
              <a:gd name="connsiteY226" fmla="*/ 4790033 h 12192000"/>
              <a:gd name="connsiteX227" fmla="*/ 876299 w 885825"/>
              <a:gd name="connsiteY227" fmla="*/ 4850357 h 12192000"/>
              <a:gd name="connsiteX228" fmla="*/ 865187 w 885825"/>
              <a:gd name="connsiteY228" fmla="*/ 4902746 h 12192000"/>
              <a:gd name="connsiteX229" fmla="*/ 849312 w 885825"/>
              <a:gd name="connsiteY229" fmla="*/ 4948782 h 12192000"/>
              <a:gd name="connsiteX230" fmla="*/ 833437 w 885825"/>
              <a:gd name="connsiteY230" fmla="*/ 4990057 h 12192000"/>
              <a:gd name="connsiteX231" fmla="*/ 817562 w 885825"/>
              <a:gd name="connsiteY231" fmla="*/ 5026570 h 12192000"/>
              <a:gd name="connsiteX232" fmla="*/ 798512 w 885825"/>
              <a:gd name="connsiteY232" fmla="*/ 5064670 h 12192000"/>
              <a:gd name="connsiteX233" fmla="*/ 779462 w 885825"/>
              <a:gd name="connsiteY233" fmla="*/ 5102770 h 12192000"/>
              <a:gd name="connsiteX234" fmla="*/ 760412 w 885825"/>
              <a:gd name="connsiteY234" fmla="*/ 5139283 h 12192000"/>
              <a:gd name="connsiteX235" fmla="*/ 744537 w 885825"/>
              <a:gd name="connsiteY235" fmla="*/ 5180558 h 12192000"/>
              <a:gd name="connsiteX236" fmla="*/ 730249 w 885825"/>
              <a:gd name="connsiteY236" fmla="*/ 5226595 h 12192000"/>
              <a:gd name="connsiteX237" fmla="*/ 719137 w 885825"/>
              <a:gd name="connsiteY237" fmla="*/ 5278983 h 12192000"/>
              <a:gd name="connsiteX238" fmla="*/ 711199 w 885825"/>
              <a:gd name="connsiteY238" fmla="*/ 5339307 h 12192000"/>
              <a:gd name="connsiteX239" fmla="*/ 709612 w 885825"/>
              <a:gd name="connsiteY239" fmla="*/ 5407570 h 12192000"/>
              <a:gd name="connsiteX240" fmla="*/ 711199 w 885825"/>
              <a:gd name="connsiteY240" fmla="*/ 5475833 h 12192000"/>
              <a:gd name="connsiteX241" fmla="*/ 719137 w 885825"/>
              <a:gd name="connsiteY241" fmla="*/ 5536158 h 12192000"/>
              <a:gd name="connsiteX242" fmla="*/ 730249 w 885825"/>
              <a:gd name="connsiteY242" fmla="*/ 5588545 h 12192000"/>
              <a:gd name="connsiteX243" fmla="*/ 744537 w 885825"/>
              <a:gd name="connsiteY243" fmla="*/ 5634583 h 12192000"/>
              <a:gd name="connsiteX244" fmla="*/ 760412 w 885825"/>
              <a:gd name="connsiteY244" fmla="*/ 5675858 h 12192000"/>
              <a:gd name="connsiteX245" fmla="*/ 779462 w 885825"/>
              <a:gd name="connsiteY245" fmla="*/ 5712371 h 12192000"/>
              <a:gd name="connsiteX246" fmla="*/ 798512 w 885825"/>
              <a:gd name="connsiteY246" fmla="*/ 5750471 h 12192000"/>
              <a:gd name="connsiteX247" fmla="*/ 817562 w 885825"/>
              <a:gd name="connsiteY247" fmla="*/ 5788571 h 12192000"/>
              <a:gd name="connsiteX248" fmla="*/ 833437 w 885825"/>
              <a:gd name="connsiteY248" fmla="*/ 5825083 h 12192000"/>
              <a:gd name="connsiteX249" fmla="*/ 849312 w 885825"/>
              <a:gd name="connsiteY249" fmla="*/ 5866358 h 12192000"/>
              <a:gd name="connsiteX250" fmla="*/ 865187 w 885825"/>
              <a:gd name="connsiteY250" fmla="*/ 5912395 h 12192000"/>
              <a:gd name="connsiteX251" fmla="*/ 876299 w 885825"/>
              <a:gd name="connsiteY251" fmla="*/ 5964783 h 12192000"/>
              <a:gd name="connsiteX252" fmla="*/ 882649 w 885825"/>
              <a:gd name="connsiteY252" fmla="*/ 6025108 h 12192000"/>
              <a:gd name="connsiteX253" fmla="*/ 885824 w 885825"/>
              <a:gd name="connsiteY253" fmla="*/ 6093370 h 12192000"/>
              <a:gd name="connsiteX254" fmla="*/ 885703 w 885825"/>
              <a:gd name="connsiteY254" fmla="*/ 6095988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Lst>
            <a:rect l="l" t="t" r="r" b="b"/>
            <a:pathLst>
              <a:path w="885825" h="12192000">
                <a:moveTo>
                  <a:pt x="885825" y="6098626"/>
                </a:moveTo>
                <a:lnTo>
                  <a:pt x="882650" y="6166889"/>
                </a:lnTo>
                <a:lnTo>
                  <a:pt x="876300" y="6227214"/>
                </a:lnTo>
                <a:lnTo>
                  <a:pt x="865188" y="6279601"/>
                </a:lnTo>
                <a:lnTo>
                  <a:pt x="849313" y="6325639"/>
                </a:lnTo>
                <a:lnTo>
                  <a:pt x="833438" y="6366914"/>
                </a:lnTo>
                <a:lnTo>
                  <a:pt x="817563" y="6403426"/>
                </a:lnTo>
                <a:lnTo>
                  <a:pt x="798513" y="6441526"/>
                </a:lnTo>
                <a:lnTo>
                  <a:pt x="779463" y="6479626"/>
                </a:lnTo>
                <a:lnTo>
                  <a:pt x="760413" y="6516139"/>
                </a:lnTo>
                <a:lnTo>
                  <a:pt x="744538" y="6557414"/>
                </a:lnTo>
                <a:lnTo>
                  <a:pt x="730250" y="6603451"/>
                </a:lnTo>
                <a:lnTo>
                  <a:pt x="719138" y="6655839"/>
                </a:lnTo>
                <a:lnTo>
                  <a:pt x="711200" y="6716164"/>
                </a:lnTo>
                <a:lnTo>
                  <a:pt x="709613" y="6784426"/>
                </a:lnTo>
                <a:lnTo>
                  <a:pt x="711200" y="6852689"/>
                </a:lnTo>
                <a:lnTo>
                  <a:pt x="719138" y="6913014"/>
                </a:lnTo>
                <a:lnTo>
                  <a:pt x="730250" y="6965401"/>
                </a:lnTo>
                <a:lnTo>
                  <a:pt x="744538" y="7011439"/>
                </a:lnTo>
                <a:lnTo>
                  <a:pt x="760413" y="7052714"/>
                </a:lnTo>
                <a:lnTo>
                  <a:pt x="779463" y="7089226"/>
                </a:lnTo>
                <a:lnTo>
                  <a:pt x="798513" y="7127326"/>
                </a:lnTo>
                <a:lnTo>
                  <a:pt x="817563" y="7165426"/>
                </a:lnTo>
                <a:lnTo>
                  <a:pt x="833438" y="7201939"/>
                </a:lnTo>
                <a:lnTo>
                  <a:pt x="849313" y="7243214"/>
                </a:lnTo>
                <a:lnTo>
                  <a:pt x="865188" y="7289251"/>
                </a:lnTo>
                <a:lnTo>
                  <a:pt x="876300" y="7341639"/>
                </a:lnTo>
                <a:lnTo>
                  <a:pt x="882650" y="7401964"/>
                </a:lnTo>
                <a:lnTo>
                  <a:pt x="885825" y="7470226"/>
                </a:lnTo>
                <a:lnTo>
                  <a:pt x="882650" y="7538489"/>
                </a:lnTo>
                <a:lnTo>
                  <a:pt x="876300" y="7598814"/>
                </a:lnTo>
                <a:lnTo>
                  <a:pt x="865188" y="7651201"/>
                </a:lnTo>
                <a:lnTo>
                  <a:pt x="849313" y="7697239"/>
                </a:lnTo>
                <a:lnTo>
                  <a:pt x="833438" y="7738514"/>
                </a:lnTo>
                <a:lnTo>
                  <a:pt x="817563" y="7775026"/>
                </a:lnTo>
                <a:lnTo>
                  <a:pt x="798513" y="7813126"/>
                </a:lnTo>
                <a:lnTo>
                  <a:pt x="779463" y="7851226"/>
                </a:lnTo>
                <a:lnTo>
                  <a:pt x="760413" y="7887739"/>
                </a:lnTo>
                <a:lnTo>
                  <a:pt x="744538" y="7929014"/>
                </a:lnTo>
                <a:lnTo>
                  <a:pt x="730250" y="7975051"/>
                </a:lnTo>
                <a:lnTo>
                  <a:pt x="719138" y="8027439"/>
                </a:lnTo>
                <a:lnTo>
                  <a:pt x="711200" y="8087764"/>
                </a:lnTo>
                <a:lnTo>
                  <a:pt x="709613" y="8156026"/>
                </a:lnTo>
                <a:lnTo>
                  <a:pt x="711200" y="8224289"/>
                </a:lnTo>
                <a:lnTo>
                  <a:pt x="719138" y="8284614"/>
                </a:lnTo>
                <a:lnTo>
                  <a:pt x="730250" y="8337001"/>
                </a:lnTo>
                <a:lnTo>
                  <a:pt x="744538" y="8383039"/>
                </a:lnTo>
                <a:lnTo>
                  <a:pt x="760413" y="8424314"/>
                </a:lnTo>
                <a:lnTo>
                  <a:pt x="779463" y="8460826"/>
                </a:lnTo>
                <a:lnTo>
                  <a:pt x="798513" y="8498926"/>
                </a:lnTo>
                <a:lnTo>
                  <a:pt x="817563" y="8537026"/>
                </a:lnTo>
                <a:lnTo>
                  <a:pt x="833438" y="8573540"/>
                </a:lnTo>
                <a:lnTo>
                  <a:pt x="849313" y="8614814"/>
                </a:lnTo>
                <a:lnTo>
                  <a:pt x="865188" y="8660852"/>
                </a:lnTo>
                <a:lnTo>
                  <a:pt x="876300" y="8713240"/>
                </a:lnTo>
                <a:lnTo>
                  <a:pt x="882650" y="8773564"/>
                </a:lnTo>
                <a:lnTo>
                  <a:pt x="885825" y="8840240"/>
                </a:lnTo>
                <a:lnTo>
                  <a:pt x="882650" y="8910090"/>
                </a:lnTo>
                <a:lnTo>
                  <a:pt x="876300" y="8970414"/>
                </a:lnTo>
                <a:lnTo>
                  <a:pt x="865188" y="9022802"/>
                </a:lnTo>
                <a:lnTo>
                  <a:pt x="849313" y="9068840"/>
                </a:lnTo>
                <a:lnTo>
                  <a:pt x="833438" y="9110114"/>
                </a:lnTo>
                <a:lnTo>
                  <a:pt x="817563" y="9146628"/>
                </a:lnTo>
                <a:lnTo>
                  <a:pt x="798513" y="9184728"/>
                </a:lnTo>
                <a:lnTo>
                  <a:pt x="779463" y="9222828"/>
                </a:lnTo>
                <a:lnTo>
                  <a:pt x="760413" y="9259340"/>
                </a:lnTo>
                <a:lnTo>
                  <a:pt x="744538" y="9300614"/>
                </a:lnTo>
                <a:lnTo>
                  <a:pt x="730250" y="9346652"/>
                </a:lnTo>
                <a:lnTo>
                  <a:pt x="719138" y="9399040"/>
                </a:lnTo>
                <a:lnTo>
                  <a:pt x="711200" y="9459364"/>
                </a:lnTo>
                <a:lnTo>
                  <a:pt x="709613" y="9527628"/>
                </a:lnTo>
                <a:lnTo>
                  <a:pt x="711200" y="9595890"/>
                </a:lnTo>
                <a:lnTo>
                  <a:pt x="719138" y="9656214"/>
                </a:lnTo>
                <a:lnTo>
                  <a:pt x="730250" y="9708602"/>
                </a:lnTo>
                <a:lnTo>
                  <a:pt x="744538" y="9754640"/>
                </a:lnTo>
                <a:lnTo>
                  <a:pt x="760413" y="9795914"/>
                </a:lnTo>
                <a:lnTo>
                  <a:pt x="779463" y="9832428"/>
                </a:lnTo>
                <a:lnTo>
                  <a:pt x="817563" y="9908628"/>
                </a:lnTo>
                <a:lnTo>
                  <a:pt x="833438" y="9945140"/>
                </a:lnTo>
                <a:lnTo>
                  <a:pt x="849313" y="9986414"/>
                </a:lnTo>
                <a:lnTo>
                  <a:pt x="865188" y="10032452"/>
                </a:lnTo>
                <a:lnTo>
                  <a:pt x="876300" y="10084840"/>
                </a:lnTo>
                <a:lnTo>
                  <a:pt x="882650" y="10145164"/>
                </a:lnTo>
                <a:lnTo>
                  <a:pt x="885825" y="10213428"/>
                </a:lnTo>
                <a:lnTo>
                  <a:pt x="882650" y="10281690"/>
                </a:lnTo>
                <a:lnTo>
                  <a:pt x="876300" y="10342014"/>
                </a:lnTo>
                <a:lnTo>
                  <a:pt x="865188" y="10394402"/>
                </a:lnTo>
                <a:lnTo>
                  <a:pt x="849313" y="10440440"/>
                </a:lnTo>
                <a:lnTo>
                  <a:pt x="833438" y="10481714"/>
                </a:lnTo>
                <a:lnTo>
                  <a:pt x="817563" y="10518228"/>
                </a:lnTo>
                <a:lnTo>
                  <a:pt x="798513" y="10556328"/>
                </a:lnTo>
                <a:lnTo>
                  <a:pt x="779463" y="10594428"/>
                </a:lnTo>
                <a:lnTo>
                  <a:pt x="760413" y="10630940"/>
                </a:lnTo>
                <a:lnTo>
                  <a:pt x="744538" y="10672214"/>
                </a:lnTo>
                <a:lnTo>
                  <a:pt x="730250" y="10718252"/>
                </a:lnTo>
                <a:lnTo>
                  <a:pt x="719138" y="10770640"/>
                </a:lnTo>
                <a:lnTo>
                  <a:pt x="711200" y="10830964"/>
                </a:lnTo>
                <a:lnTo>
                  <a:pt x="709613" y="10899228"/>
                </a:lnTo>
                <a:lnTo>
                  <a:pt x="711200" y="10967490"/>
                </a:lnTo>
                <a:lnTo>
                  <a:pt x="719138" y="11027814"/>
                </a:lnTo>
                <a:lnTo>
                  <a:pt x="730250" y="11080202"/>
                </a:lnTo>
                <a:lnTo>
                  <a:pt x="744538" y="11126240"/>
                </a:lnTo>
                <a:lnTo>
                  <a:pt x="760413" y="11167514"/>
                </a:lnTo>
                <a:lnTo>
                  <a:pt x="779463" y="11204028"/>
                </a:lnTo>
                <a:lnTo>
                  <a:pt x="798513" y="11242128"/>
                </a:lnTo>
                <a:lnTo>
                  <a:pt x="817563" y="11280228"/>
                </a:lnTo>
                <a:lnTo>
                  <a:pt x="833438" y="11316740"/>
                </a:lnTo>
                <a:lnTo>
                  <a:pt x="849313" y="11358014"/>
                </a:lnTo>
                <a:lnTo>
                  <a:pt x="865188" y="11404052"/>
                </a:lnTo>
                <a:lnTo>
                  <a:pt x="876300" y="11456440"/>
                </a:lnTo>
                <a:lnTo>
                  <a:pt x="882650" y="11516764"/>
                </a:lnTo>
                <a:lnTo>
                  <a:pt x="885825" y="11585028"/>
                </a:lnTo>
                <a:lnTo>
                  <a:pt x="882650" y="11653290"/>
                </a:lnTo>
                <a:lnTo>
                  <a:pt x="876300" y="11713614"/>
                </a:lnTo>
                <a:lnTo>
                  <a:pt x="865188" y="11766002"/>
                </a:lnTo>
                <a:lnTo>
                  <a:pt x="849313" y="11812040"/>
                </a:lnTo>
                <a:lnTo>
                  <a:pt x="833438" y="11853314"/>
                </a:lnTo>
                <a:lnTo>
                  <a:pt x="817563" y="11889828"/>
                </a:lnTo>
                <a:lnTo>
                  <a:pt x="798513" y="11927928"/>
                </a:lnTo>
                <a:lnTo>
                  <a:pt x="779463" y="11966028"/>
                </a:lnTo>
                <a:lnTo>
                  <a:pt x="760413" y="12002540"/>
                </a:lnTo>
                <a:lnTo>
                  <a:pt x="744538" y="12043814"/>
                </a:lnTo>
                <a:lnTo>
                  <a:pt x="730250" y="12089852"/>
                </a:lnTo>
                <a:lnTo>
                  <a:pt x="719138" y="12142240"/>
                </a:lnTo>
                <a:lnTo>
                  <a:pt x="712590" y="12192000"/>
                </a:lnTo>
                <a:lnTo>
                  <a:pt x="0" y="12192000"/>
                </a:lnTo>
                <a:lnTo>
                  <a:pt x="0" y="6779170"/>
                </a:lnTo>
                <a:lnTo>
                  <a:pt x="0" y="6779170"/>
                </a:lnTo>
                <a:lnTo>
                  <a:pt x="0" y="0"/>
                </a:lnTo>
                <a:lnTo>
                  <a:pt x="712590" y="0"/>
                </a:lnTo>
                <a:lnTo>
                  <a:pt x="719137" y="49758"/>
                </a:lnTo>
                <a:lnTo>
                  <a:pt x="730249" y="102145"/>
                </a:lnTo>
                <a:lnTo>
                  <a:pt x="744537" y="148183"/>
                </a:lnTo>
                <a:lnTo>
                  <a:pt x="760412" y="189458"/>
                </a:lnTo>
                <a:lnTo>
                  <a:pt x="779462" y="225970"/>
                </a:lnTo>
                <a:lnTo>
                  <a:pt x="798512" y="264070"/>
                </a:lnTo>
                <a:lnTo>
                  <a:pt x="817562" y="302170"/>
                </a:lnTo>
                <a:lnTo>
                  <a:pt x="833437" y="338683"/>
                </a:lnTo>
                <a:lnTo>
                  <a:pt x="849312" y="379958"/>
                </a:lnTo>
                <a:lnTo>
                  <a:pt x="865187" y="425995"/>
                </a:lnTo>
                <a:lnTo>
                  <a:pt x="876299" y="478383"/>
                </a:lnTo>
                <a:lnTo>
                  <a:pt x="882649" y="538708"/>
                </a:lnTo>
                <a:lnTo>
                  <a:pt x="885824" y="606970"/>
                </a:lnTo>
                <a:lnTo>
                  <a:pt x="882649" y="675233"/>
                </a:lnTo>
                <a:lnTo>
                  <a:pt x="876299" y="735558"/>
                </a:lnTo>
                <a:lnTo>
                  <a:pt x="865187" y="787945"/>
                </a:lnTo>
                <a:lnTo>
                  <a:pt x="849312" y="833983"/>
                </a:lnTo>
                <a:lnTo>
                  <a:pt x="833437" y="875258"/>
                </a:lnTo>
                <a:lnTo>
                  <a:pt x="817562" y="911770"/>
                </a:lnTo>
                <a:lnTo>
                  <a:pt x="798512" y="949870"/>
                </a:lnTo>
                <a:lnTo>
                  <a:pt x="779462" y="987970"/>
                </a:lnTo>
                <a:lnTo>
                  <a:pt x="760412" y="1024483"/>
                </a:lnTo>
                <a:lnTo>
                  <a:pt x="744537" y="1065758"/>
                </a:lnTo>
                <a:lnTo>
                  <a:pt x="730249" y="1111795"/>
                </a:lnTo>
                <a:lnTo>
                  <a:pt x="719137" y="1164183"/>
                </a:lnTo>
                <a:lnTo>
                  <a:pt x="711199" y="1224508"/>
                </a:lnTo>
                <a:lnTo>
                  <a:pt x="709612" y="1292770"/>
                </a:lnTo>
                <a:lnTo>
                  <a:pt x="711199" y="1361033"/>
                </a:lnTo>
                <a:lnTo>
                  <a:pt x="719137" y="1421358"/>
                </a:lnTo>
                <a:lnTo>
                  <a:pt x="730249" y="1473745"/>
                </a:lnTo>
                <a:lnTo>
                  <a:pt x="744537" y="1519783"/>
                </a:lnTo>
                <a:lnTo>
                  <a:pt x="760412" y="1561058"/>
                </a:lnTo>
                <a:lnTo>
                  <a:pt x="779462" y="1597570"/>
                </a:lnTo>
                <a:lnTo>
                  <a:pt x="798512" y="1635670"/>
                </a:lnTo>
                <a:lnTo>
                  <a:pt x="817562" y="1673770"/>
                </a:lnTo>
                <a:lnTo>
                  <a:pt x="833437" y="1710283"/>
                </a:lnTo>
                <a:lnTo>
                  <a:pt x="849312" y="1751558"/>
                </a:lnTo>
                <a:lnTo>
                  <a:pt x="865187" y="1797595"/>
                </a:lnTo>
                <a:lnTo>
                  <a:pt x="876299" y="1849983"/>
                </a:lnTo>
                <a:lnTo>
                  <a:pt x="882649" y="1910308"/>
                </a:lnTo>
                <a:lnTo>
                  <a:pt x="885824" y="1978570"/>
                </a:lnTo>
                <a:lnTo>
                  <a:pt x="882649" y="2046833"/>
                </a:lnTo>
                <a:lnTo>
                  <a:pt x="876299" y="2107158"/>
                </a:lnTo>
                <a:lnTo>
                  <a:pt x="865187" y="2159545"/>
                </a:lnTo>
                <a:lnTo>
                  <a:pt x="849312" y="2205583"/>
                </a:lnTo>
                <a:lnTo>
                  <a:pt x="833437" y="2246858"/>
                </a:lnTo>
                <a:lnTo>
                  <a:pt x="817562" y="2283370"/>
                </a:lnTo>
                <a:lnTo>
                  <a:pt x="798512" y="2321470"/>
                </a:lnTo>
                <a:lnTo>
                  <a:pt x="779462" y="2359570"/>
                </a:lnTo>
                <a:lnTo>
                  <a:pt x="760412" y="2396083"/>
                </a:lnTo>
                <a:lnTo>
                  <a:pt x="744537" y="2437358"/>
                </a:lnTo>
                <a:lnTo>
                  <a:pt x="730249" y="2483395"/>
                </a:lnTo>
                <a:lnTo>
                  <a:pt x="719137" y="2535782"/>
                </a:lnTo>
                <a:lnTo>
                  <a:pt x="711199" y="2596108"/>
                </a:lnTo>
                <a:lnTo>
                  <a:pt x="709612" y="2664370"/>
                </a:lnTo>
                <a:lnTo>
                  <a:pt x="711199" y="2732633"/>
                </a:lnTo>
                <a:lnTo>
                  <a:pt x="719137" y="2792958"/>
                </a:lnTo>
                <a:lnTo>
                  <a:pt x="730249" y="2845345"/>
                </a:lnTo>
                <a:lnTo>
                  <a:pt x="744537" y="2891383"/>
                </a:lnTo>
                <a:lnTo>
                  <a:pt x="760412" y="2932658"/>
                </a:lnTo>
                <a:lnTo>
                  <a:pt x="779462" y="2969170"/>
                </a:lnTo>
                <a:lnTo>
                  <a:pt x="798512" y="3007270"/>
                </a:lnTo>
                <a:lnTo>
                  <a:pt x="817562" y="3045370"/>
                </a:lnTo>
                <a:lnTo>
                  <a:pt x="833437" y="3081883"/>
                </a:lnTo>
                <a:lnTo>
                  <a:pt x="849312" y="3123158"/>
                </a:lnTo>
                <a:lnTo>
                  <a:pt x="865187" y="3169195"/>
                </a:lnTo>
                <a:lnTo>
                  <a:pt x="876299" y="3221583"/>
                </a:lnTo>
                <a:lnTo>
                  <a:pt x="882649" y="3281908"/>
                </a:lnTo>
                <a:lnTo>
                  <a:pt x="885824" y="3348582"/>
                </a:lnTo>
                <a:lnTo>
                  <a:pt x="882649" y="3418433"/>
                </a:lnTo>
                <a:lnTo>
                  <a:pt x="876299" y="3478758"/>
                </a:lnTo>
                <a:lnTo>
                  <a:pt x="865187" y="3531145"/>
                </a:lnTo>
                <a:lnTo>
                  <a:pt x="849312" y="3577183"/>
                </a:lnTo>
                <a:lnTo>
                  <a:pt x="833437" y="3618458"/>
                </a:lnTo>
                <a:lnTo>
                  <a:pt x="817562" y="3654970"/>
                </a:lnTo>
                <a:lnTo>
                  <a:pt x="798512" y="3693070"/>
                </a:lnTo>
                <a:lnTo>
                  <a:pt x="779462" y="3731170"/>
                </a:lnTo>
                <a:lnTo>
                  <a:pt x="760412" y="3767683"/>
                </a:lnTo>
                <a:lnTo>
                  <a:pt x="744537" y="3808958"/>
                </a:lnTo>
                <a:lnTo>
                  <a:pt x="730249" y="3854995"/>
                </a:lnTo>
                <a:lnTo>
                  <a:pt x="719137" y="3907383"/>
                </a:lnTo>
                <a:lnTo>
                  <a:pt x="711199" y="3967708"/>
                </a:lnTo>
                <a:lnTo>
                  <a:pt x="709612" y="4035970"/>
                </a:lnTo>
                <a:lnTo>
                  <a:pt x="711199" y="4104233"/>
                </a:lnTo>
                <a:lnTo>
                  <a:pt x="719137" y="4164557"/>
                </a:lnTo>
                <a:lnTo>
                  <a:pt x="730249" y="4216946"/>
                </a:lnTo>
                <a:lnTo>
                  <a:pt x="744537" y="4262982"/>
                </a:lnTo>
                <a:lnTo>
                  <a:pt x="760412" y="4304258"/>
                </a:lnTo>
                <a:lnTo>
                  <a:pt x="779462" y="4340770"/>
                </a:lnTo>
                <a:lnTo>
                  <a:pt x="817562" y="4416970"/>
                </a:lnTo>
                <a:lnTo>
                  <a:pt x="833437" y="4453483"/>
                </a:lnTo>
                <a:lnTo>
                  <a:pt x="849312" y="4494758"/>
                </a:lnTo>
                <a:lnTo>
                  <a:pt x="865187" y="4540795"/>
                </a:lnTo>
                <a:lnTo>
                  <a:pt x="876299" y="4593183"/>
                </a:lnTo>
                <a:lnTo>
                  <a:pt x="882649" y="4653508"/>
                </a:lnTo>
                <a:lnTo>
                  <a:pt x="885824" y="4721770"/>
                </a:lnTo>
                <a:lnTo>
                  <a:pt x="882649" y="4790033"/>
                </a:lnTo>
                <a:lnTo>
                  <a:pt x="876299" y="4850357"/>
                </a:lnTo>
                <a:lnTo>
                  <a:pt x="865187" y="4902746"/>
                </a:lnTo>
                <a:lnTo>
                  <a:pt x="849312" y="4948782"/>
                </a:lnTo>
                <a:lnTo>
                  <a:pt x="833437" y="4990057"/>
                </a:lnTo>
                <a:lnTo>
                  <a:pt x="817562" y="5026570"/>
                </a:lnTo>
                <a:lnTo>
                  <a:pt x="798512" y="5064670"/>
                </a:lnTo>
                <a:lnTo>
                  <a:pt x="779462" y="5102770"/>
                </a:lnTo>
                <a:lnTo>
                  <a:pt x="760412" y="5139283"/>
                </a:lnTo>
                <a:lnTo>
                  <a:pt x="744537" y="5180558"/>
                </a:lnTo>
                <a:lnTo>
                  <a:pt x="730249" y="5226595"/>
                </a:lnTo>
                <a:lnTo>
                  <a:pt x="719137" y="5278983"/>
                </a:lnTo>
                <a:lnTo>
                  <a:pt x="711199" y="5339307"/>
                </a:lnTo>
                <a:lnTo>
                  <a:pt x="709612" y="5407570"/>
                </a:lnTo>
                <a:lnTo>
                  <a:pt x="711199" y="5475833"/>
                </a:lnTo>
                <a:lnTo>
                  <a:pt x="719137" y="5536158"/>
                </a:lnTo>
                <a:lnTo>
                  <a:pt x="730249" y="5588545"/>
                </a:lnTo>
                <a:lnTo>
                  <a:pt x="744537" y="5634583"/>
                </a:lnTo>
                <a:lnTo>
                  <a:pt x="760412" y="5675858"/>
                </a:lnTo>
                <a:lnTo>
                  <a:pt x="779462" y="5712371"/>
                </a:lnTo>
                <a:lnTo>
                  <a:pt x="798512" y="5750471"/>
                </a:lnTo>
                <a:lnTo>
                  <a:pt x="817562" y="5788571"/>
                </a:lnTo>
                <a:lnTo>
                  <a:pt x="833437" y="5825083"/>
                </a:lnTo>
                <a:lnTo>
                  <a:pt x="849312" y="5866358"/>
                </a:lnTo>
                <a:lnTo>
                  <a:pt x="865187" y="5912395"/>
                </a:lnTo>
                <a:lnTo>
                  <a:pt x="876299" y="5964783"/>
                </a:lnTo>
                <a:lnTo>
                  <a:pt x="882649" y="6025108"/>
                </a:lnTo>
                <a:lnTo>
                  <a:pt x="885824" y="6093370"/>
                </a:lnTo>
                <a:lnTo>
                  <a:pt x="885703" y="6095988"/>
                </a:lnTo>
                <a:close/>
              </a:path>
            </a:pathLst>
          </a:custGeom>
          <a:solidFill>
            <a:srgbClr val="2A1A00"/>
          </a:solidFill>
          <a:ln w="0">
            <a:noFill/>
            <a:prstDash val="solid"/>
            <a:round/>
            <a:headEnd/>
            <a:tailEnd/>
          </a:ln>
        </p:spPr>
        <p:txBody>
          <a:bodyPr/>
          <a:lstStyle/>
          <a:p>
            <a:endParaRPr lang="en-US"/>
          </a:p>
        </p:txBody>
      </p:sp>
    </p:spTree>
    <p:extLst>
      <p:ext uri="{BB962C8B-B14F-4D97-AF65-F5344CB8AC3E}">
        <p14:creationId xmlns:p14="http://schemas.microsoft.com/office/powerpoint/2010/main" val="31527757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EE219-402A-464C-B74F-FBDBE32C7C8D}"/>
              </a:ext>
            </a:extLst>
          </p:cNvPr>
          <p:cNvSpPr>
            <a:spLocks noGrp="1"/>
          </p:cNvSpPr>
          <p:nvPr>
            <p:ph type="title"/>
          </p:nvPr>
        </p:nvSpPr>
        <p:spPr>
          <a:xfrm>
            <a:off x="1251678" y="382385"/>
            <a:ext cx="10178322" cy="844249"/>
          </a:xfrm>
        </p:spPr>
        <p:txBody>
          <a:bodyPr>
            <a:normAutofit/>
          </a:bodyPr>
          <a:lstStyle/>
          <a:p>
            <a:r>
              <a:rPr lang="en-PK" sz="5400" cap="none" dirty="0"/>
              <a:t>Rule Of Thirds</a:t>
            </a:r>
            <a:endParaRPr lang="en-PK" cap="none" dirty="0"/>
          </a:p>
        </p:txBody>
      </p:sp>
      <p:sp>
        <p:nvSpPr>
          <p:cNvPr id="3" name="Content Placeholder 2">
            <a:extLst>
              <a:ext uri="{FF2B5EF4-FFF2-40B4-BE49-F238E27FC236}">
                <a16:creationId xmlns:a16="http://schemas.microsoft.com/office/drawing/2014/main" id="{D1CFAFFD-A037-DA4C-9806-5EFF49704743}"/>
              </a:ext>
            </a:extLst>
          </p:cNvPr>
          <p:cNvSpPr>
            <a:spLocks noGrp="1"/>
          </p:cNvSpPr>
          <p:nvPr>
            <p:ph idx="1"/>
          </p:nvPr>
        </p:nvSpPr>
        <p:spPr>
          <a:xfrm>
            <a:off x="1251678" y="1226635"/>
            <a:ext cx="10178322" cy="4652958"/>
          </a:xfrm>
        </p:spPr>
        <p:txBody>
          <a:bodyPr/>
          <a:lstStyle/>
          <a:p>
            <a:r>
              <a:rPr lang="en-GB" dirty="0"/>
              <a:t>A technique of composition in which a medium is divided into thirds, creating aesthetic  positions for the primary elements of a design.</a:t>
            </a:r>
          </a:p>
          <a:p>
            <a:endParaRPr lang="en-GB" dirty="0"/>
          </a:p>
          <a:p>
            <a:r>
              <a:rPr lang="en-GB" dirty="0"/>
              <a:t>It is applied by dividing a medium into thirds both vertically and horizontally, creating an invisible grid of nine rectangles and four intersections. The primary element within a design is then positioned on an intersection of the grid. </a:t>
            </a:r>
          </a:p>
          <a:p>
            <a:endParaRPr lang="en-GB" dirty="0"/>
          </a:p>
          <a:p>
            <a:r>
              <a:rPr lang="en-GB" dirty="0"/>
              <a:t>When the primary element is so strong as to imbalance the composition, consider centring the element rather than using the rule of thirds—especially when the strength of the primary element is reinforced by the surrounding elements or space.</a:t>
            </a:r>
          </a:p>
          <a:p>
            <a:endParaRPr lang="en-GB" dirty="0"/>
          </a:p>
          <a:p>
            <a:endParaRPr lang="en-PK" dirty="0"/>
          </a:p>
        </p:txBody>
      </p:sp>
    </p:spTree>
    <p:extLst>
      <p:ext uri="{BB962C8B-B14F-4D97-AF65-F5344CB8AC3E}">
        <p14:creationId xmlns:p14="http://schemas.microsoft.com/office/powerpoint/2010/main" val="13690192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6" name="Freeform 6">
            <a:extLst>
              <a:ext uri="{FF2B5EF4-FFF2-40B4-BE49-F238E27FC236}">
                <a16:creationId xmlns:a16="http://schemas.microsoft.com/office/drawing/2014/main" id="{DD0AEE21-CF4B-4395-A100-EFB0EB9951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US"/>
          </a:p>
        </p:txBody>
      </p:sp>
      <p:sp>
        <p:nvSpPr>
          <p:cNvPr id="38" name="Rectangle 37">
            <a:extLst>
              <a:ext uri="{FF2B5EF4-FFF2-40B4-BE49-F238E27FC236}">
                <a16:creationId xmlns:a16="http://schemas.microsoft.com/office/drawing/2014/main" id="{9F8DBD9A-1B56-4D4B-856B-89CC682C6B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0" name="Rectangle 39">
            <a:extLst>
              <a:ext uri="{FF2B5EF4-FFF2-40B4-BE49-F238E27FC236}">
                <a16:creationId xmlns:a16="http://schemas.microsoft.com/office/drawing/2014/main" id="{CE606343-BADE-4565-AB89-E9EF7E253F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39E183BD-2932-401F-8B53-E247764B37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07489FE-F6AD-6946-9062-C1BECA2A685E}"/>
              </a:ext>
            </a:extLst>
          </p:cNvPr>
          <p:cNvPicPr>
            <a:picLocks noChangeAspect="1"/>
          </p:cNvPicPr>
          <p:nvPr/>
        </p:nvPicPr>
        <p:blipFill rotWithShape="1">
          <a:blip r:embed="rId2"/>
          <a:srcRect t="16357"/>
          <a:stretch/>
        </p:blipFill>
        <p:spPr>
          <a:xfrm>
            <a:off x="1415713" y="796343"/>
            <a:ext cx="9360573" cy="5265315"/>
          </a:xfrm>
          <a:prstGeom prst="rect">
            <a:avLst/>
          </a:prstGeom>
        </p:spPr>
      </p:pic>
    </p:spTree>
    <p:extLst>
      <p:ext uri="{BB962C8B-B14F-4D97-AF65-F5344CB8AC3E}">
        <p14:creationId xmlns:p14="http://schemas.microsoft.com/office/powerpoint/2010/main" val="22712068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4" name="Freeform 6">
            <a:extLst>
              <a:ext uri="{FF2B5EF4-FFF2-40B4-BE49-F238E27FC236}">
                <a16:creationId xmlns:a16="http://schemas.microsoft.com/office/drawing/2014/main" id="{DD0AEE21-CF4B-4395-A100-EFB0EB9951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US"/>
          </a:p>
        </p:txBody>
      </p:sp>
      <p:sp>
        <p:nvSpPr>
          <p:cNvPr id="46" name="Rectangle 40">
            <a:extLst>
              <a:ext uri="{FF2B5EF4-FFF2-40B4-BE49-F238E27FC236}">
                <a16:creationId xmlns:a16="http://schemas.microsoft.com/office/drawing/2014/main" id="{9F8DBD9A-1B56-4D4B-856B-89CC682C6B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3" name="Rectangle 42">
            <a:extLst>
              <a:ext uri="{FF2B5EF4-FFF2-40B4-BE49-F238E27FC236}">
                <a16:creationId xmlns:a16="http://schemas.microsoft.com/office/drawing/2014/main" id="{BCF39A7A-89EA-4D7E-870A-3C099F599C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7668" y="160867"/>
            <a:ext cx="10950700" cy="653626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6">
            <a:extLst>
              <a:ext uri="{FF2B5EF4-FFF2-40B4-BE49-F238E27FC236}">
                <a16:creationId xmlns:a16="http://schemas.microsoft.com/office/drawing/2014/main" id="{7B1200C0-8D6D-42B6-ADB7-E4795C0D0B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59872"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bg2"/>
          </a:solidFill>
          <a:ln w="0">
            <a:noFill/>
            <a:prstDash val="solid"/>
            <a:round/>
            <a:headEnd/>
            <a:tailEnd/>
          </a:ln>
        </p:spPr>
        <p:txBody>
          <a:bodyPr/>
          <a:lstStyle/>
          <a:p>
            <a:endParaRPr lang="en-US"/>
          </a:p>
        </p:txBody>
      </p:sp>
      <p:sp>
        <p:nvSpPr>
          <p:cNvPr id="47" name="Freeform 6">
            <a:extLst>
              <a:ext uri="{FF2B5EF4-FFF2-40B4-BE49-F238E27FC236}">
                <a16:creationId xmlns:a16="http://schemas.microsoft.com/office/drawing/2014/main" id="{1AD880E1-1BBB-4E9C-ABD0-632428BBFD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txBody>
          <a:bodyPr/>
          <a:lstStyle/>
          <a:p>
            <a:endParaRPr lang="en-US"/>
          </a:p>
        </p:txBody>
      </p:sp>
      <p:pic>
        <p:nvPicPr>
          <p:cNvPr id="4" name="Picture 3">
            <a:extLst>
              <a:ext uri="{FF2B5EF4-FFF2-40B4-BE49-F238E27FC236}">
                <a16:creationId xmlns:a16="http://schemas.microsoft.com/office/drawing/2014/main" id="{A5C54956-DC26-944B-9553-B34AB5D38D53}"/>
              </a:ext>
            </a:extLst>
          </p:cNvPr>
          <p:cNvPicPr>
            <a:picLocks noChangeAspect="1"/>
          </p:cNvPicPr>
          <p:nvPr/>
        </p:nvPicPr>
        <p:blipFill>
          <a:blip r:embed="rId2"/>
          <a:stretch>
            <a:fillRect/>
          </a:stretch>
        </p:blipFill>
        <p:spPr>
          <a:xfrm>
            <a:off x="1314450" y="10476"/>
            <a:ext cx="10192909" cy="6961824"/>
          </a:xfrm>
          <a:prstGeom prst="rect">
            <a:avLst/>
          </a:prstGeom>
        </p:spPr>
      </p:pic>
      <p:sp>
        <p:nvSpPr>
          <p:cNvPr id="49" name="Rectangle 48">
            <a:extLst>
              <a:ext uri="{FF2B5EF4-FFF2-40B4-BE49-F238E27FC236}">
                <a16:creationId xmlns:a16="http://schemas.microsoft.com/office/drawing/2014/main" id="{3FE92B7D-47AE-4A59-8B04-31731220B1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08536" y="0"/>
            <a:ext cx="283464" cy="6858000"/>
          </a:xfrm>
          <a:prstGeom prst="rect">
            <a:avLst/>
          </a:prstGeom>
          <a:solidFill>
            <a:srgbClr val="F0997F"/>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7253341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BC8E3-E759-9D4D-9FE4-9737F6345C79}"/>
              </a:ext>
            </a:extLst>
          </p:cNvPr>
          <p:cNvSpPr>
            <a:spLocks noGrp="1"/>
          </p:cNvSpPr>
          <p:nvPr>
            <p:ph type="title"/>
          </p:nvPr>
        </p:nvSpPr>
        <p:spPr>
          <a:xfrm>
            <a:off x="1251678" y="382385"/>
            <a:ext cx="10178322" cy="955761"/>
          </a:xfrm>
        </p:spPr>
        <p:txBody>
          <a:bodyPr>
            <a:normAutofit/>
          </a:bodyPr>
          <a:lstStyle/>
          <a:p>
            <a:r>
              <a:rPr lang="en-PK" sz="5400" cap="none" dirty="0"/>
              <a:t>Signal-to-Noise Ratio</a:t>
            </a:r>
            <a:endParaRPr lang="en-PK" cap="none" dirty="0"/>
          </a:p>
        </p:txBody>
      </p:sp>
      <p:sp>
        <p:nvSpPr>
          <p:cNvPr id="3" name="Content Placeholder 2">
            <a:extLst>
              <a:ext uri="{FF2B5EF4-FFF2-40B4-BE49-F238E27FC236}">
                <a16:creationId xmlns:a16="http://schemas.microsoft.com/office/drawing/2014/main" id="{E0C72813-D854-4642-A70E-4A9B92901389}"/>
              </a:ext>
            </a:extLst>
          </p:cNvPr>
          <p:cNvSpPr>
            <a:spLocks noGrp="1"/>
          </p:cNvSpPr>
          <p:nvPr>
            <p:ph idx="1"/>
          </p:nvPr>
        </p:nvSpPr>
        <p:spPr>
          <a:xfrm>
            <a:off x="1251678" y="1215483"/>
            <a:ext cx="10178322" cy="4664109"/>
          </a:xfrm>
        </p:spPr>
        <p:txBody>
          <a:bodyPr>
            <a:normAutofit lnSpcReduction="10000"/>
          </a:bodyPr>
          <a:lstStyle/>
          <a:p>
            <a:r>
              <a:rPr lang="en-GB" dirty="0"/>
              <a:t>The ratio of relevant to irrelevant information in a display. The highest possible signal-to-noise ratio is desirable in design.</a:t>
            </a:r>
          </a:p>
          <a:p>
            <a:endParaRPr lang="en-GB" dirty="0"/>
          </a:p>
          <a:p>
            <a:r>
              <a:rPr lang="en-GB" dirty="0"/>
              <a:t>Maximizing signal means clearly communicating information with minimal degradation. Signal degradation occurs when information is presented inefficiently: unclear writing, inappropriate graphs, or ambiguous icons and labels. Signal clarity is improved through simple and concise presentation of information. Simple designs incur minimal performance loads, enabling people to better focus on the meaning of the information.</a:t>
            </a:r>
          </a:p>
          <a:p>
            <a:endParaRPr lang="en-GB" dirty="0"/>
          </a:p>
          <a:p>
            <a:r>
              <a:rPr lang="en-GB" dirty="0"/>
              <a:t>Minimizing noise means removing unnecessary elements and minimizing the expression of necessary elements. It is important to realize that every unnecessary data item, graphic, line, or symbol steals attention away from relevant elements. Such unnecessary elements should be avoided or else eliminated.</a:t>
            </a:r>
          </a:p>
          <a:p>
            <a:endParaRPr lang="en-GB" dirty="0"/>
          </a:p>
          <a:p>
            <a:endParaRPr lang="en-GB" dirty="0"/>
          </a:p>
          <a:p>
            <a:endParaRPr lang="en-PK" dirty="0"/>
          </a:p>
        </p:txBody>
      </p:sp>
    </p:spTree>
    <p:extLst>
      <p:ext uri="{BB962C8B-B14F-4D97-AF65-F5344CB8AC3E}">
        <p14:creationId xmlns:p14="http://schemas.microsoft.com/office/powerpoint/2010/main" val="24117915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F188DE5-863D-1143-B34E-FA3CF3D2907D}"/>
              </a:ext>
            </a:extLst>
          </p:cNvPr>
          <p:cNvPicPr>
            <a:picLocks noChangeAspect="1"/>
          </p:cNvPicPr>
          <p:nvPr/>
        </p:nvPicPr>
        <p:blipFill rotWithShape="1">
          <a:blip r:embed="rId2"/>
          <a:srcRect t="15545" b="23077"/>
          <a:stretch/>
        </p:blipFill>
        <p:spPr>
          <a:xfrm>
            <a:off x="1543050" y="-1"/>
            <a:ext cx="9297160" cy="7097749"/>
          </a:xfrm>
          <a:prstGeom prst="rect">
            <a:avLst/>
          </a:prstGeom>
        </p:spPr>
      </p:pic>
    </p:spTree>
    <p:extLst>
      <p:ext uri="{BB962C8B-B14F-4D97-AF65-F5344CB8AC3E}">
        <p14:creationId xmlns:p14="http://schemas.microsoft.com/office/powerpoint/2010/main" val="2940926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540665C-CC33-D042-AF9D-B8BB21C8DB66}"/>
              </a:ext>
            </a:extLst>
          </p:cNvPr>
          <p:cNvPicPr>
            <a:picLocks noChangeAspect="1"/>
          </p:cNvPicPr>
          <p:nvPr/>
        </p:nvPicPr>
        <p:blipFill>
          <a:blip r:embed="rId2"/>
          <a:stretch>
            <a:fillRect/>
          </a:stretch>
        </p:blipFill>
        <p:spPr>
          <a:xfrm>
            <a:off x="1228727" y="1457326"/>
            <a:ext cx="9867896" cy="3171824"/>
          </a:xfrm>
          <a:prstGeom prst="rect">
            <a:avLst/>
          </a:prstGeom>
        </p:spPr>
      </p:pic>
    </p:spTree>
    <p:extLst>
      <p:ext uri="{BB962C8B-B14F-4D97-AF65-F5344CB8AC3E}">
        <p14:creationId xmlns:p14="http://schemas.microsoft.com/office/powerpoint/2010/main" val="2684560917"/>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docProps/app.xml><?xml version="1.0" encoding="utf-8"?>
<Properties xmlns="http://schemas.openxmlformats.org/officeDocument/2006/extended-properties" xmlns:vt="http://schemas.openxmlformats.org/officeDocument/2006/docPropsVTypes">
  <Template>Badge</Template>
  <TotalTime>782</TotalTime>
  <Words>1374</Words>
  <Application>Microsoft Macintosh PowerPoint</Application>
  <PresentationFormat>Widescreen</PresentationFormat>
  <Paragraphs>96</Paragraphs>
  <Slides>27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Gill Sans MT</vt:lpstr>
      <vt:lpstr>Impact</vt:lpstr>
      <vt:lpstr>Badge</vt:lpstr>
      <vt:lpstr>BASIC DESIGN RULES</vt:lpstr>
      <vt:lpstr>How can I influence the way a Design is perceived?</vt:lpstr>
      <vt:lpstr>Accessibility </vt:lpstr>
      <vt:lpstr>PowerPoint Presentation</vt:lpstr>
      <vt:lpstr>80/20 Rule</vt:lpstr>
      <vt:lpstr>PowerPoint Presentation</vt:lpstr>
      <vt:lpstr>Affordance</vt:lpstr>
      <vt:lpstr>PowerPoint Presentation</vt:lpstr>
      <vt:lpstr>PowerPoint Presentation</vt:lpstr>
      <vt:lpstr>PowerPoint Presentation</vt:lpstr>
      <vt:lpstr>Hick’s Law</vt:lpstr>
      <vt:lpstr>PowerPoint Presentation</vt:lpstr>
      <vt:lpstr>Fitts’ Law </vt:lpstr>
      <vt:lpstr>PowerPoint Presentation</vt:lpstr>
      <vt:lpstr>PowerPoint Presentation</vt:lpstr>
      <vt:lpstr>PowerPoint Presentation</vt:lpstr>
      <vt:lpstr>The Golden Ratio </vt:lpstr>
      <vt:lpstr>PowerPoint Presentation</vt:lpstr>
      <vt:lpstr>Fibonacci Sequence</vt:lpstr>
      <vt:lpstr>PowerPoint Presentation</vt:lpstr>
      <vt:lpstr>PowerPoint Presentation</vt:lpstr>
      <vt:lpstr>Rule Of Thirds</vt:lpstr>
      <vt:lpstr>PowerPoint Presentation</vt:lpstr>
      <vt:lpstr>PowerPoint Presentation</vt:lpstr>
      <vt:lpstr>Signal-to-Noise Ratio</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DESIGN RULES</dc:title>
  <dc:creator>Shakeel A. Khoja</dc:creator>
  <cp:lastModifiedBy>Dr. Shakeel Ahmed Khoja / Professor and Dean School of Mathematics and Computer Science</cp:lastModifiedBy>
  <cp:revision>7</cp:revision>
  <dcterms:created xsi:type="dcterms:W3CDTF">2021-09-12T08:09:46Z</dcterms:created>
  <dcterms:modified xsi:type="dcterms:W3CDTF">2025-10-26T18:57:30Z</dcterms:modified>
</cp:coreProperties>
</file>